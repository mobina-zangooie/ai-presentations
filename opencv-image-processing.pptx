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0"/>
  </p:notesMasterIdLst>
  <p:sldIdLst>
    <p:sldId id="344" r:id="rId2"/>
    <p:sldId id="345" r:id="rId3"/>
    <p:sldId id="348" r:id="rId4"/>
    <p:sldId id="308" r:id="rId5"/>
    <p:sldId id="350" r:id="rId6"/>
    <p:sldId id="312" r:id="rId7"/>
    <p:sldId id="354" r:id="rId8"/>
    <p:sldId id="355" r:id="rId9"/>
    <p:sldId id="357" r:id="rId10"/>
    <p:sldId id="359" r:id="rId11"/>
    <p:sldId id="360" r:id="rId12"/>
    <p:sldId id="361" r:id="rId13"/>
    <p:sldId id="362" r:id="rId14"/>
    <p:sldId id="363" r:id="rId15"/>
    <p:sldId id="352" r:id="rId16"/>
    <p:sldId id="353" r:id="rId17"/>
    <p:sldId id="261" r:id="rId18"/>
    <p:sldId id="336" r:id="rId19"/>
  </p:sldIdLst>
  <p:sldSz cx="9144000" cy="5143500" type="screen16x9"/>
  <p:notesSz cx="6858000" cy="9144000"/>
  <p:embeddedFontLst>
    <p:embeddedFont>
      <p:font typeface="Anaheim" panose="020B0604020202020204" charset="0"/>
      <p:regular r:id="rId21"/>
      <p:bold r:id="rId22"/>
    </p:embeddedFont>
    <p:embeddedFont>
      <p:font typeface="Bebas Neue" panose="020B0606020202050201" pitchFamily="34" charset="0"/>
      <p:regular r:id="rId23"/>
    </p:embeddedFont>
    <p:embeddedFont>
      <p:font typeface="Fira Sans Extra Condensed" panose="020B0503050000020004" pitchFamily="34" charset="0"/>
      <p:regular r:id="rId24"/>
      <p:bold r:id="rId25"/>
    </p:embeddedFont>
    <p:embeddedFont>
      <p:font typeface="Fira Sans Extra Condensed SemiBold" panose="020B060402020202020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Black" panose="00000A00000000000000" pitchFamily="2" charset="0"/>
      <p:bold r:id="rId34"/>
      <p:boldItalic r:id="rId35"/>
    </p:embeddedFont>
    <p:embeddedFont>
      <p:font typeface="Segoe UI Variable Text Semiligh" pitchFamily="2" charset="0"/>
      <p:regular r:id="rId36"/>
    </p:embeddedFont>
    <p:embeddedFont>
      <p:font typeface="Sitka Display" pitchFamily="2" charset="0"/>
      <p:regular r:id="rId37"/>
      <p:bold r:id="rId38"/>
      <p:italic r:id="rId39"/>
      <p:boldItalic r:id="rId40"/>
    </p:embeddedFont>
    <p:embeddedFont>
      <p:font typeface="Vazir" panose="020B0603030804020204" pitchFamily="34" charset="-78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138"/>
    <a:srgbClr val="FFFFFF"/>
    <a:srgbClr val="6995D9"/>
    <a:srgbClr val="E6E6E6"/>
    <a:srgbClr val="4C6882"/>
    <a:srgbClr val="657E93"/>
    <a:srgbClr val="F3EEE3"/>
    <a:srgbClr val="030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C516B9-89D8-415A-839F-93F948CF01B8}">
  <a:tblStyle styleId="{97C516B9-89D8-415A-839F-93F948CF01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4618" autoAdjust="0"/>
  </p:normalViewPr>
  <p:slideViewPr>
    <p:cSldViewPr snapToGrid="0">
      <p:cViewPr varScale="1">
        <p:scale>
          <a:sx n="112" d="100"/>
          <a:sy n="112" d="100"/>
        </p:scale>
        <p:origin x="12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1337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5590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900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734a882cf6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734a882cf6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5623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6702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57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5" r:id="rId3"/>
    <p:sldLayoutId id="2147483658" r:id="rId4"/>
    <p:sldLayoutId id="2147483659" r:id="rId5"/>
    <p:sldLayoutId id="2147483668" r:id="rId6"/>
    <p:sldLayoutId id="2147483676" r:id="rId7"/>
    <p:sldLayoutId id="214748367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A18BA2-672B-44D8-8F0A-2729B1CCF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F4F1FC-8F1F-47FA-904D-35A672C27198}"/>
              </a:ext>
            </a:extLst>
          </p:cNvPr>
          <p:cNvSpPr/>
          <p:nvPr/>
        </p:nvSpPr>
        <p:spPr>
          <a:xfrm>
            <a:off x="9267873" y="-158312"/>
            <a:ext cx="6059213" cy="5460124"/>
          </a:xfrm>
          <a:prstGeom prst="rect">
            <a:avLst/>
          </a:prstGeom>
          <a:solidFill>
            <a:srgbClr val="D4FFFE"/>
          </a:solidFill>
          <a:ln>
            <a:solidFill>
              <a:srgbClr val="063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24BF4-6B54-46BB-8D74-26B3749CE212}"/>
              </a:ext>
            </a:extLst>
          </p:cNvPr>
          <p:cNvSpPr txBox="1"/>
          <p:nvPr/>
        </p:nvSpPr>
        <p:spPr>
          <a:xfrm>
            <a:off x="9934533" y="2314266"/>
            <a:ext cx="494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rgbClr val="002E8B"/>
                </a:solidFill>
                <a:cs typeface="Yekan" pitchFamily="2" charset="-78"/>
              </a:rPr>
              <a:t>استاد : دکتر ثابتی</a:t>
            </a:r>
          </a:p>
          <a:p>
            <a:pPr algn="r"/>
            <a:endParaRPr lang="fa-IR" sz="2000" dirty="0">
              <a:solidFill>
                <a:srgbClr val="002E8B"/>
              </a:solidFill>
              <a:cs typeface="Yekan" pitchFamily="2" charset="-78"/>
            </a:endParaRPr>
          </a:p>
          <a:p>
            <a:pPr algn="r"/>
            <a:r>
              <a:rPr lang="fa-IR" sz="2000" dirty="0">
                <a:solidFill>
                  <a:srgbClr val="002E8B"/>
                </a:solidFill>
                <a:cs typeface="Yekan" pitchFamily="2" charset="-78"/>
              </a:rPr>
              <a:t>ارائه دهنده : مبینا زنگوئی</a:t>
            </a:r>
            <a:endParaRPr lang="en-US" sz="2000" dirty="0">
              <a:solidFill>
                <a:srgbClr val="002E8B"/>
              </a:solidFill>
              <a:cs typeface="Yekan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D96E08-34D7-4BDD-A291-8900161311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1307550" y="-162703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2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362B56-33FB-43C0-8871-BA90EF49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369988-E8D6-49A3-AFE1-50718F7F6EDE}"/>
              </a:ext>
            </a:extLst>
          </p:cNvPr>
          <p:cNvSpPr/>
          <p:nvPr/>
        </p:nvSpPr>
        <p:spPr>
          <a:xfrm>
            <a:off x="3084786" y="-158312"/>
            <a:ext cx="6059213" cy="5460124"/>
          </a:xfrm>
          <a:prstGeom prst="rect">
            <a:avLst/>
          </a:prstGeom>
          <a:solidFill>
            <a:srgbClr val="D4FFFE"/>
          </a:solidFill>
          <a:ln>
            <a:solidFill>
              <a:srgbClr val="063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FF95A-23E6-4B65-934C-D2545AD5582E}"/>
              </a:ext>
            </a:extLst>
          </p:cNvPr>
          <p:cNvSpPr txBox="1"/>
          <p:nvPr/>
        </p:nvSpPr>
        <p:spPr>
          <a:xfrm>
            <a:off x="3751446" y="2314266"/>
            <a:ext cx="4947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rgbClr val="002E8B"/>
                </a:solidFill>
                <a:cs typeface="Yekan" pitchFamily="2" charset="-78"/>
              </a:rPr>
              <a:t>استاد : دکتر ثابتی</a:t>
            </a:r>
          </a:p>
          <a:p>
            <a:pPr algn="r"/>
            <a:endParaRPr lang="fa-IR" sz="2000" dirty="0">
              <a:solidFill>
                <a:srgbClr val="002E8B"/>
              </a:solidFill>
              <a:cs typeface="Yekan" pitchFamily="2" charset="-78"/>
            </a:endParaRPr>
          </a:p>
          <a:p>
            <a:pPr algn="r"/>
            <a:r>
              <a:rPr lang="fa-IR" sz="2000" dirty="0">
                <a:solidFill>
                  <a:srgbClr val="002E8B"/>
                </a:solidFill>
                <a:cs typeface="Yekan" pitchFamily="2" charset="-78"/>
              </a:rPr>
              <a:t>ارائه دهنده : مبینا </a:t>
            </a:r>
            <a:r>
              <a:rPr lang="fa-IR" sz="2000">
                <a:solidFill>
                  <a:srgbClr val="002E8B"/>
                </a:solidFill>
                <a:cs typeface="Yekan" pitchFamily="2" charset="-78"/>
              </a:rPr>
              <a:t>زنگوئی </a:t>
            </a:r>
            <a:endParaRPr lang="en-US" sz="2000" dirty="0">
              <a:solidFill>
                <a:srgbClr val="002E8B"/>
              </a:solidFill>
              <a:cs typeface="Yekan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BB2A74-CD9C-49C6-B3F1-CCCD6E3F0C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5124463" y="327154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2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3230666" y="2378149"/>
            <a:ext cx="588181" cy="45720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3244;p81">
            <a:extLst>
              <a:ext uri="{FF2B5EF4-FFF2-40B4-BE49-F238E27FC236}">
                <a16:creationId xmlns:a16="http://schemas.microsoft.com/office/drawing/2014/main" id="{86CC1A81-F4D0-46F1-9189-23AFAE9A2E40}"/>
              </a:ext>
            </a:extLst>
          </p:cNvPr>
          <p:cNvGrpSpPr/>
          <p:nvPr/>
        </p:nvGrpSpPr>
        <p:grpSpPr>
          <a:xfrm>
            <a:off x="1149317" y="6359969"/>
            <a:ext cx="365760" cy="365760"/>
            <a:chOff x="5343544" y="1509358"/>
            <a:chExt cx="244676" cy="351095"/>
          </a:xfrm>
        </p:grpSpPr>
        <p:sp>
          <p:nvSpPr>
            <p:cNvPr id="164" name="Google Shape;13245;p81">
              <a:extLst>
                <a:ext uri="{FF2B5EF4-FFF2-40B4-BE49-F238E27FC236}">
                  <a16:creationId xmlns:a16="http://schemas.microsoft.com/office/drawing/2014/main" id="{C87F9EBC-B0C0-4403-8A9F-CD1FB186348F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3246;p81">
              <a:extLst>
                <a:ext uri="{FF2B5EF4-FFF2-40B4-BE49-F238E27FC236}">
                  <a16:creationId xmlns:a16="http://schemas.microsoft.com/office/drawing/2014/main" id="{F7882214-97A2-44D7-BD51-826ECD412E5B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3247;p81">
              <a:extLst>
                <a:ext uri="{FF2B5EF4-FFF2-40B4-BE49-F238E27FC236}">
                  <a16:creationId xmlns:a16="http://schemas.microsoft.com/office/drawing/2014/main" id="{2C74AB08-40A1-4920-957E-50022FFFFD26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7" name="Google Shape;13344;p81">
            <a:extLst>
              <a:ext uri="{FF2B5EF4-FFF2-40B4-BE49-F238E27FC236}">
                <a16:creationId xmlns:a16="http://schemas.microsoft.com/office/drawing/2014/main" id="{4808DB63-FC64-449E-8E59-44B2EDF5B6A7}"/>
              </a:ext>
            </a:extLst>
          </p:cNvPr>
          <p:cNvGrpSpPr/>
          <p:nvPr/>
        </p:nvGrpSpPr>
        <p:grpSpPr>
          <a:xfrm>
            <a:off x="4571999" y="6011347"/>
            <a:ext cx="457200" cy="548640"/>
            <a:chOff x="1367060" y="2422129"/>
            <a:chExt cx="269261" cy="352050"/>
          </a:xfrm>
        </p:grpSpPr>
        <p:sp>
          <p:nvSpPr>
            <p:cNvPr id="168" name="Google Shape;13345;p81">
              <a:extLst>
                <a:ext uri="{FF2B5EF4-FFF2-40B4-BE49-F238E27FC236}">
                  <a16:creationId xmlns:a16="http://schemas.microsoft.com/office/drawing/2014/main" id="{E833C82F-BCED-4785-BA92-3C9721862BF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3346;p81">
              <a:extLst>
                <a:ext uri="{FF2B5EF4-FFF2-40B4-BE49-F238E27FC236}">
                  <a16:creationId xmlns:a16="http://schemas.microsoft.com/office/drawing/2014/main" id="{F70156E1-3C4D-467B-BA5B-D925472B77BE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3347;p81">
              <a:extLst>
                <a:ext uri="{FF2B5EF4-FFF2-40B4-BE49-F238E27FC236}">
                  <a16:creationId xmlns:a16="http://schemas.microsoft.com/office/drawing/2014/main" id="{A02D8CB8-A44D-4D65-BB69-619F8F93DB88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3348;p81">
              <a:extLst>
                <a:ext uri="{FF2B5EF4-FFF2-40B4-BE49-F238E27FC236}">
                  <a16:creationId xmlns:a16="http://schemas.microsoft.com/office/drawing/2014/main" id="{A68F7B4E-D47C-4D01-8BD2-49D8AEB609FA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3349;p81">
              <a:extLst>
                <a:ext uri="{FF2B5EF4-FFF2-40B4-BE49-F238E27FC236}">
                  <a16:creationId xmlns:a16="http://schemas.microsoft.com/office/drawing/2014/main" id="{2AB32748-0432-435F-9CA9-32AB418DEABA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3350;p81">
              <a:extLst>
                <a:ext uri="{FF2B5EF4-FFF2-40B4-BE49-F238E27FC236}">
                  <a16:creationId xmlns:a16="http://schemas.microsoft.com/office/drawing/2014/main" id="{F2DB5B7B-391C-43AE-BC00-518BB998DB90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3351;p81">
              <a:extLst>
                <a:ext uri="{FF2B5EF4-FFF2-40B4-BE49-F238E27FC236}">
                  <a16:creationId xmlns:a16="http://schemas.microsoft.com/office/drawing/2014/main" id="{4BF28DF2-1379-4122-87C2-6A4725F85F7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3352;p81">
              <a:extLst>
                <a:ext uri="{FF2B5EF4-FFF2-40B4-BE49-F238E27FC236}">
                  <a16:creationId xmlns:a16="http://schemas.microsoft.com/office/drawing/2014/main" id="{757B1FBB-0342-4312-8F40-18D92A38F5A2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3353;p81">
              <a:extLst>
                <a:ext uri="{FF2B5EF4-FFF2-40B4-BE49-F238E27FC236}">
                  <a16:creationId xmlns:a16="http://schemas.microsoft.com/office/drawing/2014/main" id="{DA24D612-BCEE-422A-9912-CDFCAD9B758F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3354;p81">
              <a:extLst>
                <a:ext uri="{FF2B5EF4-FFF2-40B4-BE49-F238E27FC236}">
                  <a16:creationId xmlns:a16="http://schemas.microsoft.com/office/drawing/2014/main" id="{76E1C624-3836-4F51-9379-69FE24F7EEDC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3355;p81">
              <a:extLst>
                <a:ext uri="{FF2B5EF4-FFF2-40B4-BE49-F238E27FC236}">
                  <a16:creationId xmlns:a16="http://schemas.microsoft.com/office/drawing/2014/main" id="{A4BDC736-D6A5-4B14-88AB-B7C9DCA53580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3356;p81">
              <a:extLst>
                <a:ext uri="{FF2B5EF4-FFF2-40B4-BE49-F238E27FC236}">
                  <a16:creationId xmlns:a16="http://schemas.microsoft.com/office/drawing/2014/main" id="{BE17EB18-23E9-4A3A-B1E6-BBDAAC1289D2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3357;p81">
              <a:extLst>
                <a:ext uri="{FF2B5EF4-FFF2-40B4-BE49-F238E27FC236}">
                  <a16:creationId xmlns:a16="http://schemas.microsoft.com/office/drawing/2014/main" id="{AB0DCF00-692C-4852-AB84-29D3525BFCA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3358;p81">
              <a:extLst>
                <a:ext uri="{FF2B5EF4-FFF2-40B4-BE49-F238E27FC236}">
                  <a16:creationId xmlns:a16="http://schemas.microsoft.com/office/drawing/2014/main" id="{960D1F45-EAED-4A95-B4B1-AAD5E77F8D44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102759" y="6316710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9" name="Google Shape;2062;p59">
            <a:extLst>
              <a:ext uri="{FF2B5EF4-FFF2-40B4-BE49-F238E27FC236}">
                <a16:creationId xmlns:a16="http://schemas.microsoft.com/office/drawing/2014/main" id="{6BB7D109-5E5C-485F-BB53-CCEBD5DE4212}"/>
              </a:ext>
            </a:extLst>
          </p:cNvPr>
          <p:cNvSpPr/>
          <p:nvPr/>
        </p:nvSpPr>
        <p:spPr>
          <a:xfrm rot="5400000">
            <a:off x="4964491" y="1888915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2062;p59">
            <a:extLst>
              <a:ext uri="{FF2B5EF4-FFF2-40B4-BE49-F238E27FC236}">
                <a16:creationId xmlns:a16="http://schemas.microsoft.com/office/drawing/2014/main" id="{EA49EF39-F18B-4CC3-B4CA-3EA10C53D6D6}"/>
              </a:ext>
            </a:extLst>
          </p:cNvPr>
          <p:cNvSpPr/>
          <p:nvPr/>
        </p:nvSpPr>
        <p:spPr>
          <a:xfrm rot="5400000">
            <a:off x="1147632" y="1901873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2063;p59">
            <a:extLst>
              <a:ext uri="{FF2B5EF4-FFF2-40B4-BE49-F238E27FC236}">
                <a16:creationId xmlns:a16="http://schemas.microsoft.com/office/drawing/2014/main" id="{96C2772B-D913-4123-9194-CAB8DE37CC55}"/>
              </a:ext>
            </a:extLst>
          </p:cNvPr>
          <p:cNvSpPr/>
          <p:nvPr/>
        </p:nvSpPr>
        <p:spPr>
          <a:xfrm rot="5400000">
            <a:off x="6876773" y="2199527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2064;p59">
            <a:extLst>
              <a:ext uri="{FF2B5EF4-FFF2-40B4-BE49-F238E27FC236}">
                <a16:creationId xmlns:a16="http://schemas.microsoft.com/office/drawing/2014/main" id="{9889ABC2-1647-438A-BCAD-C607189D2EB4}"/>
              </a:ext>
            </a:extLst>
          </p:cNvPr>
          <p:cNvSpPr/>
          <p:nvPr/>
        </p:nvSpPr>
        <p:spPr>
          <a:xfrm rot="5400000">
            <a:off x="3053870" y="2199527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2066;p59">
            <a:extLst>
              <a:ext uri="{FF2B5EF4-FFF2-40B4-BE49-F238E27FC236}">
                <a16:creationId xmlns:a16="http://schemas.microsoft.com/office/drawing/2014/main" id="{3E7DE772-433D-4C69-BD5A-2435D84CC674}"/>
              </a:ext>
            </a:extLst>
          </p:cNvPr>
          <p:cNvSpPr/>
          <p:nvPr/>
        </p:nvSpPr>
        <p:spPr>
          <a:xfrm rot="10800000">
            <a:off x="6374220" y="2440986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2070;p59">
            <a:extLst>
              <a:ext uri="{FF2B5EF4-FFF2-40B4-BE49-F238E27FC236}">
                <a16:creationId xmlns:a16="http://schemas.microsoft.com/office/drawing/2014/main" id="{587E2EA6-89A7-4EAF-AF74-367013F80C3D}"/>
              </a:ext>
            </a:extLst>
          </p:cNvPr>
          <p:cNvSpPr/>
          <p:nvPr/>
        </p:nvSpPr>
        <p:spPr>
          <a:xfrm rot="10800000">
            <a:off x="4462747" y="1497393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2071;p59">
            <a:extLst>
              <a:ext uri="{FF2B5EF4-FFF2-40B4-BE49-F238E27FC236}">
                <a16:creationId xmlns:a16="http://schemas.microsoft.com/office/drawing/2014/main" id="{2337FB89-4226-4063-AACE-38FA4F770E8A}"/>
              </a:ext>
            </a:extLst>
          </p:cNvPr>
          <p:cNvSpPr/>
          <p:nvPr/>
        </p:nvSpPr>
        <p:spPr>
          <a:xfrm rot="10800000">
            <a:off x="2551317" y="2440986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2073;p59">
            <a:extLst>
              <a:ext uri="{FF2B5EF4-FFF2-40B4-BE49-F238E27FC236}">
                <a16:creationId xmlns:a16="http://schemas.microsoft.com/office/drawing/2014/main" id="{988630B4-BC13-48DB-B421-DF020123E2ED}"/>
              </a:ext>
            </a:extLst>
          </p:cNvPr>
          <p:cNvSpPr/>
          <p:nvPr/>
        </p:nvSpPr>
        <p:spPr>
          <a:xfrm rot="10800000">
            <a:off x="6287276" y="2345518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2074;p59">
            <a:extLst>
              <a:ext uri="{FF2B5EF4-FFF2-40B4-BE49-F238E27FC236}">
                <a16:creationId xmlns:a16="http://schemas.microsoft.com/office/drawing/2014/main" id="{0518F8E9-5DE9-44FA-A793-D3AD72FBEF7C}"/>
              </a:ext>
            </a:extLst>
          </p:cNvPr>
          <p:cNvSpPr/>
          <p:nvPr/>
        </p:nvSpPr>
        <p:spPr>
          <a:xfrm rot="10800000">
            <a:off x="4378348" y="2345518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2070;p59">
            <a:extLst>
              <a:ext uri="{FF2B5EF4-FFF2-40B4-BE49-F238E27FC236}">
                <a16:creationId xmlns:a16="http://schemas.microsoft.com/office/drawing/2014/main" id="{D647A937-DB0A-4173-89B2-BF9F42B30018}"/>
              </a:ext>
            </a:extLst>
          </p:cNvPr>
          <p:cNvSpPr/>
          <p:nvPr/>
        </p:nvSpPr>
        <p:spPr>
          <a:xfrm rot="10800000">
            <a:off x="644616" y="1507399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2073;p59">
            <a:extLst>
              <a:ext uri="{FF2B5EF4-FFF2-40B4-BE49-F238E27FC236}">
                <a16:creationId xmlns:a16="http://schemas.microsoft.com/office/drawing/2014/main" id="{2C056969-5A9C-452E-9B85-FE4BF02B62B3}"/>
              </a:ext>
            </a:extLst>
          </p:cNvPr>
          <p:cNvSpPr/>
          <p:nvPr/>
        </p:nvSpPr>
        <p:spPr>
          <a:xfrm rot="10800000">
            <a:off x="2469587" y="2353962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7" name="Google Shape;7853;p69">
            <a:extLst>
              <a:ext uri="{FF2B5EF4-FFF2-40B4-BE49-F238E27FC236}">
                <a16:creationId xmlns:a16="http://schemas.microsoft.com/office/drawing/2014/main" id="{4157418C-36BF-4196-91DA-019075D9171B}"/>
              </a:ext>
            </a:extLst>
          </p:cNvPr>
          <p:cNvGrpSpPr/>
          <p:nvPr/>
        </p:nvGrpSpPr>
        <p:grpSpPr>
          <a:xfrm>
            <a:off x="1315820" y="2066115"/>
            <a:ext cx="544265" cy="457200"/>
            <a:chOff x="7617850" y="2063282"/>
            <a:chExt cx="799565" cy="670282"/>
          </a:xfrm>
          <a:solidFill>
            <a:srgbClr val="657E93"/>
          </a:solidFill>
        </p:grpSpPr>
        <p:cxnSp>
          <p:nvCxnSpPr>
            <p:cNvPr id="108" name="Google Shape;7854;p69">
              <a:extLst>
                <a:ext uri="{FF2B5EF4-FFF2-40B4-BE49-F238E27FC236}">
                  <a16:creationId xmlns:a16="http://schemas.microsoft.com/office/drawing/2014/main" id="{D6707143-E3E3-4796-BC91-637BEF08E856}"/>
                </a:ext>
              </a:extLst>
            </p:cNvPr>
            <p:cNvCxnSpPr/>
            <p:nvPr/>
          </p:nvCxnSpPr>
          <p:spPr>
            <a:xfrm rot="5400000" flipH="1">
              <a:off x="7629118" y="2104714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7855;p69">
              <a:extLst>
                <a:ext uri="{FF2B5EF4-FFF2-40B4-BE49-F238E27FC236}">
                  <a16:creationId xmlns:a16="http://schemas.microsoft.com/office/drawing/2014/main" id="{243F8D5C-FEF5-4E2A-9C67-52A7123A91DF}"/>
                </a:ext>
              </a:extLst>
            </p:cNvPr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7856;p69">
              <a:extLst>
                <a:ext uri="{FF2B5EF4-FFF2-40B4-BE49-F238E27FC236}">
                  <a16:creationId xmlns:a16="http://schemas.microsoft.com/office/drawing/2014/main" id="{A5172A91-B577-445D-9DBA-59C1A01C02BA}"/>
                </a:ext>
              </a:extLst>
            </p:cNvPr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7857;p69">
              <a:extLst>
                <a:ext uri="{FF2B5EF4-FFF2-40B4-BE49-F238E27FC236}">
                  <a16:creationId xmlns:a16="http://schemas.microsoft.com/office/drawing/2014/main" id="{579B2C42-B13E-4F0D-9822-B156232659B0}"/>
                </a:ext>
              </a:extLst>
            </p:cNvPr>
            <p:cNvCxnSpPr/>
            <p:nvPr/>
          </p:nvCxnSpPr>
          <p:spPr>
            <a:xfrm rot="-5400000" flipH="1">
              <a:off x="8276270" y="2612964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7858;p69">
              <a:extLst>
                <a:ext uri="{FF2B5EF4-FFF2-40B4-BE49-F238E27FC236}">
                  <a16:creationId xmlns:a16="http://schemas.microsoft.com/office/drawing/2014/main" id="{507C4C98-985A-42D4-88C6-33027F61611D}"/>
                </a:ext>
              </a:extLst>
            </p:cNvPr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7859;p69">
              <a:extLst>
                <a:ext uri="{FF2B5EF4-FFF2-40B4-BE49-F238E27FC236}">
                  <a16:creationId xmlns:a16="http://schemas.microsoft.com/office/drawing/2014/main" id="{D9868C6C-612A-4144-A24C-13E67EFED158}"/>
                </a:ext>
              </a:extLst>
            </p:cNvPr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0" name="Google Shape;7860;p69">
              <a:extLst>
                <a:ext uri="{FF2B5EF4-FFF2-40B4-BE49-F238E27FC236}">
                  <a16:creationId xmlns:a16="http://schemas.microsoft.com/office/drawing/2014/main" id="{6716429E-92B3-4409-96E6-81B929129FE0}"/>
                </a:ext>
              </a:extLst>
            </p:cNvPr>
            <p:cNvGrpSpPr/>
            <p:nvPr/>
          </p:nvGrpSpPr>
          <p:grpSpPr>
            <a:xfrm>
              <a:off x="7734309" y="2063282"/>
              <a:ext cx="570957" cy="620095"/>
              <a:chOff x="7734309" y="2063282"/>
              <a:chExt cx="570957" cy="620095"/>
            </a:xfrm>
            <a:grpFill/>
          </p:grpSpPr>
          <p:grpSp>
            <p:nvGrpSpPr>
              <p:cNvPr id="131" name="Google Shape;7861;p69">
                <a:extLst>
                  <a:ext uri="{FF2B5EF4-FFF2-40B4-BE49-F238E27FC236}">
                    <a16:creationId xmlns:a16="http://schemas.microsoft.com/office/drawing/2014/main" id="{E61E9BF8-1EF3-4B63-AB5C-CDB86CFAE0B6}"/>
                  </a:ext>
                </a:extLst>
              </p:cNvPr>
              <p:cNvGrpSpPr/>
              <p:nvPr/>
            </p:nvGrpSpPr>
            <p:grpSpPr>
              <a:xfrm>
                <a:off x="8031573" y="2063282"/>
                <a:ext cx="273693" cy="620095"/>
                <a:chOff x="8031573" y="2063282"/>
                <a:chExt cx="273693" cy="620095"/>
              </a:xfrm>
              <a:grpFill/>
            </p:grpSpPr>
            <p:sp>
              <p:nvSpPr>
                <p:cNvPr id="184" name="Google Shape;7862;p69">
                  <a:extLst>
                    <a:ext uri="{FF2B5EF4-FFF2-40B4-BE49-F238E27FC236}">
                      <a16:creationId xmlns:a16="http://schemas.microsoft.com/office/drawing/2014/main" id="{98616118-8233-44AF-BA1D-AFA839A0B06B}"/>
                    </a:ext>
                  </a:extLst>
                </p:cNvPr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7863;p69">
                  <a:extLst>
                    <a:ext uri="{FF2B5EF4-FFF2-40B4-BE49-F238E27FC236}">
                      <a16:creationId xmlns:a16="http://schemas.microsoft.com/office/drawing/2014/main" id="{53C2F292-BFFD-4E1C-A2F1-8C664259144C}"/>
                    </a:ext>
                  </a:extLst>
                </p:cNvPr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7864;p69">
                  <a:extLst>
                    <a:ext uri="{FF2B5EF4-FFF2-40B4-BE49-F238E27FC236}">
                      <a16:creationId xmlns:a16="http://schemas.microsoft.com/office/drawing/2014/main" id="{E5C262FA-B818-459F-B9E8-655AD2E2FB87}"/>
                    </a:ext>
                  </a:extLst>
                </p:cNvPr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7865;p69">
                  <a:extLst>
                    <a:ext uri="{FF2B5EF4-FFF2-40B4-BE49-F238E27FC236}">
                      <a16:creationId xmlns:a16="http://schemas.microsoft.com/office/drawing/2014/main" id="{A6476AB6-FC3A-4BCA-AB1E-2DD0AE1B7CC8}"/>
                    </a:ext>
                  </a:extLst>
                </p:cNvPr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2" name="Google Shape;7866;p69">
                <a:extLst>
                  <a:ext uri="{FF2B5EF4-FFF2-40B4-BE49-F238E27FC236}">
                    <a16:creationId xmlns:a16="http://schemas.microsoft.com/office/drawing/2014/main" id="{8654C45B-4BAE-4A89-A22C-D3D959F03317}"/>
                  </a:ext>
                </a:extLst>
              </p:cNvPr>
              <p:cNvGrpSpPr/>
              <p:nvPr/>
            </p:nvGrpSpPr>
            <p:grpSpPr>
              <a:xfrm flipH="1">
                <a:off x="7734309" y="2063282"/>
                <a:ext cx="273693" cy="620095"/>
                <a:chOff x="8031573" y="2063282"/>
                <a:chExt cx="273693" cy="620095"/>
              </a:xfrm>
              <a:grpFill/>
            </p:grpSpPr>
            <p:sp>
              <p:nvSpPr>
                <p:cNvPr id="133" name="Google Shape;7867;p69">
                  <a:extLst>
                    <a:ext uri="{FF2B5EF4-FFF2-40B4-BE49-F238E27FC236}">
                      <a16:creationId xmlns:a16="http://schemas.microsoft.com/office/drawing/2014/main" id="{B73CE8DC-1800-4B22-9B98-198A2EA957B7}"/>
                    </a:ext>
                  </a:extLst>
                </p:cNvPr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7868;p69">
                  <a:extLst>
                    <a:ext uri="{FF2B5EF4-FFF2-40B4-BE49-F238E27FC236}">
                      <a16:creationId xmlns:a16="http://schemas.microsoft.com/office/drawing/2014/main" id="{043BB998-316F-47A1-A4BA-FFD4546FDD8E}"/>
                    </a:ext>
                  </a:extLst>
                </p:cNvPr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7869;p69">
                  <a:extLst>
                    <a:ext uri="{FF2B5EF4-FFF2-40B4-BE49-F238E27FC236}">
                      <a16:creationId xmlns:a16="http://schemas.microsoft.com/office/drawing/2014/main" id="{E84E01AE-528D-4080-9B3C-40995049A5E7}"/>
                    </a:ext>
                  </a:extLst>
                </p:cNvPr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7870;p69">
                  <a:extLst>
                    <a:ext uri="{FF2B5EF4-FFF2-40B4-BE49-F238E27FC236}">
                      <a16:creationId xmlns:a16="http://schemas.microsoft.com/office/drawing/2014/main" id="{601B7C66-9B5C-4731-97C8-FA0091D88CDF}"/>
                    </a:ext>
                  </a:extLst>
                </p:cNvPr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8" name="Google Shape;8459;p71">
            <a:extLst>
              <a:ext uri="{FF2B5EF4-FFF2-40B4-BE49-F238E27FC236}">
                <a16:creationId xmlns:a16="http://schemas.microsoft.com/office/drawing/2014/main" id="{BDF80EB1-A323-4EBC-9F74-6CE62E9DAD51}"/>
              </a:ext>
            </a:extLst>
          </p:cNvPr>
          <p:cNvGrpSpPr/>
          <p:nvPr/>
        </p:nvGrpSpPr>
        <p:grpSpPr>
          <a:xfrm>
            <a:off x="5221818" y="2114269"/>
            <a:ext cx="385302" cy="352532"/>
            <a:chOff x="1961313" y="2299436"/>
            <a:chExt cx="385302" cy="352532"/>
          </a:xfrm>
        </p:grpSpPr>
        <p:sp>
          <p:nvSpPr>
            <p:cNvPr id="189" name="Google Shape;8460;p71">
              <a:extLst>
                <a:ext uri="{FF2B5EF4-FFF2-40B4-BE49-F238E27FC236}">
                  <a16:creationId xmlns:a16="http://schemas.microsoft.com/office/drawing/2014/main" id="{DD059FD2-63FD-4AF9-8542-7E2921C2F134}"/>
                </a:ext>
              </a:extLst>
            </p:cNvPr>
            <p:cNvSpPr/>
            <p:nvPr/>
          </p:nvSpPr>
          <p:spPr>
            <a:xfrm>
              <a:off x="2043618" y="2618727"/>
              <a:ext cx="220221" cy="27505"/>
            </a:xfrm>
            <a:custGeom>
              <a:avLst/>
              <a:gdLst/>
              <a:ahLst/>
              <a:cxnLst/>
              <a:rect l="l" t="t" r="r" b="b"/>
              <a:pathLst>
                <a:path w="8407" h="1050" extrusionOk="0">
                  <a:moveTo>
                    <a:pt x="526" y="1"/>
                  </a:moveTo>
                  <a:cubicBezTo>
                    <a:pt x="237" y="1"/>
                    <a:pt x="1" y="235"/>
                    <a:pt x="1" y="525"/>
                  </a:cubicBezTo>
                  <a:cubicBezTo>
                    <a:pt x="1" y="816"/>
                    <a:pt x="237" y="1050"/>
                    <a:pt x="526" y="1050"/>
                  </a:cubicBezTo>
                  <a:cubicBezTo>
                    <a:pt x="531" y="1050"/>
                    <a:pt x="535" y="1050"/>
                    <a:pt x="539" y="1049"/>
                  </a:cubicBezTo>
                  <a:lnTo>
                    <a:pt x="7882" y="1049"/>
                  </a:lnTo>
                  <a:cubicBezTo>
                    <a:pt x="8174" y="1049"/>
                    <a:pt x="8407" y="813"/>
                    <a:pt x="8407" y="525"/>
                  </a:cubicBezTo>
                  <a:cubicBezTo>
                    <a:pt x="8407" y="237"/>
                    <a:pt x="8174" y="1"/>
                    <a:pt x="7882" y="1"/>
                  </a:cubicBezTo>
                  <a:lnTo>
                    <a:pt x="539" y="1"/>
                  </a:lnTo>
                  <a:cubicBezTo>
                    <a:pt x="535" y="1"/>
                    <a:pt x="531" y="1"/>
                    <a:pt x="526" y="1"/>
                  </a:cubicBezTo>
                  <a:close/>
                </a:path>
              </a:pathLst>
            </a:custGeom>
            <a:solidFill>
              <a:srgbClr val="99A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8461;p71">
              <a:extLst>
                <a:ext uri="{FF2B5EF4-FFF2-40B4-BE49-F238E27FC236}">
                  <a16:creationId xmlns:a16="http://schemas.microsoft.com/office/drawing/2014/main" id="{5F932D0B-AD56-4597-9D89-CA050B62EAF7}"/>
                </a:ext>
              </a:extLst>
            </p:cNvPr>
            <p:cNvSpPr/>
            <p:nvPr/>
          </p:nvSpPr>
          <p:spPr>
            <a:xfrm>
              <a:off x="2063474" y="2618727"/>
              <a:ext cx="200366" cy="27505"/>
            </a:xfrm>
            <a:custGeom>
              <a:avLst/>
              <a:gdLst/>
              <a:ahLst/>
              <a:cxnLst/>
              <a:rect l="l" t="t" r="r" b="b"/>
              <a:pathLst>
                <a:path w="7649" h="1050" extrusionOk="0">
                  <a:moveTo>
                    <a:pt x="526" y="1"/>
                  </a:moveTo>
                  <a:cubicBezTo>
                    <a:pt x="237" y="1"/>
                    <a:pt x="0" y="235"/>
                    <a:pt x="0" y="525"/>
                  </a:cubicBezTo>
                  <a:cubicBezTo>
                    <a:pt x="0" y="816"/>
                    <a:pt x="237" y="1050"/>
                    <a:pt x="526" y="1050"/>
                  </a:cubicBezTo>
                  <a:cubicBezTo>
                    <a:pt x="530" y="1050"/>
                    <a:pt x="534" y="1050"/>
                    <a:pt x="538" y="1049"/>
                  </a:cubicBezTo>
                  <a:lnTo>
                    <a:pt x="7124" y="1049"/>
                  </a:lnTo>
                  <a:cubicBezTo>
                    <a:pt x="7416" y="1049"/>
                    <a:pt x="7649" y="813"/>
                    <a:pt x="7649" y="525"/>
                  </a:cubicBezTo>
                  <a:cubicBezTo>
                    <a:pt x="7649" y="237"/>
                    <a:pt x="7416" y="1"/>
                    <a:pt x="7124" y="1"/>
                  </a:cubicBezTo>
                  <a:lnTo>
                    <a:pt x="538" y="1"/>
                  </a:lnTo>
                  <a:cubicBezTo>
                    <a:pt x="534" y="1"/>
                    <a:pt x="530" y="1"/>
                    <a:pt x="526" y="1"/>
                  </a:cubicBezTo>
                  <a:close/>
                </a:path>
              </a:pathLst>
            </a:custGeom>
            <a:solidFill>
              <a:srgbClr val="C5D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" name="Google Shape;8462;p71">
              <a:extLst>
                <a:ext uri="{FF2B5EF4-FFF2-40B4-BE49-F238E27FC236}">
                  <a16:creationId xmlns:a16="http://schemas.microsoft.com/office/drawing/2014/main" id="{D336DD4F-05C3-401B-972E-616B57716CCE}"/>
                </a:ext>
              </a:extLst>
            </p:cNvPr>
            <p:cNvGrpSpPr/>
            <p:nvPr/>
          </p:nvGrpSpPr>
          <p:grpSpPr>
            <a:xfrm>
              <a:off x="1961313" y="2299436"/>
              <a:ext cx="385302" cy="352532"/>
              <a:chOff x="1961313" y="2299436"/>
              <a:chExt cx="385302" cy="352532"/>
            </a:xfrm>
          </p:grpSpPr>
          <p:sp>
            <p:nvSpPr>
              <p:cNvPr id="204" name="Google Shape;8463;p71">
                <a:extLst>
                  <a:ext uri="{FF2B5EF4-FFF2-40B4-BE49-F238E27FC236}">
                    <a16:creationId xmlns:a16="http://schemas.microsoft.com/office/drawing/2014/main" id="{7DD0B2EE-E617-41A6-853D-B745B8186120}"/>
                  </a:ext>
                </a:extLst>
              </p:cNvPr>
              <p:cNvSpPr/>
              <p:nvPr/>
            </p:nvSpPr>
            <p:spPr>
              <a:xfrm>
                <a:off x="2082936" y="2545669"/>
                <a:ext cx="141951" cy="85762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3274" extrusionOk="0">
                    <a:moveTo>
                      <a:pt x="2711" y="0"/>
                    </a:moveTo>
                    <a:lnTo>
                      <a:pt x="563" y="960"/>
                    </a:lnTo>
                    <a:lnTo>
                      <a:pt x="1" y="2790"/>
                    </a:lnTo>
                    <a:lnTo>
                      <a:pt x="1265" y="3009"/>
                    </a:lnTo>
                    <a:lnTo>
                      <a:pt x="2780" y="3273"/>
                    </a:lnTo>
                    <a:lnTo>
                      <a:pt x="5419" y="2793"/>
                    </a:lnTo>
                    <a:lnTo>
                      <a:pt x="5072" y="1662"/>
                    </a:lnTo>
                    <a:lnTo>
                      <a:pt x="4857" y="960"/>
                    </a:lnTo>
                    <a:lnTo>
                      <a:pt x="2711" y="0"/>
                    </a:lnTo>
                    <a:close/>
                  </a:path>
                </a:pathLst>
              </a:custGeom>
              <a:solidFill>
                <a:srgbClr val="C5D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8464;p71">
                <a:extLst>
                  <a:ext uri="{FF2B5EF4-FFF2-40B4-BE49-F238E27FC236}">
                    <a16:creationId xmlns:a16="http://schemas.microsoft.com/office/drawing/2014/main" id="{91A15AFB-251D-4F30-B6FE-0480278A4EA6}"/>
                  </a:ext>
                </a:extLst>
              </p:cNvPr>
              <p:cNvSpPr/>
              <p:nvPr/>
            </p:nvSpPr>
            <p:spPr>
              <a:xfrm>
                <a:off x="2082936" y="2545669"/>
                <a:ext cx="132887" cy="78847"/>
              </a:xfrm>
              <a:custGeom>
                <a:avLst/>
                <a:gdLst/>
                <a:ahLst/>
                <a:cxnLst/>
                <a:rect l="l" t="t" r="r" b="b"/>
                <a:pathLst>
                  <a:path w="5073" h="3010" extrusionOk="0">
                    <a:moveTo>
                      <a:pt x="2711" y="0"/>
                    </a:moveTo>
                    <a:lnTo>
                      <a:pt x="563" y="960"/>
                    </a:lnTo>
                    <a:lnTo>
                      <a:pt x="1" y="2790"/>
                    </a:lnTo>
                    <a:lnTo>
                      <a:pt x="1265" y="3009"/>
                    </a:lnTo>
                    <a:lnTo>
                      <a:pt x="1519" y="1659"/>
                    </a:lnTo>
                    <a:lnTo>
                      <a:pt x="5072" y="1659"/>
                    </a:lnTo>
                    <a:lnTo>
                      <a:pt x="4857" y="960"/>
                    </a:lnTo>
                    <a:lnTo>
                      <a:pt x="2711" y="0"/>
                    </a:lnTo>
                    <a:close/>
                  </a:path>
                </a:pathLst>
              </a:custGeom>
              <a:solidFill>
                <a:srgbClr val="99AE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8465;p71">
                <a:extLst>
                  <a:ext uri="{FF2B5EF4-FFF2-40B4-BE49-F238E27FC236}">
                    <a16:creationId xmlns:a16="http://schemas.microsoft.com/office/drawing/2014/main" id="{2D17E4AB-D348-466D-9CC1-7484D32FECE1}"/>
                  </a:ext>
                </a:extLst>
              </p:cNvPr>
              <p:cNvSpPr/>
              <p:nvPr/>
            </p:nvSpPr>
            <p:spPr>
              <a:xfrm>
                <a:off x="1966971" y="2305199"/>
                <a:ext cx="373881" cy="265617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0140" extrusionOk="0">
                    <a:moveTo>
                      <a:pt x="1183" y="0"/>
                    </a:moveTo>
                    <a:cubicBezTo>
                      <a:pt x="532" y="0"/>
                      <a:pt x="4" y="531"/>
                      <a:pt x="4" y="1182"/>
                    </a:cubicBezTo>
                    <a:lnTo>
                      <a:pt x="4" y="8954"/>
                    </a:lnTo>
                    <a:cubicBezTo>
                      <a:pt x="0" y="9609"/>
                      <a:pt x="532" y="10140"/>
                      <a:pt x="1183" y="10140"/>
                    </a:cubicBezTo>
                    <a:lnTo>
                      <a:pt x="13091" y="10140"/>
                    </a:lnTo>
                    <a:cubicBezTo>
                      <a:pt x="13745" y="10137"/>
                      <a:pt x="14273" y="9609"/>
                      <a:pt x="14273" y="8954"/>
                    </a:cubicBezTo>
                    <a:lnTo>
                      <a:pt x="14273" y="1182"/>
                    </a:lnTo>
                    <a:cubicBezTo>
                      <a:pt x="14273" y="531"/>
                      <a:pt x="13742" y="0"/>
                      <a:pt x="13091" y="0"/>
                    </a:cubicBezTo>
                    <a:close/>
                  </a:path>
                </a:pathLst>
              </a:custGeom>
              <a:solidFill>
                <a:srgbClr val="C5D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8466;p71">
                <a:extLst>
                  <a:ext uri="{FF2B5EF4-FFF2-40B4-BE49-F238E27FC236}">
                    <a16:creationId xmlns:a16="http://schemas.microsoft.com/office/drawing/2014/main" id="{41167A9A-6380-4BC9-9D18-3927360BF10D}"/>
                  </a:ext>
                </a:extLst>
              </p:cNvPr>
              <p:cNvSpPr/>
              <p:nvPr/>
            </p:nvSpPr>
            <p:spPr>
              <a:xfrm>
                <a:off x="1997488" y="2335716"/>
                <a:ext cx="312952" cy="187006"/>
              </a:xfrm>
              <a:custGeom>
                <a:avLst/>
                <a:gdLst/>
                <a:ahLst/>
                <a:cxnLst/>
                <a:rect l="l" t="t" r="r" b="b"/>
                <a:pathLst>
                  <a:path w="11947" h="7139" extrusionOk="0">
                    <a:moveTo>
                      <a:pt x="18" y="0"/>
                    </a:moveTo>
                    <a:cubicBezTo>
                      <a:pt x="7" y="0"/>
                      <a:pt x="0" y="7"/>
                      <a:pt x="0" y="17"/>
                    </a:cubicBezTo>
                    <a:lnTo>
                      <a:pt x="0" y="7138"/>
                    </a:lnTo>
                    <a:lnTo>
                      <a:pt x="11946" y="7138"/>
                    </a:lnTo>
                    <a:lnTo>
                      <a:pt x="11946" y="17"/>
                    </a:lnTo>
                    <a:cubicBezTo>
                      <a:pt x="11943" y="7"/>
                      <a:pt x="11936" y="0"/>
                      <a:pt x="11926" y="0"/>
                    </a:cubicBezTo>
                    <a:close/>
                  </a:path>
                </a:pathLst>
              </a:custGeom>
              <a:solidFill>
                <a:srgbClr val="677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8467;p71">
                <a:extLst>
                  <a:ext uri="{FF2B5EF4-FFF2-40B4-BE49-F238E27FC236}">
                    <a16:creationId xmlns:a16="http://schemas.microsoft.com/office/drawing/2014/main" id="{02482D18-AE82-4111-A25D-CEFA5B98505B}"/>
                  </a:ext>
                </a:extLst>
              </p:cNvPr>
              <p:cNvSpPr/>
              <p:nvPr/>
            </p:nvSpPr>
            <p:spPr>
              <a:xfrm>
                <a:off x="2292811" y="2335716"/>
                <a:ext cx="17629" cy="18700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7139" extrusionOk="0">
                    <a:moveTo>
                      <a:pt x="1" y="0"/>
                    </a:moveTo>
                    <a:cubicBezTo>
                      <a:pt x="1" y="7"/>
                      <a:pt x="1" y="10"/>
                      <a:pt x="1" y="17"/>
                    </a:cubicBezTo>
                    <a:lnTo>
                      <a:pt x="1" y="7138"/>
                    </a:lnTo>
                    <a:lnTo>
                      <a:pt x="672" y="7138"/>
                    </a:lnTo>
                    <a:lnTo>
                      <a:pt x="672" y="17"/>
                    </a:lnTo>
                    <a:cubicBezTo>
                      <a:pt x="672" y="10"/>
                      <a:pt x="669" y="7"/>
                      <a:pt x="669" y="0"/>
                    </a:cubicBezTo>
                    <a:close/>
                  </a:path>
                </a:pathLst>
              </a:custGeom>
              <a:solidFill>
                <a:srgbClr val="546C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8468;p71">
                <a:extLst>
                  <a:ext uri="{FF2B5EF4-FFF2-40B4-BE49-F238E27FC236}">
                    <a16:creationId xmlns:a16="http://schemas.microsoft.com/office/drawing/2014/main" id="{B9D76595-769E-4952-916A-4B4AD5E80A7F}"/>
                  </a:ext>
                </a:extLst>
              </p:cNvPr>
              <p:cNvSpPr/>
              <p:nvPr/>
            </p:nvSpPr>
            <p:spPr>
              <a:xfrm>
                <a:off x="1961313" y="2299436"/>
                <a:ext cx="385302" cy="352532"/>
              </a:xfrm>
              <a:custGeom>
                <a:avLst/>
                <a:gdLst/>
                <a:ahLst/>
                <a:cxnLst/>
                <a:rect l="l" t="t" r="r" b="b"/>
                <a:pathLst>
                  <a:path w="14709" h="13458" extrusionOk="0">
                    <a:moveTo>
                      <a:pt x="9338" y="10572"/>
                    </a:moveTo>
                    <a:lnTo>
                      <a:pt x="9767" y="11971"/>
                    </a:lnTo>
                    <a:lnTo>
                      <a:pt x="4938" y="11971"/>
                    </a:lnTo>
                    <a:lnTo>
                      <a:pt x="5367" y="10572"/>
                    </a:lnTo>
                    <a:close/>
                    <a:moveTo>
                      <a:pt x="11024" y="12409"/>
                    </a:moveTo>
                    <a:cubicBezTo>
                      <a:pt x="11196" y="12409"/>
                      <a:pt x="11333" y="12546"/>
                      <a:pt x="11333" y="12714"/>
                    </a:cubicBezTo>
                    <a:cubicBezTo>
                      <a:pt x="11333" y="12882"/>
                      <a:pt x="11196" y="13019"/>
                      <a:pt x="11024" y="13019"/>
                    </a:cubicBezTo>
                    <a:lnTo>
                      <a:pt x="3681" y="13019"/>
                    </a:lnTo>
                    <a:cubicBezTo>
                      <a:pt x="3513" y="13019"/>
                      <a:pt x="3376" y="12882"/>
                      <a:pt x="3376" y="12714"/>
                    </a:cubicBezTo>
                    <a:cubicBezTo>
                      <a:pt x="3376" y="12546"/>
                      <a:pt x="3513" y="12409"/>
                      <a:pt x="3681" y="12409"/>
                    </a:cubicBezTo>
                    <a:close/>
                    <a:moveTo>
                      <a:pt x="1399" y="1"/>
                    </a:moveTo>
                    <a:cubicBezTo>
                      <a:pt x="628" y="4"/>
                      <a:pt x="0" y="628"/>
                      <a:pt x="0" y="1402"/>
                    </a:cubicBezTo>
                    <a:lnTo>
                      <a:pt x="0" y="9174"/>
                    </a:lnTo>
                    <a:cubicBezTo>
                      <a:pt x="0" y="9949"/>
                      <a:pt x="628" y="10572"/>
                      <a:pt x="1399" y="10576"/>
                    </a:cubicBezTo>
                    <a:lnTo>
                      <a:pt x="4911" y="10576"/>
                    </a:lnTo>
                    <a:lnTo>
                      <a:pt x="4483" y="11974"/>
                    </a:lnTo>
                    <a:lnTo>
                      <a:pt x="3681" y="11974"/>
                    </a:lnTo>
                    <a:cubicBezTo>
                      <a:pt x="3273" y="11974"/>
                      <a:pt x="2941" y="12306"/>
                      <a:pt x="2941" y="12714"/>
                    </a:cubicBezTo>
                    <a:cubicBezTo>
                      <a:pt x="2941" y="13125"/>
                      <a:pt x="3273" y="13458"/>
                      <a:pt x="3681" y="13458"/>
                    </a:cubicBezTo>
                    <a:lnTo>
                      <a:pt x="11028" y="13458"/>
                    </a:lnTo>
                    <a:cubicBezTo>
                      <a:pt x="11436" y="13458"/>
                      <a:pt x="11768" y="13125"/>
                      <a:pt x="11768" y="12714"/>
                    </a:cubicBezTo>
                    <a:cubicBezTo>
                      <a:pt x="11768" y="12306"/>
                      <a:pt x="11436" y="11974"/>
                      <a:pt x="11028" y="11974"/>
                    </a:cubicBezTo>
                    <a:lnTo>
                      <a:pt x="10223" y="11974"/>
                    </a:lnTo>
                    <a:lnTo>
                      <a:pt x="9794" y="10576"/>
                    </a:lnTo>
                    <a:lnTo>
                      <a:pt x="13307" y="10576"/>
                    </a:lnTo>
                    <a:cubicBezTo>
                      <a:pt x="14081" y="10572"/>
                      <a:pt x="14708" y="9949"/>
                      <a:pt x="14708" y="9174"/>
                    </a:cubicBezTo>
                    <a:lnTo>
                      <a:pt x="14708" y="1402"/>
                    </a:lnTo>
                    <a:cubicBezTo>
                      <a:pt x="14708" y="628"/>
                      <a:pt x="14081" y="4"/>
                      <a:pt x="13307" y="1"/>
                    </a:cubicBezTo>
                    <a:lnTo>
                      <a:pt x="3626" y="1"/>
                    </a:lnTo>
                    <a:cubicBezTo>
                      <a:pt x="3335" y="1"/>
                      <a:pt x="3335" y="439"/>
                      <a:pt x="3626" y="439"/>
                    </a:cubicBezTo>
                    <a:lnTo>
                      <a:pt x="13307" y="439"/>
                    </a:lnTo>
                    <a:cubicBezTo>
                      <a:pt x="13838" y="439"/>
                      <a:pt x="14270" y="871"/>
                      <a:pt x="14270" y="1402"/>
                    </a:cubicBezTo>
                    <a:lnTo>
                      <a:pt x="14270" y="9174"/>
                    </a:lnTo>
                    <a:cubicBezTo>
                      <a:pt x="14270" y="9705"/>
                      <a:pt x="13838" y="10137"/>
                      <a:pt x="13307" y="10137"/>
                    </a:cubicBezTo>
                    <a:lnTo>
                      <a:pt x="1399" y="10137"/>
                    </a:lnTo>
                    <a:cubicBezTo>
                      <a:pt x="867" y="10137"/>
                      <a:pt x="439" y="9705"/>
                      <a:pt x="436" y="9174"/>
                    </a:cubicBezTo>
                    <a:lnTo>
                      <a:pt x="436" y="1402"/>
                    </a:lnTo>
                    <a:cubicBezTo>
                      <a:pt x="439" y="871"/>
                      <a:pt x="867" y="439"/>
                      <a:pt x="1399" y="439"/>
                    </a:cubicBezTo>
                    <a:lnTo>
                      <a:pt x="2752" y="439"/>
                    </a:lnTo>
                    <a:cubicBezTo>
                      <a:pt x="2872" y="439"/>
                      <a:pt x="2972" y="340"/>
                      <a:pt x="2972" y="220"/>
                    </a:cubicBezTo>
                    <a:cubicBezTo>
                      <a:pt x="2972" y="100"/>
                      <a:pt x="2872" y="1"/>
                      <a:pt x="275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8469;p71">
                <a:extLst>
                  <a:ext uri="{FF2B5EF4-FFF2-40B4-BE49-F238E27FC236}">
                    <a16:creationId xmlns:a16="http://schemas.microsoft.com/office/drawing/2014/main" id="{589B15BD-85DA-4D0D-8CD8-5D9B7548DE73}"/>
                  </a:ext>
                </a:extLst>
              </p:cNvPr>
              <p:cNvSpPr/>
              <p:nvPr/>
            </p:nvSpPr>
            <p:spPr>
              <a:xfrm>
                <a:off x="1991830" y="2329953"/>
                <a:ext cx="324268" cy="198427"/>
              </a:xfrm>
              <a:custGeom>
                <a:avLst/>
                <a:gdLst/>
                <a:ahLst/>
                <a:cxnLst/>
                <a:rect l="l" t="t" r="r" b="b"/>
                <a:pathLst>
                  <a:path w="12379" h="7575" extrusionOk="0">
                    <a:moveTo>
                      <a:pt x="237" y="1"/>
                    </a:moveTo>
                    <a:cubicBezTo>
                      <a:pt x="107" y="4"/>
                      <a:pt x="1" y="107"/>
                      <a:pt x="1" y="237"/>
                    </a:cubicBezTo>
                    <a:lnTo>
                      <a:pt x="1" y="7358"/>
                    </a:lnTo>
                    <a:cubicBezTo>
                      <a:pt x="1" y="7478"/>
                      <a:pt x="100" y="7574"/>
                      <a:pt x="220" y="7574"/>
                    </a:cubicBezTo>
                    <a:lnTo>
                      <a:pt x="12162" y="7574"/>
                    </a:lnTo>
                    <a:cubicBezTo>
                      <a:pt x="12282" y="7574"/>
                      <a:pt x="12378" y="7478"/>
                      <a:pt x="12378" y="7358"/>
                    </a:cubicBezTo>
                    <a:lnTo>
                      <a:pt x="12378" y="6604"/>
                    </a:lnTo>
                    <a:cubicBezTo>
                      <a:pt x="12378" y="6459"/>
                      <a:pt x="12269" y="6386"/>
                      <a:pt x="12161" y="6386"/>
                    </a:cubicBezTo>
                    <a:cubicBezTo>
                      <a:pt x="12052" y="6386"/>
                      <a:pt x="11943" y="6459"/>
                      <a:pt x="11943" y="6604"/>
                    </a:cubicBezTo>
                    <a:lnTo>
                      <a:pt x="11943" y="7139"/>
                    </a:lnTo>
                    <a:lnTo>
                      <a:pt x="436" y="7139"/>
                    </a:lnTo>
                    <a:lnTo>
                      <a:pt x="436" y="440"/>
                    </a:lnTo>
                    <a:lnTo>
                      <a:pt x="11940" y="440"/>
                    </a:lnTo>
                    <a:lnTo>
                      <a:pt x="11940" y="5730"/>
                    </a:lnTo>
                    <a:cubicBezTo>
                      <a:pt x="11940" y="5850"/>
                      <a:pt x="12039" y="5950"/>
                      <a:pt x="12162" y="5950"/>
                    </a:cubicBezTo>
                    <a:cubicBezTo>
                      <a:pt x="12282" y="5950"/>
                      <a:pt x="12378" y="5850"/>
                      <a:pt x="12378" y="5730"/>
                    </a:cubicBezTo>
                    <a:lnTo>
                      <a:pt x="12378" y="237"/>
                    </a:lnTo>
                    <a:cubicBezTo>
                      <a:pt x="12378" y="107"/>
                      <a:pt x="12275" y="1"/>
                      <a:pt x="1214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8470;p71">
                <a:extLst>
                  <a:ext uri="{FF2B5EF4-FFF2-40B4-BE49-F238E27FC236}">
                    <a16:creationId xmlns:a16="http://schemas.microsoft.com/office/drawing/2014/main" id="{2C9371FD-5ACD-4032-89D7-86FA0AAA0BDF}"/>
                  </a:ext>
                </a:extLst>
              </p:cNvPr>
              <p:cNvSpPr/>
              <p:nvPr/>
            </p:nvSpPr>
            <p:spPr>
              <a:xfrm>
                <a:off x="2147821" y="2539959"/>
                <a:ext cx="12443" cy="11473"/>
              </a:xfrm>
              <a:custGeom>
                <a:avLst/>
                <a:gdLst/>
                <a:ahLst/>
                <a:cxnLst/>
                <a:rect l="l" t="t" r="r" b="b"/>
                <a:pathLst>
                  <a:path w="475" h="438" extrusionOk="0">
                    <a:moveTo>
                      <a:pt x="234" y="0"/>
                    </a:moveTo>
                    <a:cubicBezTo>
                      <a:pt x="131" y="0"/>
                      <a:pt x="30" y="72"/>
                      <a:pt x="15" y="194"/>
                    </a:cubicBezTo>
                    <a:cubicBezTo>
                      <a:pt x="1" y="336"/>
                      <a:pt x="115" y="437"/>
                      <a:pt x="236" y="437"/>
                    </a:cubicBezTo>
                    <a:cubicBezTo>
                      <a:pt x="288" y="437"/>
                      <a:pt x="341" y="418"/>
                      <a:pt x="385" y="376"/>
                    </a:cubicBezTo>
                    <a:cubicBezTo>
                      <a:pt x="461" y="301"/>
                      <a:pt x="474" y="184"/>
                      <a:pt x="416" y="99"/>
                    </a:cubicBezTo>
                    <a:cubicBezTo>
                      <a:pt x="370" y="31"/>
                      <a:pt x="301" y="0"/>
                      <a:pt x="23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1148B92-B257-46BE-A990-F4539A6337FB}"/>
              </a:ext>
            </a:extLst>
          </p:cNvPr>
          <p:cNvSpPr txBox="1"/>
          <p:nvPr/>
        </p:nvSpPr>
        <p:spPr>
          <a:xfrm>
            <a:off x="602511" y="2894790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ea typeface="Source Sans Pro" panose="020B0503030403020204" pitchFamily="34" charset="0"/>
                <a:cs typeface="Vazir" panose="020B0603030804020204" pitchFamily="34" charset="-78"/>
              </a:rPr>
              <a:t>بارگیری تصویر از حافظه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A60B840-AC33-4DA0-9AC7-37537DA66B09}"/>
              </a:ext>
            </a:extLst>
          </p:cNvPr>
          <p:cNvSpPr txBox="1"/>
          <p:nvPr/>
        </p:nvSpPr>
        <p:spPr>
          <a:xfrm>
            <a:off x="2511463" y="1718301"/>
            <a:ext cx="19463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ea typeface="Source Sans Pro" panose="020B0503030403020204" pitchFamily="34" charset="0"/>
                <a:cs typeface="Vazir" panose="020B0603030804020204" pitchFamily="34" charset="-78"/>
              </a:rPr>
              <a:t>انجام مجموعه پردازش</a:t>
            </a:r>
            <a:r>
              <a:rPr lang="fa-IR" sz="1600" b="1" dirty="0">
                <a:solidFill>
                  <a:schemeClr val="tx1"/>
                </a:solidFill>
                <a:latin typeface="Vazir" panose="020B0603030804020204" pitchFamily="34" charset="-78"/>
                <a:ea typeface="Source Sans Pro" panose="020B0503030403020204" pitchFamily="34" charset="0"/>
                <a:cs typeface="Vazir" panose="020B0603030804020204" pitchFamily="34" charset="-78"/>
              </a:rPr>
              <a:t>ها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229A9A9-0603-432C-BEE2-37C322B37AD1}"/>
              </a:ext>
            </a:extLst>
          </p:cNvPr>
          <p:cNvSpPr txBox="1"/>
          <p:nvPr/>
        </p:nvSpPr>
        <p:spPr>
          <a:xfrm>
            <a:off x="4477876" y="2911844"/>
            <a:ext cx="1946382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b="1" dirty="0">
                <a:solidFill>
                  <a:schemeClr val="tx1"/>
                </a:solidFill>
                <a:latin typeface="Vazir" panose="020B0603030804020204" pitchFamily="34" charset="-78"/>
                <a:ea typeface="Source Sans Pro" panose="020B0503030403020204" pitchFamily="34" charset="0"/>
                <a:cs typeface="Vazir" panose="020B0603030804020204" pitchFamily="34" charset="-78"/>
              </a:rPr>
              <a:t>نمایش نتایج</a:t>
            </a:r>
            <a:endParaRPr lang="en-US" sz="1500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9D7DD61-3900-4FD0-AA0A-8F2BB3F13AC7}"/>
              </a:ext>
            </a:extLst>
          </p:cNvPr>
          <p:cNvSpPr txBox="1"/>
          <p:nvPr/>
        </p:nvSpPr>
        <p:spPr>
          <a:xfrm>
            <a:off x="6318142" y="171715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ea typeface="Source Sans Pro" panose="020B0503030403020204" pitchFamily="34" charset="0"/>
                <a:cs typeface="Vazir" panose="020B0603030804020204" pitchFamily="34" charset="-78"/>
              </a:rPr>
              <a:t>ذخیره تصویر در حافظه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8" name="Google Shape;16479;p75">
            <a:extLst>
              <a:ext uri="{FF2B5EF4-FFF2-40B4-BE49-F238E27FC236}">
                <a16:creationId xmlns:a16="http://schemas.microsoft.com/office/drawing/2014/main" id="{8A850A22-F430-47FC-B646-B55B24510378}"/>
              </a:ext>
            </a:extLst>
          </p:cNvPr>
          <p:cNvGrpSpPr/>
          <p:nvPr/>
        </p:nvGrpSpPr>
        <p:grpSpPr>
          <a:xfrm>
            <a:off x="7148732" y="2345518"/>
            <a:ext cx="397826" cy="511735"/>
            <a:chOff x="5331090" y="3337029"/>
            <a:chExt cx="316238" cy="388688"/>
          </a:xfrm>
        </p:grpSpPr>
        <p:sp>
          <p:nvSpPr>
            <p:cNvPr id="229" name="Google Shape;16480;p75">
              <a:extLst>
                <a:ext uri="{FF2B5EF4-FFF2-40B4-BE49-F238E27FC236}">
                  <a16:creationId xmlns:a16="http://schemas.microsoft.com/office/drawing/2014/main" id="{EA84F713-E0CC-469A-8306-A1DB99080BAE}"/>
                </a:ext>
              </a:extLst>
            </p:cNvPr>
            <p:cNvSpPr/>
            <p:nvPr/>
          </p:nvSpPr>
          <p:spPr>
            <a:xfrm>
              <a:off x="5475859" y="3342689"/>
              <a:ext cx="26438" cy="33487"/>
            </a:xfrm>
            <a:custGeom>
              <a:avLst/>
              <a:gdLst/>
              <a:ahLst/>
              <a:cxnLst/>
              <a:rect l="l" t="t" r="r" b="b"/>
              <a:pathLst>
                <a:path w="1009" h="1278" extrusionOk="0">
                  <a:moveTo>
                    <a:pt x="116" y="1"/>
                  </a:moveTo>
                  <a:cubicBezTo>
                    <a:pt x="53" y="1"/>
                    <a:pt x="0" y="53"/>
                    <a:pt x="0" y="116"/>
                  </a:cubicBezTo>
                  <a:lnTo>
                    <a:pt x="0" y="1278"/>
                  </a:lnTo>
                  <a:lnTo>
                    <a:pt x="1008" y="1278"/>
                  </a:lnTo>
                  <a:lnTo>
                    <a:pt x="1008" y="116"/>
                  </a:lnTo>
                  <a:cubicBezTo>
                    <a:pt x="1008" y="53"/>
                    <a:pt x="960" y="1"/>
                    <a:pt x="893" y="1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6481;p75">
              <a:extLst>
                <a:ext uri="{FF2B5EF4-FFF2-40B4-BE49-F238E27FC236}">
                  <a16:creationId xmlns:a16="http://schemas.microsoft.com/office/drawing/2014/main" id="{BADAD37D-C711-4E3B-BE4B-BD9E6003EAEB}"/>
                </a:ext>
              </a:extLst>
            </p:cNvPr>
            <p:cNvSpPr/>
            <p:nvPr/>
          </p:nvSpPr>
          <p:spPr>
            <a:xfrm>
              <a:off x="5489065" y="3342689"/>
              <a:ext cx="13232" cy="33487"/>
            </a:xfrm>
            <a:custGeom>
              <a:avLst/>
              <a:gdLst/>
              <a:ahLst/>
              <a:cxnLst/>
              <a:rect l="l" t="t" r="r" b="b"/>
              <a:pathLst>
                <a:path w="505" h="1278" extrusionOk="0">
                  <a:moveTo>
                    <a:pt x="0" y="1"/>
                  </a:moveTo>
                  <a:lnTo>
                    <a:pt x="0" y="1278"/>
                  </a:lnTo>
                  <a:lnTo>
                    <a:pt x="504" y="1278"/>
                  </a:lnTo>
                  <a:lnTo>
                    <a:pt x="504" y="116"/>
                  </a:lnTo>
                  <a:cubicBezTo>
                    <a:pt x="504" y="53"/>
                    <a:pt x="456" y="1"/>
                    <a:pt x="3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6482;p75">
              <a:extLst>
                <a:ext uri="{FF2B5EF4-FFF2-40B4-BE49-F238E27FC236}">
                  <a16:creationId xmlns:a16="http://schemas.microsoft.com/office/drawing/2014/main" id="{122BD1FA-4755-4D40-A4AD-55AAF9AED9EB}"/>
                </a:ext>
              </a:extLst>
            </p:cNvPr>
            <p:cNvSpPr/>
            <p:nvPr/>
          </p:nvSpPr>
          <p:spPr>
            <a:xfrm>
              <a:off x="5477483" y="3471107"/>
              <a:ext cx="23294" cy="214861"/>
            </a:xfrm>
            <a:custGeom>
              <a:avLst/>
              <a:gdLst/>
              <a:ahLst/>
              <a:cxnLst/>
              <a:rect l="l" t="t" r="r" b="b"/>
              <a:pathLst>
                <a:path w="889" h="8200" extrusionOk="0">
                  <a:moveTo>
                    <a:pt x="1" y="1"/>
                  </a:moveTo>
                  <a:lnTo>
                    <a:pt x="1" y="7974"/>
                  </a:lnTo>
                  <a:cubicBezTo>
                    <a:pt x="1" y="8099"/>
                    <a:pt x="102" y="8199"/>
                    <a:pt x="226" y="8199"/>
                  </a:cubicBezTo>
                  <a:lnTo>
                    <a:pt x="658" y="8199"/>
                  </a:lnTo>
                  <a:cubicBezTo>
                    <a:pt x="783" y="8199"/>
                    <a:pt x="889" y="8099"/>
                    <a:pt x="889" y="7974"/>
                  </a:cubicBezTo>
                  <a:lnTo>
                    <a:pt x="889" y="1"/>
                  </a:ln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6483;p75">
              <a:extLst>
                <a:ext uri="{FF2B5EF4-FFF2-40B4-BE49-F238E27FC236}">
                  <a16:creationId xmlns:a16="http://schemas.microsoft.com/office/drawing/2014/main" id="{61E2EEE5-3F38-4D8D-B2F1-FA7BD38609FA}"/>
                </a:ext>
              </a:extLst>
            </p:cNvPr>
            <p:cNvSpPr/>
            <p:nvPr/>
          </p:nvSpPr>
          <p:spPr>
            <a:xfrm>
              <a:off x="5483274" y="3471107"/>
              <a:ext cx="17503" cy="214992"/>
            </a:xfrm>
            <a:custGeom>
              <a:avLst/>
              <a:gdLst/>
              <a:ahLst/>
              <a:cxnLst/>
              <a:rect l="l" t="t" r="r" b="b"/>
              <a:pathLst>
                <a:path w="668" h="8205" extrusionOk="0">
                  <a:moveTo>
                    <a:pt x="221" y="1"/>
                  </a:moveTo>
                  <a:lnTo>
                    <a:pt x="221" y="7974"/>
                  </a:lnTo>
                  <a:cubicBezTo>
                    <a:pt x="221" y="8099"/>
                    <a:pt x="125" y="8199"/>
                    <a:pt x="1" y="8204"/>
                  </a:cubicBezTo>
                  <a:lnTo>
                    <a:pt x="437" y="8204"/>
                  </a:lnTo>
                  <a:cubicBezTo>
                    <a:pt x="567" y="8204"/>
                    <a:pt x="668" y="8099"/>
                    <a:pt x="668" y="7974"/>
                  </a:cubicBezTo>
                  <a:lnTo>
                    <a:pt x="668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6484;p75">
              <a:extLst>
                <a:ext uri="{FF2B5EF4-FFF2-40B4-BE49-F238E27FC236}">
                  <a16:creationId xmlns:a16="http://schemas.microsoft.com/office/drawing/2014/main" id="{68924EBB-8295-4B6A-937F-1064DC8C11C7}"/>
                </a:ext>
              </a:extLst>
            </p:cNvPr>
            <p:cNvSpPr/>
            <p:nvPr/>
          </p:nvSpPr>
          <p:spPr>
            <a:xfrm>
              <a:off x="5499755" y="3455386"/>
              <a:ext cx="101142" cy="264671"/>
            </a:xfrm>
            <a:custGeom>
              <a:avLst/>
              <a:gdLst/>
              <a:ahLst/>
              <a:cxnLst/>
              <a:rect l="l" t="t" r="r" b="b"/>
              <a:pathLst>
                <a:path w="3860" h="10101" extrusionOk="0">
                  <a:moveTo>
                    <a:pt x="0" y="1"/>
                  </a:moveTo>
                  <a:lnTo>
                    <a:pt x="2900" y="9932"/>
                  </a:lnTo>
                  <a:cubicBezTo>
                    <a:pt x="2929" y="10033"/>
                    <a:pt x="3020" y="10100"/>
                    <a:pt x="3121" y="10100"/>
                  </a:cubicBezTo>
                  <a:lnTo>
                    <a:pt x="3601" y="10100"/>
                  </a:lnTo>
                  <a:cubicBezTo>
                    <a:pt x="3754" y="10100"/>
                    <a:pt x="3860" y="9952"/>
                    <a:pt x="3821" y="9808"/>
                  </a:cubicBezTo>
                  <a:lnTo>
                    <a:pt x="956" y="1"/>
                  </a:ln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6485;p75">
              <a:extLst>
                <a:ext uri="{FF2B5EF4-FFF2-40B4-BE49-F238E27FC236}">
                  <a16:creationId xmlns:a16="http://schemas.microsoft.com/office/drawing/2014/main" id="{E4D08C5F-9B3C-40CB-BCD4-8FB926647D8D}"/>
                </a:ext>
              </a:extLst>
            </p:cNvPr>
            <p:cNvSpPr/>
            <p:nvPr/>
          </p:nvSpPr>
          <p:spPr>
            <a:xfrm>
              <a:off x="5512333" y="3455386"/>
              <a:ext cx="88564" cy="264671"/>
            </a:xfrm>
            <a:custGeom>
              <a:avLst/>
              <a:gdLst/>
              <a:ahLst/>
              <a:cxnLst/>
              <a:rect l="l" t="t" r="r" b="b"/>
              <a:pathLst>
                <a:path w="3380" h="10101" extrusionOk="0">
                  <a:moveTo>
                    <a:pt x="1" y="1"/>
                  </a:moveTo>
                  <a:lnTo>
                    <a:pt x="2861" y="9808"/>
                  </a:lnTo>
                  <a:cubicBezTo>
                    <a:pt x="2905" y="9952"/>
                    <a:pt x="2794" y="10100"/>
                    <a:pt x="2641" y="10100"/>
                  </a:cubicBezTo>
                  <a:lnTo>
                    <a:pt x="3116" y="10100"/>
                  </a:lnTo>
                  <a:cubicBezTo>
                    <a:pt x="3269" y="10100"/>
                    <a:pt x="3380" y="9952"/>
                    <a:pt x="3337" y="9808"/>
                  </a:cubicBezTo>
                  <a:lnTo>
                    <a:pt x="476" y="1"/>
                  </a:ln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6486;p75">
              <a:extLst>
                <a:ext uri="{FF2B5EF4-FFF2-40B4-BE49-F238E27FC236}">
                  <a16:creationId xmlns:a16="http://schemas.microsoft.com/office/drawing/2014/main" id="{70B56D1F-321C-41F9-80A1-12C0F8037C05}"/>
                </a:ext>
              </a:extLst>
            </p:cNvPr>
            <p:cNvSpPr/>
            <p:nvPr/>
          </p:nvSpPr>
          <p:spPr>
            <a:xfrm>
              <a:off x="5377364" y="3455386"/>
              <a:ext cx="101168" cy="264671"/>
            </a:xfrm>
            <a:custGeom>
              <a:avLst/>
              <a:gdLst/>
              <a:ahLst/>
              <a:cxnLst/>
              <a:rect l="l" t="t" r="r" b="b"/>
              <a:pathLst>
                <a:path w="3861" h="10101" extrusionOk="0">
                  <a:moveTo>
                    <a:pt x="2905" y="1"/>
                  </a:moveTo>
                  <a:lnTo>
                    <a:pt x="44" y="9808"/>
                  </a:lnTo>
                  <a:cubicBezTo>
                    <a:pt x="1" y="9952"/>
                    <a:pt x="111" y="10100"/>
                    <a:pt x="260" y="10100"/>
                  </a:cubicBezTo>
                  <a:lnTo>
                    <a:pt x="740" y="10100"/>
                  </a:lnTo>
                  <a:cubicBezTo>
                    <a:pt x="846" y="10100"/>
                    <a:pt x="932" y="10033"/>
                    <a:pt x="961" y="9932"/>
                  </a:cubicBezTo>
                  <a:lnTo>
                    <a:pt x="3860" y="1"/>
                  </a:ln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6487;p75">
              <a:extLst>
                <a:ext uri="{FF2B5EF4-FFF2-40B4-BE49-F238E27FC236}">
                  <a16:creationId xmlns:a16="http://schemas.microsoft.com/office/drawing/2014/main" id="{20FD3F88-704D-4119-80CB-F817E98F8900}"/>
                </a:ext>
              </a:extLst>
            </p:cNvPr>
            <p:cNvSpPr/>
            <p:nvPr/>
          </p:nvSpPr>
          <p:spPr>
            <a:xfrm>
              <a:off x="5383914" y="3455386"/>
              <a:ext cx="94486" cy="264540"/>
            </a:xfrm>
            <a:custGeom>
              <a:avLst/>
              <a:gdLst/>
              <a:ahLst/>
              <a:cxnLst/>
              <a:rect l="l" t="t" r="r" b="b"/>
              <a:pathLst>
                <a:path w="3606" h="10096" extrusionOk="0">
                  <a:moveTo>
                    <a:pt x="3111" y="1"/>
                  </a:moveTo>
                  <a:lnTo>
                    <a:pt x="212" y="9932"/>
                  </a:lnTo>
                  <a:cubicBezTo>
                    <a:pt x="183" y="10028"/>
                    <a:pt x="96" y="10096"/>
                    <a:pt x="0" y="10096"/>
                  </a:cubicBezTo>
                  <a:lnTo>
                    <a:pt x="490" y="10096"/>
                  </a:lnTo>
                  <a:cubicBezTo>
                    <a:pt x="591" y="10096"/>
                    <a:pt x="677" y="10028"/>
                    <a:pt x="706" y="9932"/>
                  </a:cubicBezTo>
                  <a:lnTo>
                    <a:pt x="3605" y="1"/>
                  </a:ln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6488;p75">
              <a:extLst>
                <a:ext uri="{FF2B5EF4-FFF2-40B4-BE49-F238E27FC236}">
                  <a16:creationId xmlns:a16="http://schemas.microsoft.com/office/drawing/2014/main" id="{486BFAE6-0434-4EA9-89ED-F19EE296382C}"/>
                </a:ext>
              </a:extLst>
            </p:cNvPr>
            <p:cNvSpPr/>
            <p:nvPr/>
          </p:nvSpPr>
          <p:spPr>
            <a:xfrm>
              <a:off x="5487545" y="3561427"/>
              <a:ext cx="3066" cy="2411"/>
            </a:xfrm>
            <a:custGeom>
              <a:avLst/>
              <a:gdLst/>
              <a:ahLst/>
              <a:cxnLst/>
              <a:rect l="l" t="t" r="r" b="b"/>
              <a:pathLst>
                <a:path w="117" h="92" extrusionOk="0">
                  <a:moveTo>
                    <a:pt x="58" y="0"/>
                  </a:moveTo>
                  <a:cubicBezTo>
                    <a:pt x="1" y="0"/>
                    <a:pt x="1" y="91"/>
                    <a:pt x="58" y="91"/>
                  </a:cubicBezTo>
                  <a:cubicBezTo>
                    <a:pt x="116" y="91"/>
                    <a:pt x="116" y="0"/>
                    <a:pt x="58" y="0"/>
                  </a:cubicBezTo>
                  <a:close/>
                </a:path>
              </a:pathLst>
            </a:custGeom>
            <a:solidFill>
              <a:srgbClr val="7B90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6489;p75">
              <a:extLst>
                <a:ext uri="{FF2B5EF4-FFF2-40B4-BE49-F238E27FC236}">
                  <a16:creationId xmlns:a16="http://schemas.microsoft.com/office/drawing/2014/main" id="{7AC77B9A-3FBF-4AB7-BC2B-F176F1382EC6}"/>
                </a:ext>
              </a:extLst>
            </p:cNvPr>
            <p:cNvSpPr/>
            <p:nvPr/>
          </p:nvSpPr>
          <p:spPr>
            <a:xfrm>
              <a:off x="5351580" y="3376778"/>
              <a:ext cx="275100" cy="188684"/>
            </a:xfrm>
            <a:custGeom>
              <a:avLst/>
              <a:gdLst/>
              <a:ahLst/>
              <a:cxnLst/>
              <a:rect l="l" t="t" r="r" b="b"/>
              <a:pathLst>
                <a:path w="10499" h="7201" extrusionOk="0">
                  <a:moveTo>
                    <a:pt x="207" y="1"/>
                  </a:moveTo>
                  <a:cubicBezTo>
                    <a:pt x="92" y="1"/>
                    <a:pt x="1" y="97"/>
                    <a:pt x="1" y="212"/>
                  </a:cubicBezTo>
                  <a:lnTo>
                    <a:pt x="1" y="6990"/>
                  </a:lnTo>
                  <a:cubicBezTo>
                    <a:pt x="1" y="7105"/>
                    <a:pt x="92" y="7201"/>
                    <a:pt x="207" y="7201"/>
                  </a:cubicBezTo>
                  <a:lnTo>
                    <a:pt x="10288" y="7201"/>
                  </a:lnTo>
                  <a:cubicBezTo>
                    <a:pt x="10403" y="7201"/>
                    <a:pt x="10499" y="7105"/>
                    <a:pt x="10499" y="6990"/>
                  </a:cubicBezTo>
                  <a:lnTo>
                    <a:pt x="10499" y="212"/>
                  </a:lnTo>
                  <a:cubicBezTo>
                    <a:pt x="10499" y="97"/>
                    <a:pt x="10403" y="1"/>
                    <a:pt x="10288" y="1"/>
                  </a:cubicBezTo>
                  <a:close/>
                </a:path>
              </a:pathLst>
            </a:custGeom>
            <a:solidFill>
              <a:srgbClr val="B8C5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6490;p75">
              <a:extLst>
                <a:ext uri="{FF2B5EF4-FFF2-40B4-BE49-F238E27FC236}">
                  <a16:creationId xmlns:a16="http://schemas.microsoft.com/office/drawing/2014/main" id="{B3026AF8-0FC8-43BA-9C9A-282E5FE65479}"/>
                </a:ext>
              </a:extLst>
            </p:cNvPr>
            <p:cNvSpPr/>
            <p:nvPr/>
          </p:nvSpPr>
          <p:spPr>
            <a:xfrm>
              <a:off x="5580512" y="3376778"/>
              <a:ext cx="46169" cy="188684"/>
            </a:xfrm>
            <a:custGeom>
              <a:avLst/>
              <a:gdLst/>
              <a:ahLst/>
              <a:cxnLst/>
              <a:rect l="l" t="t" r="r" b="b"/>
              <a:pathLst>
                <a:path w="1762" h="7201" extrusionOk="0">
                  <a:moveTo>
                    <a:pt x="0" y="1"/>
                  </a:moveTo>
                  <a:cubicBezTo>
                    <a:pt x="115" y="1"/>
                    <a:pt x="207" y="97"/>
                    <a:pt x="207" y="212"/>
                  </a:cubicBezTo>
                  <a:lnTo>
                    <a:pt x="207" y="6990"/>
                  </a:lnTo>
                  <a:cubicBezTo>
                    <a:pt x="207" y="7105"/>
                    <a:pt x="115" y="7201"/>
                    <a:pt x="0" y="7201"/>
                  </a:cubicBezTo>
                  <a:lnTo>
                    <a:pt x="1551" y="7201"/>
                  </a:lnTo>
                  <a:cubicBezTo>
                    <a:pt x="1666" y="7201"/>
                    <a:pt x="1762" y="7105"/>
                    <a:pt x="1762" y="6990"/>
                  </a:cubicBezTo>
                  <a:lnTo>
                    <a:pt x="1762" y="212"/>
                  </a:lnTo>
                  <a:cubicBezTo>
                    <a:pt x="1762" y="97"/>
                    <a:pt x="1666" y="1"/>
                    <a:pt x="1551" y="1"/>
                  </a:cubicBezTo>
                  <a:close/>
                </a:path>
              </a:pathLst>
            </a:custGeom>
            <a:solidFill>
              <a:srgbClr val="CBD5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6491;p75">
              <a:extLst>
                <a:ext uri="{FF2B5EF4-FFF2-40B4-BE49-F238E27FC236}">
                  <a16:creationId xmlns:a16="http://schemas.microsoft.com/office/drawing/2014/main" id="{2498B86B-ED07-4C8E-AF6C-F29AE7071B6E}"/>
                </a:ext>
              </a:extLst>
            </p:cNvPr>
            <p:cNvSpPr/>
            <p:nvPr/>
          </p:nvSpPr>
          <p:spPr>
            <a:xfrm>
              <a:off x="5455473" y="3365328"/>
              <a:ext cx="67445" cy="22927"/>
            </a:xfrm>
            <a:custGeom>
              <a:avLst/>
              <a:gdLst/>
              <a:ahLst/>
              <a:cxnLst/>
              <a:rect l="l" t="t" r="r" b="b"/>
              <a:pathLst>
                <a:path w="2574" h="875" extrusionOk="0">
                  <a:moveTo>
                    <a:pt x="92" y="1"/>
                  </a:moveTo>
                  <a:cubicBezTo>
                    <a:pt x="44" y="1"/>
                    <a:pt x="1" y="44"/>
                    <a:pt x="1" y="92"/>
                  </a:cubicBezTo>
                  <a:lnTo>
                    <a:pt x="1" y="783"/>
                  </a:lnTo>
                  <a:cubicBezTo>
                    <a:pt x="1" y="831"/>
                    <a:pt x="39" y="874"/>
                    <a:pt x="92" y="874"/>
                  </a:cubicBezTo>
                  <a:lnTo>
                    <a:pt x="2478" y="874"/>
                  </a:lnTo>
                  <a:cubicBezTo>
                    <a:pt x="2531" y="874"/>
                    <a:pt x="2574" y="836"/>
                    <a:pt x="2574" y="783"/>
                  </a:cubicBezTo>
                  <a:lnTo>
                    <a:pt x="2574" y="92"/>
                  </a:lnTo>
                  <a:cubicBezTo>
                    <a:pt x="2574" y="44"/>
                    <a:pt x="2531" y="1"/>
                    <a:pt x="2478" y="1"/>
                  </a:cubicBez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6492;p75">
              <a:extLst>
                <a:ext uri="{FF2B5EF4-FFF2-40B4-BE49-F238E27FC236}">
                  <a16:creationId xmlns:a16="http://schemas.microsoft.com/office/drawing/2014/main" id="{CE2AC3D0-435C-47DD-B287-9725455CFFDE}"/>
                </a:ext>
              </a:extLst>
            </p:cNvPr>
            <p:cNvSpPr/>
            <p:nvPr/>
          </p:nvSpPr>
          <p:spPr>
            <a:xfrm>
              <a:off x="5378254" y="3418545"/>
              <a:ext cx="225158" cy="113850"/>
            </a:xfrm>
            <a:custGeom>
              <a:avLst/>
              <a:gdLst/>
              <a:ahLst/>
              <a:cxnLst/>
              <a:rect l="l" t="t" r="r" b="b"/>
              <a:pathLst>
                <a:path w="8593" h="4345" extrusionOk="0">
                  <a:moveTo>
                    <a:pt x="5521" y="0"/>
                  </a:moveTo>
                  <a:lnTo>
                    <a:pt x="2876" y="3408"/>
                  </a:lnTo>
                  <a:lnTo>
                    <a:pt x="1853" y="1964"/>
                  </a:lnTo>
                  <a:lnTo>
                    <a:pt x="0" y="4344"/>
                  </a:lnTo>
                  <a:lnTo>
                    <a:pt x="8593" y="4344"/>
                  </a:lnTo>
                  <a:lnTo>
                    <a:pt x="5521" y="0"/>
                  </a:ln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6493;p75">
              <a:extLst>
                <a:ext uri="{FF2B5EF4-FFF2-40B4-BE49-F238E27FC236}">
                  <a16:creationId xmlns:a16="http://schemas.microsoft.com/office/drawing/2014/main" id="{FC3D8C53-6478-41F6-94A5-07B3F70BAC8D}"/>
                </a:ext>
              </a:extLst>
            </p:cNvPr>
            <p:cNvSpPr/>
            <p:nvPr/>
          </p:nvSpPr>
          <p:spPr>
            <a:xfrm>
              <a:off x="5426808" y="3469981"/>
              <a:ext cx="44177" cy="62414"/>
            </a:xfrm>
            <a:custGeom>
              <a:avLst/>
              <a:gdLst/>
              <a:ahLst/>
              <a:cxnLst/>
              <a:rect l="l" t="t" r="r" b="b"/>
              <a:pathLst>
                <a:path w="1686" h="2382" extrusionOk="0">
                  <a:moveTo>
                    <a:pt x="0" y="1"/>
                  </a:moveTo>
                  <a:lnTo>
                    <a:pt x="716" y="2381"/>
                  </a:lnTo>
                  <a:lnTo>
                    <a:pt x="1685" y="238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6494;p75">
              <a:extLst>
                <a:ext uri="{FF2B5EF4-FFF2-40B4-BE49-F238E27FC236}">
                  <a16:creationId xmlns:a16="http://schemas.microsoft.com/office/drawing/2014/main" id="{0166A312-F2BF-44FB-8D05-F10761F5EEB0}"/>
                </a:ext>
              </a:extLst>
            </p:cNvPr>
            <p:cNvSpPr/>
            <p:nvPr/>
          </p:nvSpPr>
          <p:spPr>
            <a:xfrm>
              <a:off x="5522892" y="3418545"/>
              <a:ext cx="80520" cy="113850"/>
            </a:xfrm>
            <a:custGeom>
              <a:avLst/>
              <a:gdLst/>
              <a:ahLst/>
              <a:cxnLst/>
              <a:rect l="l" t="t" r="r" b="b"/>
              <a:pathLst>
                <a:path w="3073" h="4345" extrusionOk="0">
                  <a:moveTo>
                    <a:pt x="1" y="0"/>
                  </a:moveTo>
                  <a:lnTo>
                    <a:pt x="1402" y="4344"/>
                  </a:lnTo>
                  <a:lnTo>
                    <a:pt x="3073" y="43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B53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6495;p75">
              <a:extLst>
                <a:ext uri="{FF2B5EF4-FFF2-40B4-BE49-F238E27FC236}">
                  <a16:creationId xmlns:a16="http://schemas.microsoft.com/office/drawing/2014/main" id="{8A07A244-8595-4A53-B1F9-BA7BC2423B60}"/>
                </a:ext>
              </a:extLst>
            </p:cNvPr>
            <p:cNvSpPr/>
            <p:nvPr/>
          </p:nvSpPr>
          <p:spPr>
            <a:xfrm>
              <a:off x="5351580" y="3532369"/>
              <a:ext cx="275100" cy="33094"/>
            </a:xfrm>
            <a:custGeom>
              <a:avLst/>
              <a:gdLst/>
              <a:ahLst/>
              <a:cxnLst/>
              <a:rect l="l" t="t" r="r" b="b"/>
              <a:pathLst>
                <a:path w="10499" h="1263" extrusionOk="0">
                  <a:moveTo>
                    <a:pt x="1" y="0"/>
                  </a:moveTo>
                  <a:lnTo>
                    <a:pt x="1" y="1052"/>
                  </a:lnTo>
                  <a:cubicBezTo>
                    <a:pt x="1" y="1167"/>
                    <a:pt x="92" y="1263"/>
                    <a:pt x="212" y="1263"/>
                  </a:cubicBezTo>
                  <a:lnTo>
                    <a:pt x="10293" y="1263"/>
                  </a:lnTo>
                  <a:cubicBezTo>
                    <a:pt x="10408" y="1263"/>
                    <a:pt x="10499" y="1167"/>
                    <a:pt x="10499" y="1052"/>
                  </a:cubicBezTo>
                  <a:lnTo>
                    <a:pt x="10499" y="0"/>
                  </a:lnTo>
                  <a:close/>
                </a:path>
              </a:pathLst>
            </a:custGeom>
            <a:solidFill>
              <a:srgbClr val="D5DD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16496;p75">
              <a:extLst>
                <a:ext uri="{FF2B5EF4-FFF2-40B4-BE49-F238E27FC236}">
                  <a16:creationId xmlns:a16="http://schemas.microsoft.com/office/drawing/2014/main" id="{A52F441F-61BD-475C-8E38-5CAE448FEEC1}"/>
                </a:ext>
              </a:extLst>
            </p:cNvPr>
            <p:cNvSpPr/>
            <p:nvPr/>
          </p:nvSpPr>
          <p:spPr>
            <a:xfrm>
              <a:off x="5351580" y="3532369"/>
              <a:ext cx="275100" cy="33094"/>
            </a:xfrm>
            <a:custGeom>
              <a:avLst/>
              <a:gdLst/>
              <a:ahLst/>
              <a:cxnLst/>
              <a:rect l="l" t="t" r="r" b="b"/>
              <a:pathLst>
                <a:path w="10499" h="1263" extrusionOk="0">
                  <a:moveTo>
                    <a:pt x="8944" y="0"/>
                  </a:moveTo>
                  <a:lnTo>
                    <a:pt x="8944" y="360"/>
                  </a:lnTo>
                  <a:cubicBezTo>
                    <a:pt x="8944" y="485"/>
                    <a:pt x="8843" y="586"/>
                    <a:pt x="8718" y="586"/>
                  </a:cubicBezTo>
                  <a:lnTo>
                    <a:pt x="212" y="586"/>
                  </a:lnTo>
                  <a:cubicBezTo>
                    <a:pt x="92" y="538"/>
                    <a:pt x="1" y="442"/>
                    <a:pt x="1" y="327"/>
                  </a:cubicBezTo>
                  <a:lnTo>
                    <a:pt x="1" y="1052"/>
                  </a:lnTo>
                  <a:cubicBezTo>
                    <a:pt x="1" y="1167"/>
                    <a:pt x="92" y="1263"/>
                    <a:pt x="212" y="1263"/>
                  </a:cubicBezTo>
                  <a:lnTo>
                    <a:pt x="10293" y="1263"/>
                  </a:lnTo>
                  <a:cubicBezTo>
                    <a:pt x="10408" y="1263"/>
                    <a:pt x="10499" y="1167"/>
                    <a:pt x="10499" y="1052"/>
                  </a:cubicBezTo>
                  <a:lnTo>
                    <a:pt x="10499" y="0"/>
                  </a:ln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497;p75">
              <a:extLst>
                <a:ext uri="{FF2B5EF4-FFF2-40B4-BE49-F238E27FC236}">
                  <a16:creationId xmlns:a16="http://schemas.microsoft.com/office/drawing/2014/main" id="{68B8E84D-542C-4F1A-B45D-A4EB526AFABB}"/>
                </a:ext>
              </a:extLst>
            </p:cNvPr>
            <p:cNvSpPr/>
            <p:nvPr/>
          </p:nvSpPr>
          <p:spPr>
            <a:xfrm>
              <a:off x="5336750" y="3557156"/>
              <a:ext cx="304787" cy="22901"/>
            </a:xfrm>
            <a:custGeom>
              <a:avLst/>
              <a:gdLst/>
              <a:ahLst/>
              <a:cxnLst/>
              <a:rect l="l" t="t" r="r" b="b"/>
              <a:pathLst>
                <a:path w="11632" h="874" extrusionOk="0">
                  <a:moveTo>
                    <a:pt x="159" y="0"/>
                  </a:moveTo>
                  <a:cubicBezTo>
                    <a:pt x="72" y="0"/>
                    <a:pt x="0" y="67"/>
                    <a:pt x="0" y="154"/>
                  </a:cubicBezTo>
                  <a:lnTo>
                    <a:pt x="0" y="720"/>
                  </a:lnTo>
                  <a:cubicBezTo>
                    <a:pt x="0" y="807"/>
                    <a:pt x="72" y="874"/>
                    <a:pt x="159" y="874"/>
                  </a:cubicBezTo>
                  <a:lnTo>
                    <a:pt x="11473" y="874"/>
                  </a:lnTo>
                  <a:cubicBezTo>
                    <a:pt x="11559" y="874"/>
                    <a:pt x="11631" y="807"/>
                    <a:pt x="11631" y="720"/>
                  </a:cubicBezTo>
                  <a:lnTo>
                    <a:pt x="11631" y="154"/>
                  </a:lnTo>
                  <a:cubicBezTo>
                    <a:pt x="11631" y="67"/>
                    <a:pt x="11559" y="0"/>
                    <a:pt x="11473" y="0"/>
                  </a:cubicBezTo>
                  <a:close/>
                </a:path>
              </a:pathLst>
            </a:custGeom>
            <a:solidFill>
              <a:srgbClr val="738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498;p75">
              <a:extLst>
                <a:ext uri="{FF2B5EF4-FFF2-40B4-BE49-F238E27FC236}">
                  <a16:creationId xmlns:a16="http://schemas.microsoft.com/office/drawing/2014/main" id="{35A26DCF-D173-4305-9C92-5691F99F124D}"/>
                </a:ext>
              </a:extLst>
            </p:cNvPr>
            <p:cNvSpPr/>
            <p:nvPr/>
          </p:nvSpPr>
          <p:spPr>
            <a:xfrm>
              <a:off x="5336750" y="3557156"/>
              <a:ext cx="304787" cy="22901"/>
            </a:xfrm>
            <a:custGeom>
              <a:avLst/>
              <a:gdLst/>
              <a:ahLst/>
              <a:cxnLst/>
              <a:rect l="l" t="t" r="r" b="b"/>
              <a:pathLst>
                <a:path w="11632" h="874" extrusionOk="0">
                  <a:moveTo>
                    <a:pt x="10071" y="0"/>
                  </a:moveTo>
                  <a:lnTo>
                    <a:pt x="10071" y="240"/>
                  </a:lnTo>
                  <a:cubicBezTo>
                    <a:pt x="10071" y="403"/>
                    <a:pt x="9937" y="538"/>
                    <a:pt x="9774" y="538"/>
                  </a:cubicBezTo>
                  <a:lnTo>
                    <a:pt x="159" y="538"/>
                  </a:lnTo>
                  <a:cubicBezTo>
                    <a:pt x="72" y="538"/>
                    <a:pt x="0" y="470"/>
                    <a:pt x="0" y="384"/>
                  </a:cubicBezTo>
                  <a:lnTo>
                    <a:pt x="0" y="720"/>
                  </a:lnTo>
                  <a:cubicBezTo>
                    <a:pt x="0" y="807"/>
                    <a:pt x="72" y="874"/>
                    <a:pt x="159" y="874"/>
                  </a:cubicBezTo>
                  <a:lnTo>
                    <a:pt x="11473" y="874"/>
                  </a:lnTo>
                  <a:cubicBezTo>
                    <a:pt x="11559" y="874"/>
                    <a:pt x="11631" y="807"/>
                    <a:pt x="11631" y="720"/>
                  </a:cubicBezTo>
                  <a:lnTo>
                    <a:pt x="11631" y="154"/>
                  </a:lnTo>
                  <a:cubicBezTo>
                    <a:pt x="11631" y="67"/>
                    <a:pt x="11559" y="0"/>
                    <a:pt x="114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499;p75">
              <a:extLst>
                <a:ext uri="{FF2B5EF4-FFF2-40B4-BE49-F238E27FC236}">
                  <a16:creationId xmlns:a16="http://schemas.microsoft.com/office/drawing/2014/main" id="{7A1716F0-617B-4156-9F71-CC0608513A71}"/>
                </a:ext>
              </a:extLst>
            </p:cNvPr>
            <p:cNvSpPr/>
            <p:nvPr/>
          </p:nvSpPr>
          <p:spPr>
            <a:xfrm>
              <a:off x="5487309" y="3418545"/>
              <a:ext cx="72345" cy="53977"/>
            </a:xfrm>
            <a:custGeom>
              <a:avLst/>
              <a:gdLst/>
              <a:ahLst/>
              <a:cxnLst/>
              <a:rect l="l" t="t" r="r" b="b"/>
              <a:pathLst>
                <a:path w="2761" h="2060" extrusionOk="0">
                  <a:moveTo>
                    <a:pt x="1359" y="0"/>
                  </a:moveTo>
                  <a:lnTo>
                    <a:pt x="0" y="1747"/>
                  </a:lnTo>
                  <a:lnTo>
                    <a:pt x="908" y="1459"/>
                  </a:lnTo>
                  <a:lnTo>
                    <a:pt x="1354" y="2060"/>
                  </a:lnTo>
                  <a:lnTo>
                    <a:pt x="1671" y="1407"/>
                  </a:lnTo>
                  <a:lnTo>
                    <a:pt x="2760" y="1983"/>
                  </a:lnTo>
                  <a:lnTo>
                    <a:pt x="1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500;p75">
              <a:extLst>
                <a:ext uri="{FF2B5EF4-FFF2-40B4-BE49-F238E27FC236}">
                  <a16:creationId xmlns:a16="http://schemas.microsoft.com/office/drawing/2014/main" id="{9B6AB7C8-77D7-406C-87FF-FAD7321DBC94}"/>
                </a:ext>
              </a:extLst>
            </p:cNvPr>
            <p:cNvSpPr/>
            <p:nvPr/>
          </p:nvSpPr>
          <p:spPr>
            <a:xfrm>
              <a:off x="5522892" y="3418545"/>
              <a:ext cx="36762" cy="51960"/>
            </a:xfrm>
            <a:custGeom>
              <a:avLst/>
              <a:gdLst/>
              <a:ahLst/>
              <a:cxnLst/>
              <a:rect l="l" t="t" r="r" b="b"/>
              <a:pathLst>
                <a:path w="1403" h="1983" extrusionOk="0">
                  <a:moveTo>
                    <a:pt x="1" y="0"/>
                  </a:moveTo>
                  <a:lnTo>
                    <a:pt x="481" y="1498"/>
                  </a:lnTo>
                  <a:lnTo>
                    <a:pt x="1402" y="19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501;p75">
              <a:extLst>
                <a:ext uri="{FF2B5EF4-FFF2-40B4-BE49-F238E27FC236}">
                  <a16:creationId xmlns:a16="http://schemas.microsoft.com/office/drawing/2014/main" id="{797EEDBA-951C-491A-BB0A-F7E97BEEA573}"/>
                </a:ext>
              </a:extLst>
            </p:cNvPr>
            <p:cNvSpPr/>
            <p:nvPr/>
          </p:nvSpPr>
          <p:spPr>
            <a:xfrm>
              <a:off x="5399898" y="3469981"/>
              <a:ext cx="44282" cy="41400"/>
            </a:xfrm>
            <a:custGeom>
              <a:avLst/>
              <a:gdLst/>
              <a:ahLst/>
              <a:cxnLst/>
              <a:rect l="l" t="t" r="r" b="b"/>
              <a:pathLst>
                <a:path w="1690" h="1580" extrusionOk="0">
                  <a:moveTo>
                    <a:pt x="1027" y="1"/>
                  </a:moveTo>
                  <a:lnTo>
                    <a:pt x="0" y="1321"/>
                  </a:lnTo>
                  <a:lnTo>
                    <a:pt x="749" y="1186"/>
                  </a:lnTo>
                  <a:lnTo>
                    <a:pt x="1027" y="1580"/>
                  </a:lnTo>
                  <a:lnTo>
                    <a:pt x="1690" y="937"/>
                  </a:lnTo>
                  <a:lnTo>
                    <a:pt x="1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502;p75">
              <a:extLst>
                <a:ext uri="{FF2B5EF4-FFF2-40B4-BE49-F238E27FC236}">
                  <a16:creationId xmlns:a16="http://schemas.microsoft.com/office/drawing/2014/main" id="{ABA5DC94-F843-4476-B450-10F96891AA8A}"/>
                </a:ext>
              </a:extLst>
            </p:cNvPr>
            <p:cNvSpPr/>
            <p:nvPr/>
          </p:nvSpPr>
          <p:spPr>
            <a:xfrm>
              <a:off x="5426808" y="3469981"/>
              <a:ext cx="17372" cy="31967"/>
            </a:xfrm>
            <a:custGeom>
              <a:avLst/>
              <a:gdLst/>
              <a:ahLst/>
              <a:cxnLst/>
              <a:rect l="l" t="t" r="r" b="b"/>
              <a:pathLst>
                <a:path w="663" h="1220" extrusionOk="0">
                  <a:moveTo>
                    <a:pt x="0" y="1"/>
                  </a:moveTo>
                  <a:lnTo>
                    <a:pt x="370" y="1220"/>
                  </a:lnTo>
                  <a:lnTo>
                    <a:pt x="663" y="9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503;p75">
              <a:extLst>
                <a:ext uri="{FF2B5EF4-FFF2-40B4-BE49-F238E27FC236}">
                  <a16:creationId xmlns:a16="http://schemas.microsoft.com/office/drawing/2014/main" id="{42D418BF-B0B4-4606-8EFD-DC7B101B3EDB}"/>
                </a:ext>
              </a:extLst>
            </p:cNvPr>
            <p:cNvSpPr/>
            <p:nvPr/>
          </p:nvSpPr>
          <p:spPr>
            <a:xfrm>
              <a:off x="5489196" y="3365328"/>
              <a:ext cx="33723" cy="22927"/>
            </a:xfrm>
            <a:custGeom>
              <a:avLst/>
              <a:gdLst/>
              <a:ahLst/>
              <a:cxnLst/>
              <a:rect l="l" t="t" r="r" b="b"/>
              <a:pathLst>
                <a:path w="1287" h="875" extrusionOk="0">
                  <a:moveTo>
                    <a:pt x="0" y="1"/>
                  </a:moveTo>
                  <a:lnTo>
                    <a:pt x="0" y="874"/>
                  </a:lnTo>
                  <a:lnTo>
                    <a:pt x="1191" y="874"/>
                  </a:lnTo>
                  <a:cubicBezTo>
                    <a:pt x="1244" y="874"/>
                    <a:pt x="1287" y="836"/>
                    <a:pt x="1287" y="783"/>
                  </a:cubicBezTo>
                  <a:lnTo>
                    <a:pt x="1287" y="92"/>
                  </a:lnTo>
                  <a:cubicBezTo>
                    <a:pt x="1287" y="44"/>
                    <a:pt x="1244" y="1"/>
                    <a:pt x="1191" y="1"/>
                  </a:cubicBezTo>
                  <a:close/>
                </a:path>
              </a:pathLst>
            </a:custGeom>
            <a:solidFill>
              <a:srgbClr val="CAD5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504;p75">
              <a:extLst>
                <a:ext uri="{FF2B5EF4-FFF2-40B4-BE49-F238E27FC236}">
                  <a16:creationId xmlns:a16="http://schemas.microsoft.com/office/drawing/2014/main" id="{CA671AE9-F3D3-4706-AC46-EA7B698081AF}"/>
                </a:ext>
              </a:extLst>
            </p:cNvPr>
            <p:cNvSpPr/>
            <p:nvPr/>
          </p:nvSpPr>
          <p:spPr>
            <a:xfrm>
              <a:off x="5400893" y="3337029"/>
              <a:ext cx="231447" cy="127947"/>
            </a:xfrm>
            <a:custGeom>
              <a:avLst/>
              <a:gdLst/>
              <a:ahLst/>
              <a:cxnLst/>
              <a:rect l="l" t="t" r="r" b="b"/>
              <a:pathLst>
                <a:path w="8833" h="4883" extrusionOk="0">
                  <a:moveTo>
                    <a:pt x="3653" y="433"/>
                  </a:moveTo>
                  <a:lnTo>
                    <a:pt x="3653" y="865"/>
                  </a:lnTo>
                  <a:lnTo>
                    <a:pt x="3082" y="865"/>
                  </a:lnTo>
                  <a:lnTo>
                    <a:pt x="3082" y="433"/>
                  </a:lnTo>
                  <a:close/>
                  <a:moveTo>
                    <a:pt x="4436" y="1297"/>
                  </a:moveTo>
                  <a:lnTo>
                    <a:pt x="4436" y="1738"/>
                  </a:lnTo>
                  <a:lnTo>
                    <a:pt x="2300" y="1738"/>
                  </a:lnTo>
                  <a:lnTo>
                    <a:pt x="2300" y="1518"/>
                  </a:lnTo>
                  <a:lnTo>
                    <a:pt x="2300" y="1297"/>
                  </a:lnTo>
                  <a:close/>
                  <a:moveTo>
                    <a:pt x="2981" y="1"/>
                  </a:moveTo>
                  <a:cubicBezTo>
                    <a:pt x="2794" y="1"/>
                    <a:pt x="2645" y="149"/>
                    <a:pt x="2645" y="332"/>
                  </a:cubicBezTo>
                  <a:lnTo>
                    <a:pt x="2645" y="865"/>
                  </a:lnTo>
                  <a:lnTo>
                    <a:pt x="2175" y="865"/>
                  </a:lnTo>
                  <a:cubicBezTo>
                    <a:pt x="2002" y="865"/>
                    <a:pt x="1863" y="999"/>
                    <a:pt x="1863" y="1172"/>
                  </a:cubicBezTo>
                  <a:lnTo>
                    <a:pt x="1863" y="1302"/>
                  </a:lnTo>
                  <a:lnTo>
                    <a:pt x="288" y="1302"/>
                  </a:lnTo>
                  <a:cubicBezTo>
                    <a:pt x="0" y="1302"/>
                    <a:pt x="0" y="1734"/>
                    <a:pt x="288" y="1734"/>
                  </a:cubicBezTo>
                  <a:lnTo>
                    <a:pt x="1863" y="1734"/>
                  </a:lnTo>
                  <a:lnTo>
                    <a:pt x="1863" y="1863"/>
                  </a:lnTo>
                  <a:cubicBezTo>
                    <a:pt x="1863" y="2036"/>
                    <a:pt x="2002" y="2175"/>
                    <a:pt x="2175" y="2175"/>
                  </a:cubicBezTo>
                  <a:lnTo>
                    <a:pt x="4561" y="2175"/>
                  </a:lnTo>
                  <a:cubicBezTo>
                    <a:pt x="4734" y="2175"/>
                    <a:pt x="4873" y="2036"/>
                    <a:pt x="4873" y="1863"/>
                  </a:cubicBezTo>
                  <a:lnTo>
                    <a:pt x="4873" y="1734"/>
                  </a:lnTo>
                  <a:lnTo>
                    <a:pt x="8401" y="1734"/>
                  </a:lnTo>
                  <a:lnTo>
                    <a:pt x="8401" y="4666"/>
                  </a:lnTo>
                  <a:cubicBezTo>
                    <a:pt x="8401" y="4810"/>
                    <a:pt x="8509" y="4882"/>
                    <a:pt x="8617" y="4882"/>
                  </a:cubicBezTo>
                  <a:cubicBezTo>
                    <a:pt x="8725" y="4882"/>
                    <a:pt x="8833" y="4810"/>
                    <a:pt x="8833" y="4666"/>
                  </a:cubicBezTo>
                  <a:lnTo>
                    <a:pt x="8833" y="1729"/>
                  </a:lnTo>
                  <a:cubicBezTo>
                    <a:pt x="8833" y="1494"/>
                    <a:pt x="8641" y="1302"/>
                    <a:pt x="8406" y="1302"/>
                  </a:cubicBezTo>
                  <a:lnTo>
                    <a:pt x="4873" y="1302"/>
                  </a:lnTo>
                  <a:lnTo>
                    <a:pt x="4873" y="1172"/>
                  </a:lnTo>
                  <a:cubicBezTo>
                    <a:pt x="4873" y="999"/>
                    <a:pt x="4734" y="865"/>
                    <a:pt x="4561" y="865"/>
                  </a:cubicBezTo>
                  <a:lnTo>
                    <a:pt x="4090" y="865"/>
                  </a:lnTo>
                  <a:lnTo>
                    <a:pt x="4090" y="332"/>
                  </a:lnTo>
                  <a:cubicBezTo>
                    <a:pt x="4090" y="149"/>
                    <a:pt x="3941" y="1"/>
                    <a:pt x="375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505;p75">
              <a:extLst>
                <a:ext uri="{FF2B5EF4-FFF2-40B4-BE49-F238E27FC236}">
                  <a16:creationId xmlns:a16="http://schemas.microsoft.com/office/drawing/2014/main" id="{63707777-20F5-4CED-9A3C-B5712CFAE075}"/>
                </a:ext>
              </a:extLst>
            </p:cNvPr>
            <p:cNvSpPr/>
            <p:nvPr/>
          </p:nvSpPr>
          <p:spPr>
            <a:xfrm>
              <a:off x="5331090" y="3371119"/>
              <a:ext cx="316238" cy="354598"/>
            </a:xfrm>
            <a:custGeom>
              <a:avLst/>
              <a:gdLst/>
              <a:ahLst/>
              <a:cxnLst/>
              <a:rect l="l" t="t" r="r" b="b"/>
              <a:pathLst>
                <a:path w="12069" h="13533" extrusionOk="0">
                  <a:moveTo>
                    <a:pt x="7311" y="2175"/>
                  </a:moveTo>
                  <a:lnTo>
                    <a:pt x="8017" y="3178"/>
                  </a:lnTo>
                  <a:lnTo>
                    <a:pt x="7734" y="3025"/>
                  </a:lnTo>
                  <a:cubicBezTo>
                    <a:pt x="7700" y="3007"/>
                    <a:pt x="7665" y="2999"/>
                    <a:pt x="7630" y="2999"/>
                  </a:cubicBezTo>
                  <a:cubicBezTo>
                    <a:pt x="7550" y="2999"/>
                    <a:pt x="7473" y="3043"/>
                    <a:pt x="7436" y="3121"/>
                  </a:cubicBezTo>
                  <a:lnTo>
                    <a:pt x="7278" y="3452"/>
                  </a:lnTo>
                  <a:lnTo>
                    <a:pt x="7042" y="3140"/>
                  </a:lnTo>
                  <a:cubicBezTo>
                    <a:pt x="7003" y="3083"/>
                    <a:pt x="6940" y="3052"/>
                    <a:pt x="6872" y="3052"/>
                  </a:cubicBezTo>
                  <a:cubicBezTo>
                    <a:pt x="6849" y="3052"/>
                    <a:pt x="6826" y="3056"/>
                    <a:pt x="6802" y="3063"/>
                  </a:cubicBezTo>
                  <a:lnTo>
                    <a:pt x="6562" y="3140"/>
                  </a:lnTo>
                  <a:lnTo>
                    <a:pt x="6562" y="3140"/>
                  </a:lnTo>
                  <a:lnTo>
                    <a:pt x="7311" y="2175"/>
                  </a:lnTo>
                  <a:close/>
                  <a:moveTo>
                    <a:pt x="3644" y="4134"/>
                  </a:moveTo>
                  <a:lnTo>
                    <a:pt x="4028" y="4681"/>
                  </a:lnTo>
                  <a:lnTo>
                    <a:pt x="3682" y="5017"/>
                  </a:lnTo>
                  <a:lnTo>
                    <a:pt x="3553" y="4834"/>
                  </a:lnTo>
                  <a:cubicBezTo>
                    <a:pt x="3512" y="4773"/>
                    <a:pt x="3444" y="4740"/>
                    <a:pt x="3374" y="4740"/>
                  </a:cubicBezTo>
                  <a:cubicBezTo>
                    <a:pt x="3361" y="4740"/>
                    <a:pt x="3349" y="4741"/>
                    <a:pt x="3337" y="4743"/>
                  </a:cubicBezTo>
                  <a:lnTo>
                    <a:pt x="3140" y="4777"/>
                  </a:lnTo>
                  <a:lnTo>
                    <a:pt x="3178" y="4734"/>
                  </a:lnTo>
                  <a:lnTo>
                    <a:pt x="3644" y="4134"/>
                  </a:lnTo>
                  <a:close/>
                  <a:moveTo>
                    <a:pt x="7729" y="3519"/>
                  </a:moveTo>
                  <a:lnTo>
                    <a:pt x="8569" y="3966"/>
                  </a:lnTo>
                  <a:lnTo>
                    <a:pt x="9970" y="5943"/>
                  </a:lnTo>
                  <a:lnTo>
                    <a:pt x="2247" y="5943"/>
                  </a:lnTo>
                  <a:lnTo>
                    <a:pt x="2741" y="5295"/>
                  </a:lnTo>
                  <a:lnTo>
                    <a:pt x="3279" y="5194"/>
                  </a:lnTo>
                  <a:lnTo>
                    <a:pt x="3471" y="5478"/>
                  </a:lnTo>
                  <a:cubicBezTo>
                    <a:pt x="3509" y="5526"/>
                    <a:pt x="3567" y="5559"/>
                    <a:pt x="3629" y="5569"/>
                  </a:cubicBezTo>
                  <a:lnTo>
                    <a:pt x="3649" y="5569"/>
                  </a:lnTo>
                  <a:cubicBezTo>
                    <a:pt x="3706" y="5569"/>
                    <a:pt x="3759" y="5545"/>
                    <a:pt x="3802" y="5506"/>
                  </a:cubicBezTo>
                  <a:lnTo>
                    <a:pt x="4282" y="5041"/>
                  </a:lnTo>
                  <a:lnTo>
                    <a:pt x="4493" y="5343"/>
                  </a:lnTo>
                  <a:cubicBezTo>
                    <a:pt x="4535" y="5402"/>
                    <a:pt x="4602" y="5432"/>
                    <a:pt x="4668" y="5432"/>
                  </a:cubicBezTo>
                  <a:cubicBezTo>
                    <a:pt x="4733" y="5432"/>
                    <a:pt x="4797" y="5404"/>
                    <a:pt x="4839" y="5348"/>
                  </a:cubicBezTo>
                  <a:lnTo>
                    <a:pt x="6092" y="3745"/>
                  </a:lnTo>
                  <a:lnTo>
                    <a:pt x="6788" y="3524"/>
                  </a:lnTo>
                  <a:lnTo>
                    <a:pt x="7138" y="4004"/>
                  </a:lnTo>
                  <a:cubicBezTo>
                    <a:pt x="7182" y="4057"/>
                    <a:pt x="7244" y="4090"/>
                    <a:pt x="7311" y="4090"/>
                  </a:cubicBezTo>
                  <a:lnTo>
                    <a:pt x="7335" y="4090"/>
                  </a:lnTo>
                  <a:cubicBezTo>
                    <a:pt x="7407" y="4081"/>
                    <a:pt x="7474" y="4038"/>
                    <a:pt x="7508" y="3970"/>
                  </a:cubicBezTo>
                  <a:lnTo>
                    <a:pt x="7729" y="3519"/>
                  </a:lnTo>
                  <a:close/>
                  <a:moveTo>
                    <a:pt x="11065" y="6375"/>
                  </a:moveTo>
                  <a:lnTo>
                    <a:pt x="11065" y="6884"/>
                  </a:lnTo>
                  <a:lnTo>
                    <a:pt x="999" y="6884"/>
                  </a:lnTo>
                  <a:lnTo>
                    <a:pt x="999" y="6375"/>
                  </a:lnTo>
                  <a:close/>
                  <a:moveTo>
                    <a:pt x="11631" y="7316"/>
                  </a:moveTo>
                  <a:lnTo>
                    <a:pt x="11631" y="7762"/>
                  </a:lnTo>
                  <a:lnTo>
                    <a:pt x="432" y="7762"/>
                  </a:lnTo>
                  <a:lnTo>
                    <a:pt x="432" y="7316"/>
                  </a:lnTo>
                  <a:close/>
                  <a:moveTo>
                    <a:pt x="5367" y="8195"/>
                  </a:moveTo>
                  <a:lnTo>
                    <a:pt x="5367" y="9481"/>
                  </a:lnTo>
                  <a:lnTo>
                    <a:pt x="4023" y="9481"/>
                  </a:lnTo>
                  <a:lnTo>
                    <a:pt x="4397" y="8195"/>
                  </a:lnTo>
                  <a:close/>
                  <a:moveTo>
                    <a:pt x="7662" y="8190"/>
                  </a:moveTo>
                  <a:lnTo>
                    <a:pt x="8036" y="9476"/>
                  </a:lnTo>
                  <a:lnTo>
                    <a:pt x="6692" y="9481"/>
                  </a:lnTo>
                  <a:lnTo>
                    <a:pt x="6692" y="8190"/>
                  </a:lnTo>
                  <a:close/>
                  <a:moveTo>
                    <a:pt x="6255" y="8190"/>
                  </a:moveTo>
                  <a:lnTo>
                    <a:pt x="6255" y="11790"/>
                  </a:lnTo>
                  <a:cubicBezTo>
                    <a:pt x="6255" y="11799"/>
                    <a:pt x="6250" y="11804"/>
                    <a:pt x="6245" y="11804"/>
                  </a:cubicBezTo>
                  <a:lnTo>
                    <a:pt x="5813" y="11804"/>
                  </a:lnTo>
                  <a:cubicBezTo>
                    <a:pt x="5809" y="11804"/>
                    <a:pt x="5804" y="11799"/>
                    <a:pt x="5804" y="11790"/>
                  </a:cubicBezTo>
                  <a:lnTo>
                    <a:pt x="5804" y="8190"/>
                  </a:lnTo>
                  <a:close/>
                  <a:moveTo>
                    <a:pt x="3946" y="8190"/>
                  </a:moveTo>
                  <a:lnTo>
                    <a:pt x="2516" y="13096"/>
                  </a:lnTo>
                  <a:cubicBezTo>
                    <a:pt x="2511" y="13100"/>
                    <a:pt x="2511" y="13100"/>
                    <a:pt x="2506" y="13100"/>
                  </a:cubicBezTo>
                  <a:lnTo>
                    <a:pt x="2026" y="13100"/>
                  </a:lnTo>
                  <a:cubicBezTo>
                    <a:pt x="2016" y="13100"/>
                    <a:pt x="2012" y="13096"/>
                    <a:pt x="2012" y="13086"/>
                  </a:cubicBezTo>
                  <a:lnTo>
                    <a:pt x="3447" y="8190"/>
                  </a:lnTo>
                  <a:close/>
                  <a:moveTo>
                    <a:pt x="8617" y="8190"/>
                  </a:moveTo>
                  <a:lnTo>
                    <a:pt x="10042" y="13086"/>
                  </a:lnTo>
                  <a:cubicBezTo>
                    <a:pt x="10047" y="13096"/>
                    <a:pt x="10042" y="13100"/>
                    <a:pt x="10033" y="13100"/>
                  </a:cubicBezTo>
                  <a:lnTo>
                    <a:pt x="9553" y="13100"/>
                  </a:lnTo>
                  <a:cubicBezTo>
                    <a:pt x="9548" y="13100"/>
                    <a:pt x="9543" y="13096"/>
                    <a:pt x="9543" y="13091"/>
                  </a:cubicBezTo>
                  <a:lnTo>
                    <a:pt x="8118" y="8190"/>
                  </a:lnTo>
                  <a:close/>
                  <a:moveTo>
                    <a:pt x="994" y="1"/>
                  </a:moveTo>
                  <a:cubicBezTo>
                    <a:pt x="754" y="1"/>
                    <a:pt x="567" y="188"/>
                    <a:pt x="567" y="428"/>
                  </a:cubicBezTo>
                  <a:lnTo>
                    <a:pt x="567" y="6884"/>
                  </a:lnTo>
                  <a:lnTo>
                    <a:pt x="370" y="6884"/>
                  </a:lnTo>
                  <a:cubicBezTo>
                    <a:pt x="367" y="6884"/>
                    <a:pt x="364" y="6884"/>
                    <a:pt x="362" y="6884"/>
                  </a:cubicBezTo>
                  <a:cubicBezTo>
                    <a:pt x="164" y="6884"/>
                    <a:pt x="0" y="7050"/>
                    <a:pt x="0" y="7254"/>
                  </a:cubicBezTo>
                  <a:lnTo>
                    <a:pt x="0" y="7820"/>
                  </a:lnTo>
                  <a:cubicBezTo>
                    <a:pt x="0" y="8027"/>
                    <a:pt x="168" y="8195"/>
                    <a:pt x="370" y="8195"/>
                  </a:cubicBezTo>
                  <a:lnTo>
                    <a:pt x="2991" y="8195"/>
                  </a:lnTo>
                  <a:lnTo>
                    <a:pt x="1599" y="12961"/>
                  </a:lnTo>
                  <a:cubicBezTo>
                    <a:pt x="1517" y="13244"/>
                    <a:pt x="1728" y="13532"/>
                    <a:pt x="2026" y="13532"/>
                  </a:cubicBezTo>
                  <a:lnTo>
                    <a:pt x="2506" y="13532"/>
                  </a:lnTo>
                  <a:cubicBezTo>
                    <a:pt x="2703" y="13532"/>
                    <a:pt x="2880" y="13398"/>
                    <a:pt x="2933" y="13211"/>
                  </a:cubicBezTo>
                  <a:lnTo>
                    <a:pt x="3898" y="9913"/>
                  </a:lnTo>
                  <a:lnTo>
                    <a:pt x="5372" y="9913"/>
                  </a:lnTo>
                  <a:lnTo>
                    <a:pt x="5372" y="11790"/>
                  </a:lnTo>
                  <a:cubicBezTo>
                    <a:pt x="5372" y="12035"/>
                    <a:pt x="5573" y="12236"/>
                    <a:pt x="5818" y="12236"/>
                  </a:cubicBezTo>
                  <a:lnTo>
                    <a:pt x="6250" y="12236"/>
                  </a:lnTo>
                  <a:cubicBezTo>
                    <a:pt x="6495" y="12236"/>
                    <a:pt x="6692" y="12035"/>
                    <a:pt x="6692" y="11790"/>
                  </a:cubicBezTo>
                  <a:lnTo>
                    <a:pt x="6692" y="9913"/>
                  </a:lnTo>
                  <a:lnTo>
                    <a:pt x="8170" y="9913"/>
                  </a:lnTo>
                  <a:lnTo>
                    <a:pt x="9130" y="13211"/>
                  </a:lnTo>
                  <a:cubicBezTo>
                    <a:pt x="9188" y="13403"/>
                    <a:pt x="9361" y="13532"/>
                    <a:pt x="9558" y="13532"/>
                  </a:cubicBezTo>
                  <a:lnTo>
                    <a:pt x="10038" y="13532"/>
                  </a:lnTo>
                  <a:cubicBezTo>
                    <a:pt x="10335" y="13532"/>
                    <a:pt x="10551" y="13249"/>
                    <a:pt x="10465" y="12961"/>
                  </a:cubicBezTo>
                  <a:lnTo>
                    <a:pt x="9073" y="8195"/>
                  </a:lnTo>
                  <a:lnTo>
                    <a:pt x="11694" y="8195"/>
                  </a:lnTo>
                  <a:cubicBezTo>
                    <a:pt x="11900" y="8195"/>
                    <a:pt x="12068" y="8027"/>
                    <a:pt x="12068" y="7820"/>
                  </a:cubicBezTo>
                  <a:lnTo>
                    <a:pt x="12068" y="7254"/>
                  </a:lnTo>
                  <a:cubicBezTo>
                    <a:pt x="12068" y="7050"/>
                    <a:pt x="11905" y="6884"/>
                    <a:pt x="11698" y="6884"/>
                  </a:cubicBezTo>
                  <a:cubicBezTo>
                    <a:pt x="11695" y="6884"/>
                    <a:pt x="11692" y="6884"/>
                    <a:pt x="11689" y="6884"/>
                  </a:cubicBezTo>
                  <a:lnTo>
                    <a:pt x="11497" y="6884"/>
                  </a:lnTo>
                  <a:lnTo>
                    <a:pt x="11497" y="4374"/>
                  </a:lnTo>
                  <a:cubicBezTo>
                    <a:pt x="11497" y="4230"/>
                    <a:pt x="11389" y="4158"/>
                    <a:pt x="11281" y="4158"/>
                  </a:cubicBezTo>
                  <a:cubicBezTo>
                    <a:pt x="11173" y="4158"/>
                    <a:pt x="11065" y="4230"/>
                    <a:pt x="11065" y="4374"/>
                  </a:cubicBezTo>
                  <a:lnTo>
                    <a:pt x="11065" y="5934"/>
                  </a:lnTo>
                  <a:lnTo>
                    <a:pt x="10503" y="5934"/>
                  </a:lnTo>
                  <a:lnTo>
                    <a:pt x="8900" y="3668"/>
                  </a:lnTo>
                  <a:lnTo>
                    <a:pt x="7498" y="1685"/>
                  </a:lnTo>
                  <a:cubicBezTo>
                    <a:pt x="7454" y="1624"/>
                    <a:pt x="7386" y="1592"/>
                    <a:pt x="7319" y="1592"/>
                  </a:cubicBezTo>
                  <a:cubicBezTo>
                    <a:pt x="7256" y="1592"/>
                    <a:pt x="7192" y="1620"/>
                    <a:pt x="7148" y="1676"/>
                  </a:cubicBezTo>
                  <a:lnTo>
                    <a:pt x="4681" y="4854"/>
                  </a:lnTo>
                  <a:lnTo>
                    <a:pt x="3831" y="3644"/>
                  </a:lnTo>
                  <a:cubicBezTo>
                    <a:pt x="3793" y="3596"/>
                    <a:pt x="3740" y="3562"/>
                    <a:pt x="3682" y="3557"/>
                  </a:cubicBezTo>
                  <a:lnTo>
                    <a:pt x="3658" y="3557"/>
                  </a:lnTo>
                  <a:cubicBezTo>
                    <a:pt x="3654" y="3557"/>
                    <a:pt x="3650" y="3557"/>
                    <a:pt x="3645" y="3557"/>
                  </a:cubicBezTo>
                  <a:cubicBezTo>
                    <a:pt x="3582" y="3557"/>
                    <a:pt x="3521" y="3590"/>
                    <a:pt x="3481" y="3639"/>
                  </a:cubicBezTo>
                  <a:lnTo>
                    <a:pt x="2453" y="4959"/>
                  </a:lnTo>
                  <a:lnTo>
                    <a:pt x="1695" y="5938"/>
                  </a:lnTo>
                  <a:lnTo>
                    <a:pt x="999" y="5938"/>
                  </a:lnTo>
                  <a:lnTo>
                    <a:pt x="999" y="433"/>
                  </a:lnTo>
                  <a:lnTo>
                    <a:pt x="1944" y="433"/>
                  </a:lnTo>
                  <a:cubicBezTo>
                    <a:pt x="2232" y="433"/>
                    <a:pt x="2232" y="1"/>
                    <a:pt x="194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27B20F-EED5-49AA-A640-E7E096F82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32" y="3810131"/>
            <a:ext cx="2652503" cy="590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2FBB75-FEED-418A-A1E6-EEBEC6DC3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348" y="3810131"/>
            <a:ext cx="3619526" cy="609604"/>
          </a:xfrm>
          <a:prstGeom prst="rect">
            <a:avLst/>
          </a:prstGeom>
        </p:spPr>
      </p:pic>
      <p:sp>
        <p:nvSpPr>
          <p:cNvPr id="255" name="TextBox 254">
            <a:extLst>
              <a:ext uri="{FF2B5EF4-FFF2-40B4-BE49-F238E27FC236}">
                <a16:creationId xmlns:a16="http://schemas.microsoft.com/office/drawing/2014/main" id="{60C98ADE-7610-4BC1-A388-C75EF14F2568}"/>
              </a:ext>
            </a:extLst>
          </p:cNvPr>
          <p:cNvSpPr txBox="1"/>
          <p:nvPr/>
        </p:nvSpPr>
        <p:spPr>
          <a:xfrm>
            <a:off x="751099" y="581678"/>
            <a:ext cx="7641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6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مراحل اصلی یک برنامه پردازش تصویر</a:t>
            </a:r>
            <a:endParaRPr lang="en-US" sz="26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360091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101" grpId="0" animBg="1"/>
      <p:bldP spid="102" grpId="0" animBg="1"/>
      <p:bldP spid="224" grpId="0"/>
      <p:bldP spid="225" grpId="0"/>
      <p:bldP spid="226" grpId="0"/>
      <p:bldP spid="2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تبدیل به مقیاس خاکستری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3F442-F869-4341-AB78-AA2DE674B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59" y="1227483"/>
            <a:ext cx="4247545" cy="37476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114A94-4199-4B63-B8D6-268A89831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06" y="314290"/>
            <a:ext cx="2581294" cy="482921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6D5609-3DFD-450D-9ECD-83D46BAD6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3602" y="314290"/>
            <a:ext cx="2581294" cy="48292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BA0B86-AC8B-463B-B824-5AF1EF19B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4768" y="1112631"/>
            <a:ext cx="3402144" cy="7305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595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تبدیل به مقیاس خاکستری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3F442-F869-4341-AB78-AA2DE674B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59" y="1227483"/>
            <a:ext cx="4247545" cy="37476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7D8410-7E77-4B2A-B5A7-DB0E184D9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06" y="314290"/>
            <a:ext cx="2581294" cy="4829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11AF28-33F0-42D6-8490-44CDF728E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4722" y="314290"/>
            <a:ext cx="2581294" cy="48292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205009-3564-46A7-B7F3-E9929A45F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4722" y="1989906"/>
            <a:ext cx="1409710" cy="279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88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4DCEC22-24FA-4E15-9BC4-6711F2F1E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59" y="1353475"/>
            <a:ext cx="4991136" cy="35719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DBF03EF-3298-48E7-AE5B-CFA471706394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تغییر اندازه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91B888-7F3C-4DC8-8DA4-A8B8E4064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348" y="2058331"/>
            <a:ext cx="1409710" cy="279084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C088095-524E-43EE-938A-C0BF9DF5E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561" y="314290"/>
            <a:ext cx="2581294" cy="48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7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FFB07987-9024-4370-96FC-3AEC3B14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82" y="1844749"/>
            <a:ext cx="2619375" cy="20349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9" name="Google Shape;182;p27">
            <a:extLst>
              <a:ext uri="{FF2B5EF4-FFF2-40B4-BE49-F238E27FC236}">
                <a16:creationId xmlns:a16="http://schemas.microsoft.com/office/drawing/2014/main" id="{FBCFF47F-676B-4D25-A133-36E16D7D3B21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200" name="Google Shape;172;p27">
            <a:extLst>
              <a:ext uri="{FF2B5EF4-FFF2-40B4-BE49-F238E27FC236}">
                <a16:creationId xmlns:a16="http://schemas.microsoft.com/office/drawing/2014/main" id="{96A46C53-C486-425E-B9E2-9F5DB481FF89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182;p27">
            <a:extLst>
              <a:ext uri="{FF2B5EF4-FFF2-40B4-BE49-F238E27FC236}">
                <a16:creationId xmlns:a16="http://schemas.microsoft.com/office/drawing/2014/main" id="{524AAE56-F210-431D-8EE3-190F42E4590A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2" name="Google Shape;183;p27">
            <a:extLst>
              <a:ext uri="{FF2B5EF4-FFF2-40B4-BE49-F238E27FC236}">
                <a16:creationId xmlns:a16="http://schemas.microsoft.com/office/drawing/2014/main" id="{B7AF446C-7BD1-4E88-B997-B95D4A0C105F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2000" b="1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3" name="Google Shape;192;p27">
            <a:extLst>
              <a:ext uri="{FF2B5EF4-FFF2-40B4-BE49-F238E27FC236}">
                <a16:creationId xmlns:a16="http://schemas.microsoft.com/office/drawing/2014/main" id="{08269249-D848-49B7-B529-B6F37259D14D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4" name="Google Shape;193;p27">
            <a:extLst>
              <a:ext uri="{FF2B5EF4-FFF2-40B4-BE49-F238E27FC236}">
                <a16:creationId xmlns:a16="http://schemas.microsoft.com/office/drawing/2014/main" id="{2804D162-8B5B-4DCC-BBF2-500519531268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194;p27">
            <a:extLst>
              <a:ext uri="{FF2B5EF4-FFF2-40B4-BE49-F238E27FC236}">
                <a16:creationId xmlns:a16="http://schemas.microsoft.com/office/drawing/2014/main" id="{0C144784-0FC8-478A-9B64-BD10F812A112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195;p27">
            <a:extLst>
              <a:ext uri="{FF2B5EF4-FFF2-40B4-BE49-F238E27FC236}">
                <a16:creationId xmlns:a16="http://schemas.microsoft.com/office/drawing/2014/main" id="{9AF9A95B-6B8C-43E2-8C4D-A29259CF67ED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182;p27">
            <a:extLst>
              <a:ext uri="{FF2B5EF4-FFF2-40B4-BE49-F238E27FC236}">
                <a16:creationId xmlns:a16="http://schemas.microsoft.com/office/drawing/2014/main" id="{5D844C8E-448E-4D92-AA7D-10730B36AEB8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sp>
        <p:nvSpPr>
          <p:cNvPr id="208" name="Google Shape;182;p27">
            <a:extLst>
              <a:ext uri="{FF2B5EF4-FFF2-40B4-BE49-F238E27FC236}">
                <a16:creationId xmlns:a16="http://schemas.microsoft.com/office/drawing/2014/main" id="{84DE958C-9C3F-4D9B-B8C2-64F12C32CA39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  <a:endParaRPr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09" name="Google Shape;182;p27">
            <a:extLst>
              <a:ext uri="{FF2B5EF4-FFF2-40B4-BE49-F238E27FC236}">
                <a16:creationId xmlns:a16="http://schemas.microsoft.com/office/drawing/2014/main" id="{5E36C531-D652-44FF-8BF0-631F406F01B3}"/>
              </a:ext>
            </a:extLst>
          </p:cNvPr>
          <p:cNvSpPr/>
          <p:nvPr/>
        </p:nvSpPr>
        <p:spPr>
          <a:xfrm>
            <a:off x="7306608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  <a:endParaRPr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3282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AA4B88-DBE3-490A-842F-057A25314EEB}"/>
              </a:ext>
            </a:extLst>
          </p:cNvPr>
          <p:cNvSpPr/>
          <p:nvPr/>
        </p:nvSpPr>
        <p:spPr>
          <a:xfrm>
            <a:off x="352888" y="1351345"/>
            <a:ext cx="3581246" cy="3409477"/>
          </a:xfrm>
          <a:prstGeom prst="roundRect">
            <a:avLst/>
          </a:prstGeom>
          <a:solidFill>
            <a:srgbClr val="FFFFFF"/>
          </a:solidFill>
          <a:ln>
            <a:solidFill>
              <a:srgbClr val="699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E55E6BBB-DF20-4594-B661-DCC73DE24C7D}"/>
              </a:ext>
            </a:extLst>
          </p:cNvPr>
          <p:cNvSpPr txBox="1"/>
          <p:nvPr/>
        </p:nvSpPr>
        <p:spPr>
          <a:xfrm>
            <a:off x="322384" y="1609533"/>
            <a:ext cx="34145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a-IR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این روش با محاسبه میانگین پیکسل‌های اطراف هر پیکسل، تصویر را محو می‌کند.</a:t>
            </a:r>
          </a:p>
          <a:p>
            <a:pPr algn="r"/>
            <a:endParaRPr lang="fa-IR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ساده و سریع در پیاده سازی</a:t>
            </a:r>
          </a:p>
          <a:p>
            <a:pPr algn="r"/>
            <a:endParaRPr lang="fa-IR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مناسب برای کاهش نویز در تصاویر با کیفیت پایین</a:t>
            </a:r>
            <a:endParaRPr lang="en-US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en-US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ممکن است لبه‌ها را به شدت محو کند و جزئیات تصویر را از بین ببرد.</a:t>
            </a:r>
          </a:p>
          <a:p>
            <a:pPr algn="r"/>
            <a:endParaRPr lang="fa-IR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زمانی که هدف فقط کاهش نویز است و حفظ جزئیات تصویر مهم نیست.</a:t>
            </a:r>
            <a:endParaRPr lang="en-US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Google Shape;182;p27">
            <a:extLst>
              <a:ext uri="{FF2B5EF4-FFF2-40B4-BE49-F238E27FC236}">
                <a16:creationId xmlns:a16="http://schemas.microsoft.com/office/drawing/2014/main" id="{A004EB4B-DB0F-4352-B283-10C2D62034EB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20" name="Google Shape;172;p27">
            <a:extLst>
              <a:ext uri="{FF2B5EF4-FFF2-40B4-BE49-F238E27FC236}">
                <a16:creationId xmlns:a16="http://schemas.microsoft.com/office/drawing/2014/main" id="{2DA5DBF4-D1E8-45BE-A38D-81D8072E5C5A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82;p27">
            <a:extLst>
              <a:ext uri="{FF2B5EF4-FFF2-40B4-BE49-F238E27FC236}">
                <a16:creationId xmlns:a16="http://schemas.microsoft.com/office/drawing/2014/main" id="{21EC7B4E-5FA5-4408-84BB-3EDDBBE220FB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83;p27">
            <a:extLst>
              <a:ext uri="{FF2B5EF4-FFF2-40B4-BE49-F238E27FC236}">
                <a16:creationId xmlns:a16="http://schemas.microsoft.com/office/drawing/2014/main" id="{9B03D57C-6A91-47FC-BD7E-05A3B0FE70A5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" name="Google Shape;192;p27">
            <a:extLst>
              <a:ext uri="{FF2B5EF4-FFF2-40B4-BE49-F238E27FC236}">
                <a16:creationId xmlns:a16="http://schemas.microsoft.com/office/drawing/2014/main" id="{6AE3D143-403D-4200-A300-0A1F306503FB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" name="Google Shape;193;p27">
            <a:extLst>
              <a:ext uri="{FF2B5EF4-FFF2-40B4-BE49-F238E27FC236}">
                <a16:creationId xmlns:a16="http://schemas.microsoft.com/office/drawing/2014/main" id="{22E7975A-CA98-43F5-946E-7D075CE24991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94;p27">
            <a:extLst>
              <a:ext uri="{FF2B5EF4-FFF2-40B4-BE49-F238E27FC236}">
                <a16:creationId xmlns:a16="http://schemas.microsoft.com/office/drawing/2014/main" id="{26BCBA73-857E-465D-9503-1D7104D728F4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5;p27">
            <a:extLst>
              <a:ext uri="{FF2B5EF4-FFF2-40B4-BE49-F238E27FC236}">
                <a16:creationId xmlns:a16="http://schemas.microsoft.com/office/drawing/2014/main" id="{65EAC1CE-1E18-4082-B8F4-8B8FA5B1B560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2;p27">
            <a:extLst>
              <a:ext uri="{FF2B5EF4-FFF2-40B4-BE49-F238E27FC236}">
                <a16:creationId xmlns:a16="http://schemas.microsoft.com/office/drawing/2014/main" id="{C3603715-C41B-41B6-8D0F-BBF99342B9FA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sp>
        <p:nvSpPr>
          <p:cNvPr id="28" name="Google Shape;182;p27">
            <a:extLst>
              <a:ext uri="{FF2B5EF4-FFF2-40B4-BE49-F238E27FC236}">
                <a16:creationId xmlns:a16="http://schemas.microsoft.com/office/drawing/2014/main" id="{1C42758D-7CEE-417D-96A4-A628C3254F85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  <a:endParaRPr b="1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" name="Google Shape;182;p27">
            <a:extLst>
              <a:ext uri="{FF2B5EF4-FFF2-40B4-BE49-F238E27FC236}">
                <a16:creationId xmlns:a16="http://schemas.microsoft.com/office/drawing/2014/main" id="{69AC0106-169D-4714-B5E1-C988911A03B0}"/>
              </a:ext>
            </a:extLst>
          </p:cNvPr>
          <p:cNvSpPr/>
          <p:nvPr/>
        </p:nvSpPr>
        <p:spPr>
          <a:xfrm>
            <a:off x="7306608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  <a:endParaRPr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233656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Google Shape;182;p27">
            <a:extLst>
              <a:ext uri="{FF2B5EF4-FFF2-40B4-BE49-F238E27FC236}">
                <a16:creationId xmlns:a16="http://schemas.microsoft.com/office/drawing/2014/main" id="{A004EB4B-DB0F-4352-B283-10C2D62034EB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</a:p>
        </p:txBody>
      </p:sp>
      <p:sp>
        <p:nvSpPr>
          <p:cNvPr id="20" name="Google Shape;172;p27">
            <a:extLst>
              <a:ext uri="{FF2B5EF4-FFF2-40B4-BE49-F238E27FC236}">
                <a16:creationId xmlns:a16="http://schemas.microsoft.com/office/drawing/2014/main" id="{2DA5DBF4-D1E8-45BE-A38D-81D8072E5C5A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82;p27">
            <a:extLst>
              <a:ext uri="{FF2B5EF4-FFF2-40B4-BE49-F238E27FC236}">
                <a16:creationId xmlns:a16="http://schemas.microsoft.com/office/drawing/2014/main" id="{21EC7B4E-5FA5-4408-84BB-3EDDBBE220FB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83;p27">
            <a:extLst>
              <a:ext uri="{FF2B5EF4-FFF2-40B4-BE49-F238E27FC236}">
                <a16:creationId xmlns:a16="http://schemas.microsoft.com/office/drawing/2014/main" id="{9B03D57C-6A91-47FC-BD7E-05A3B0FE70A5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" name="Google Shape;192;p27">
            <a:extLst>
              <a:ext uri="{FF2B5EF4-FFF2-40B4-BE49-F238E27FC236}">
                <a16:creationId xmlns:a16="http://schemas.microsoft.com/office/drawing/2014/main" id="{6AE3D143-403D-4200-A300-0A1F306503FB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" name="Google Shape;193;p27">
            <a:extLst>
              <a:ext uri="{FF2B5EF4-FFF2-40B4-BE49-F238E27FC236}">
                <a16:creationId xmlns:a16="http://schemas.microsoft.com/office/drawing/2014/main" id="{22E7975A-CA98-43F5-946E-7D075CE24991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94;p27">
            <a:extLst>
              <a:ext uri="{FF2B5EF4-FFF2-40B4-BE49-F238E27FC236}">
                <a16:creationId xmlns:a16="http://schemas.microsoft.com/office/drawing/2014/main" id="{26BCBA73-857E-465D-9503-1D7104D728F4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5;p27">
            <a:extLst>
              <a:ext uri="{FF2B5EF4-FFF2-40B4-BE49-F238E27FC236}">
                <a16:creationId xmlns:a16="http://schemas.microsoft.com/office/drawing/2014/main" id="{65EAC1CE-1E18-4082-B8F4-8B8FA5B1B560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2;p27">
            <a:extLst>
              <a:ext uri="{FF2B5EF4-FFF2-40B4-BE49-F238E27FC236}">
                <a16:creationId xmlns:a16="http://schemas.microsoft.com/office/drawing/2014/main" id="{C3603715-C41B-41B6-8D0F-BBF99342B9FA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</a:p>
        </p:txBody>
      </p:sp>
      <p:sp>
        <p:nvSpPr>
          <p:cNvPr id="28" name="Google Shape;182;p27">
            <a:extLst>
              <a:ext uri="{FF2B5EF4-FFF2-40B4-BE49-F238E27FC236}">
                <a16:creationId xmlns:a16="http://schemas.microsoft.com/office/drawing/2014/main" id="{1C42758D-7CEE-417D-96A4-A628C3254F85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sp>
        <p:nvSpPr>
          <p:cNvPr id="29" name="Google Shape;182;p27">
            <a:extLst>
              <a:ext uri="{FF2B5EF4-FFF2-40B4-BE49-F238E27FC236}">
                <a16:creationId xmlns:a16="http://schemas.microsoft.com/office/drawing/2014/main" id="{69AC0106-169D-4714-B5E1-C988911A03B0}"/>
              </a:ext>
            </a:extLst>
          </p:cNvPr>
          <p:cNvSpPr/>
          <p:nvPr/>
        </p:nvSpPr>
        <p:spPr>
          <a:xfrm>
            <a:off x="7306608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4A2B7D-3B96-4FF3-90BC-B78B53193142}"/>
              </a:ext>
            </a:extLst>
          </p:cNvPr>
          <p:cNvSpPr/>
          <p:nvPr/>
        </p:nvSpPr>
        <p:spPr>
          <a:xfrm>
            <a:off x="352888" y="1351345"/>
            <a:ext cx="3581246" cy="3409477"/>
          </a:xfrm>
          <a:prstGeom prst="roundRect">
            <a:avLst/>
          </a:prstGeom>
          <a:solidFill>
            <a:srgbClr val="FFFFFF"/>
          </a:solidFill>
          <a:ln>
            <a:solidFill>
              <a:srgbClr val="699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EF19A78-F389-4988-B870-D77584F8737C}"/>
              </a:ext>
            </a:extLst>
          </p:cNvPr>
          <p:cNvSpPr txBox="1"/>
          <p:nvPr/>
        </p:nvSpPr>
        <p:spPr>
          <a:xfrm>
            <a:off x="363573" y="1541762"/>
            <a:ext cx="341455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این روش از توزیع گاوسی برای محو کردن تصویر استفاده می‌کند و پیکسل‌های نزدیک‌تر به مرکز کرنل وزن بیشتری دارند.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بهتری نسبت به فیلتر میانگین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مناسب برای کاهش نویز و محو کردن جزئیات غیرضروری.</a:t>
            </a:r>
          </a:p>
          <a:p>
            <a:pPr algn="r"/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ممکن است لبه‌ها را به میزان کمتری از فیلتر میانگین محو کند، اما هنوز هم ممکن است جزئیات را تحت تأثیر قرار دهد.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 پردازش تصویر برای کاهش نویز و محو کردن جزئیات، به ویژه قبل از تشخیص لبه‌ها یا ویژگی‌ها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37395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Google Shape;182;p27">
            <a:extLst>
              <a:ext uri="{FF2B5EF4-FFF2-40B4-BE49-F238E27FC236}">
                <a16:creationId xmlns:a16="http://schemas.microsoft.com/office/drawing/2014/main" id="{A004EB4B-DB0F-4352-B283-10C2D62034EB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sp>
        <p:nvSpPr>
          <p:cNvPr id="20" name="Google Shape;172;p27">
            <a:extLst>
              <a:ext uri="{FF2B5EF4-FFF2-40B4-BE49-F238E27FC236}">
                <a16:creationId xmlns:a16="http://schemas.microsoft.com/office/drawing/2014/main" id="{2DA5DBF4-D1E8-45BE-A38D-81D8072E5C5A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82;p27">
            <a:extLst>
              <a:ext uri="{FF2B5EF4-FFF2-40B4-BE49-F238E27FC236}">
                <a16:creationId xmlns:a16="http://schemas.microsoft.com/office/drawing/2014/main" id="{21EC7B4E-5FA5-4408-84BB-3EDDBBE220FB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83;p27">
            <a:extLst>
              <a:ext uri="{FF2B5EF4-FFF2-40B4-BE49-F238E27FC236}">
                <a16:creationId xmlns:a16="http://schemas.microsoft.com/office/drawing/2014/main" id="{9B03D57C-6A91-47FC-BD7E-05A3B0FE70A5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" name="Google Shape;192;p27">
            <a:extLst>
              <a:ext uri="{FF2B5EF4-FFF2-40B4-BE49-F238E27FC236}">
                <a16:creationId xmlns:a16="http://schemas.microsoft.com/office/drawing/2014/main" id="{6AE3D143-403D-4200-A300-0A1F306503FB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" name="Google Shape;193;p27">
            <a:extLst>
              <a:ext uri="{FF2B5EF4-FFF2-40B4-BE49-F238E27FC236}">
                <a16:creationId xmlns:a16="http://schemas.microsoft.com/office/drawing/2014/main" id="{22E7975A-CA98-43F5-946E-7D075CE24991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94;p27">
            <a:extLst>
              <a:ext uri="{FF2B5EF4-FFF2-40B4-BE49-F238E27FC236}">
                <a16:creationId xmlns:a16="http://schemas.microsoft.com/office/drawing/2014/main" id="{26BCBA73-857E-465D-9503-1D7104D728F4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5;p27">
            <a:extLst>
              <a:ext uri="{FF2B5EF4-FFF2-40B4-BE49-F238E27FC236}">
                <a16:creationId xmlns:a16="http://schemas.microsoft.com/office/drawing/2014/main" id="{65EAC1CE-1E18-4082-B8F4-8B8FA5B1B560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2;p27">
            <a:extLst>
              <a:ext uri="{FF2B5EF4-FFF2-40B4-BE49-F238E27FC236}">
                <a16:creationId xmlns:a16="http://schemas.microsoft.com/office/drawing/2014/main" id="{C3603715-C41B-41B6-8D0F-BBF99342B9FA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28" name="Google Shape;182;p27">
            <a:extLst>
              <a:ext uri="{FF2B5EF4-FFF2-40B4-BE49-F238E27FC236}">
                <a16:creationId xmlns:a16="http://schemas.microsoft.com/office/drawing/2014/main" id="{1C42758D-7CEE-417D-96A4-A628C3254F85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</a:p>
        </p:txBody>
      </p:sp>
      <p:sp>
        <p:nvSpPr>
          <p:cNvPr id="29" name="Google Shape;182;p27">
            <a:extLst>
              <a:ext uri="{FF2B5EF4-FFF2-40B4-BE49-F238E27FC236}">
                <a16:creationId xmlns:a16="http://schemas.microsoft.com/office/drawing/2014/main" id="{69AC0106-169D-4714-B5E1-C988911A03B0}"/>
              </a:ext>
            </a:extLst>
          </p:cNvPr>
          <p:cNvSpPr/>
          <p:nvPr/>
        </p:nvSpPr>
        <p:spPr>
          <a:xfrm>
            <a:off x="7306608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4A2B7D-3B96-4FF3-90BC-B78B53193142}"/>
              </a:ext>
            </a:extLst>
          </p:cNvPr>
          <p:cNvSpPr/>
          <p:nvPr/>
        </p:nvSpPr>
        <p:spPr>
          <a:xfrm>
            <a:off x="352888" y="1533767"/>
            <a:ext cx="3581246" cy="3029269"/>
          </a:xfrm>
          <a:prstGeom prst="roundRect">
            <a:avLst/>
          </a:prstGeom>
          <a:solidFill>
            <a:srgbClr val="FFFFFF"/>
          </a:solidFill>
          <a:ln>
            <a:solidFill>
              <a:srgbClr val="699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EF19A78-F389-4988-B870-D77584F8737C}"/>
              </a:ext>
            </a:extLst>
          </p:cNvPr>
          <p:cNvSpPr txBox="1"/>
          <p:nvPr/>
        </p:nvSpPr>
        <p:spPr>
          <a:xfrm>
            <a:off x="363573" y="1724184"/>
            <a:ext cx="3414552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این روش با گرفتن میانه پیکسل‌های اطراف، تصویر را محو می‌کند.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بسیار مؤثر در حذف نویز نمک و فلفل بدون از بین بردن لبه‌ها. </a:t>
            </a:r>
            <a:r>
              <a:rPr lang="en-US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حفظ جزئیات بهتر نسبت به فیلترهای میانگین و گاوسی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ممکن است زمان‌بر باشد، به ویژه برای تصاویر بزرگ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 شرایطی که تصویر دارای نویز نمک و فلفل است و نیاز به حفظ لبه‌ها و جزئیات وجود دارد.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A7835-3815-461C-BF36-D07B675C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9053" y="1500321"/>
            <a:ext cx="2142857" cy="2142857"/>
          </a:xfrm>
          <a:prstGeom prst="rect">
            <a:avLst/>
          </a:prstGeom>
        </p:spPr>
      </p:pic>
      <p:pic>
        <p:nvPicPr>
          <p:cNvPr id="1026" name="Picture 2" descr="Median filter ...">
            <a:extLst>
              <a:ext uri="{FF2B5EF4-FFF2-40B4-BE49-F238E27FC236}">
                <a16:creationId xmlns:a16="http://schemas.microsoft.com/office/drawing/2014/main" id="{829D9D43-DE7C-4557-A8BE-6A0B9D2FF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486" y="1539329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803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Google Shape;182;p27">
            <a:extLst>
              <a:ext uri="{FF2B5EF4-FFF2-40B4-BE49-F238E27FC236}">
                <a16:creationId xmlns:a16="http://schemas.microsoft.com/office/drawing/2014/main" id="{A004EB4B-DB0F-4352-B283-10C2D62034EB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sp>
        <p:nvSpPr>
          <p:cNvPr id="20" name="Google Shape;172;p27">
            <a:extLst>
              <a:ext uri="{FF2B5EF4-FFF2-40B4-BE49-F238E27FC236}">
                <a16:creationId xmlns:a16="http://schemas.microsoft.com/office/drawing/2014/main" id="{2DA5DBF4-D1E8-45BE-A38D-81D8072E5C5A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82;p27">
            <a:extLst>
              <a:ext uri="{FF2B5EF4-FFF2-40B4-BE49-F238E27FC236}">
                <a16:creationId xmlns:a16="http://schemas.microsoft.com/office/drawing/2014/main" id="{21EC7B4E-5FA5-4408-84BB-3EDDBBE220FB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83;p27">
            <a:extLst>
              <a:ext uri="{FF2B5EF4-FFF2-40B4-BE49-F238E27FC236}">
                <a16:creationId xmlns:a16="http://schemas.microsoft.com/office/drawing/2014/main" id="{9B03D57C-6A91-47FC-BD7E-05A3B0FE70A5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" name="Google Shape;192;p27">
            <a:extLst>
              <a:ext uri="{FF2B5EF4-FFF2-40B4-BE49-F238E27FC236}">
                <a16:creationId xmlns:a16="http://schemas.microsoft.com/office/drawing/2014/main" id="{6AE3D143-403D-4200-A300-0A1F306503FB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" name="Google Shape;193;p27">
            <a:extLst>
              <a:ext uri="{FF2B5EF4-FFF2-40B4-BE49-F238E27FC236}">
                <a16:creationId xmlns:a16="http://schemas.microsoft.com/office/drawing/2014/main" id="{22E7975A-CA98-43F5-946E-7D075CE24991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94;p27">
            <a:extLst>
              <a:ext uri="{FF2B5EF4-FFF2-40B4-BE49-F238E27FC236}">
                <a16:creationId xmlns:a16="http://schemas.microsoft.com/office/drawing/2014/main" id="{26BCBA73-857E-465D-9503-1D7104D728F4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5;p27">
            <a:extLst>
              <a:ext uri="{FF2B5EF4-FFF2-40B4-BE49-F238E27FC236}">
                <a16:creationId xmlns:a16="http://schemas.microsoft.com/office/drawing/2014/main" id="{65EAC1CE-1E18-4082-B8F4-8B8FA5B1B560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2;p27">
            <a:extLst>
              <a:ext uri="{FF2B5EF4-FFF2-40B4-BE49-F238E27FC236}">
                <a16:creationId xmlns:a16="http://schemas.microsoft.com/office/drawing/2014/main" id="{C3603715-C41B-41B6-8D0F-BBF99342B9FA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28" name="Google Shape;182;p27">
            <a:extLst>
              <a:ext uri="{FF2B5EF4-FFF2-40B4-BE49-F238E27FC236}">
                <a16:creationId xmlns:a16="http://schemas.microsoft.com/office/drawing/2014/main" id="{1C42758D-7CEE-417D-96A4-A628C3254F85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</a:p>
        </p:txBody>
      </p:sp>
      <p:sp>
        <p:nvSpPr>
          <p:cNvPr id="29" name="Google Shape;182;p27">
            <a:extLst>
              <a:ext uri="{FF2B5EF4-FFF2-40B4-BE49-F238E27FC236}">
                <a16:creationId xmlns:a16="http://schemas.microsoft.com/office/drawing/2014/main" id="{69AC0106-169D-4714-B5E1-C988911A03B0}"/>
              </a:ext>
            </a:extLst>
          </p:cNvPr>
          <p:cNvSpPr/>
          <p:nvPr/>
        </p:nvSpPr>
        <p:spPr>
          <a:xfrm>
            <a:off x="7306608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EF19A78-F389-4988-B870-D77584F8737C}"/>
              </a:ext>
            </a:extLst>
          </p:cNvPr>
          <p:cNvSpPr txBox="1"/>
          <p:nvPr/>
        </p:nvSpPr>
        <p:spPr>
          <a:xfrm>
            <a:off x="363573" y="1724184"/>
            <a:ext cx="3414552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این روش با گرفتن میانه پیکسل‌های اطراف، تصویر را محو می‌کند.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بسیار مؤثر در حذف نویز نمک و فلفل بدون از بین بردن لبه‌ها. </a:t>
            </a:r>
            <a:r>
              <a:rPr lang="en-US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حفظ جزئیات بهتر نسبت به فیلترهای میانگین و گاوسی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ممکن است زمان‌بر باشد، به ویژه برای تصاویر بزرگ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 شرایطی که تصویر دارای نویز نمک و فلفل است و نیاز به حفظ لبه‌ها و جزئیات وجود دارد.</a:t>
            </a:r>
            <a:endParaRPr lang="en-US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A7835-3815-461C-BF36-D07B675C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5" y="943666"/>
            <a:ext cx="2142857" cy="214285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026" name="Picture 2" descr="Median filter ...">
            <a:extLst>
              <a:ext uri="{FF2B5EF4-FFF2-40B4-BE49-F238E27FC236}">
                <a16:creationId xmlns:a16="http://schemas.microsoft.com/office/drawing/2014/main" id="{829D9D43-DE7C-4557-A8BE-6A0B9D2FF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056" y="2141448"/>
            <a:ext cx="1743075" cy="26193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337CF5-6624-4C58-9CFC-5215A2541A60}"/>
              </a:ext>
            </a:extLst>
          </p:cNvPr>
          <p:cNvSpPr/>
          <p:nvPr/>
        </p:nvSpPr>
        <p:spPr>
          <a:xfrm>
            <a:off x="238606" y="368651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30" name="TextBox 72">
            <a:extLst>
              <a:ext uri="{FF2B5EF4-FFF2-40B4-BE49-F238E27FC236}">
                <a16:creationId xmlns:a16="http://schemas.microsoft.com/office/drawing/2014/main" id="{71AA35C7-BFF0-415B-9601-A03373469462}"/>
              </a:ext>
            </a:extLst>
          </p:cNvPr>
          <p:cNvSpPr txBox="1"/>
          <p:nvPr/>
        </p:nvSpPr>
        <p:spPr>
          <a:xfrm>
            <a:off x="237010" y="378728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  <a:latin typeface="Sitka Display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Salt and pepper noise</a:t>
            </a:r>
          </a:p>
        </p:txBody>
      </p:sp>
    </p:spTree>
    <p:extLst>
      <p:ext uri="{BB962C8B-B14F-4D97-AF65-F5344CB8AC3E}">
        <p14:creationId xmlns:p14="http://schemas.microsoft.com/office/powerpoint/2010/main" val="3612410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نرم کردن تصویر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Google Shape;182;p27">
            <a:extLst>
              <a:ext uri="{FF2B5EF4-FFF2-40B4-BE49-F238E27FC236}">
                <a16:creationId xmlns:a16="http://schemas.microsoft.com/office/drawing/2014/main" id="{A004EB4B-DB0F-4352-B283-10C2D62034EB}"/>
              </a:ext>
            </a:extLst>
          </p:cNvPr>
          <p:cNvSpPr/>
          <p:nvPr/>
        </p:nvSpPr>
        <p:spPr>
          <a:xfrm>
            <a:off x="7294815" y="130668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Median Blur</a:t>
            </a:r>
          </a:p>
        </p:txBody>
      </p:sp>
      <p:sp>
        <p:nvSpPr>
          <p:cNvPr id="20" name="Google Shape;172;p27">
            <a:extLst>
              <a:ext uri="{FF2B5EF4-FFF2-40B4-BE49-F238E27FC236}">
                <a16:creationId xmlns:a16="http://schemas.microsoft.com/office/drawing/2014/main" id="{2DA5DBF4-D1E8-45BE-A38D-81D8072E5C5A}"/>
              </a:ext>
            </a:extLst>
          </p:cNvPr>
          <p:cNvSpPr/>
          <p:nvPr/>
        </p:nvSpPr>
        <p:spPr>
          <a:xfrm>
            <a:off x="4960490" y="1533767"/>
            <a:ext cx="2980200" cy="29802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82;p27">
            <a:extLst>
              <a:ext uri="{FF2B5EF4-FFF2-40B4-BE49-F238E27FC236}">
                <a16:creationId xmlns:a16="http://schemas.microsoft.com/office/drawing/2014/main" id="{21EC7B4E-5FA5-4408-84BB-3EDDBBE220FB}"/>
              </a:ext>
            </a:extLst>
          </p:cNvPr>
          <p:cNvSpPr/>
          <p:nvPr/>
        </p:nvSpPr>
        <p:spPr>
          <a:xfrm>
            <a:off x="5786840" y="2380458"/>
            <a:ext cx="1327500" cy="13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83;p27">
            <a:extLst>
              <a:ext uri="{FF2B5EF4-FFF2-40B4-BE49-F238E27FC236}">
                <a16:creationId xmlns:a16="http://schemas.microsoft.com/office/drawing/2014/main" id="{9B03D57C-6A91-47FC-BD7E-05A3B0FE70A5}"/>
              </a:ext>
            </a:extLst>
          </p:cNvPr>
          <p:cNvSpPr txBox="1"/>
          <p:nvPr/>
        </p:nvSpPr>
        <p:spPr>
          <a:xfrm>
            <a:off x="5567540" y="2826397"/>
            <a:ext cx="17661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Blur</a:t>
            </a:r>
            <a:endParaRPr sz="1800"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3" name="Google Shape;192;p27">
            <a:extLst>
              <a:ext uri="{FF2B5EF4-FFF2-40B4-BE49-F238E27FC236}">
                <a16:creationId xmlns:a16="http://schemas.microsoft.com/office/drawing/2014/main" id="{6AE3D143-403D-4200-A300-0A1F306503FB}"/>
              </a:ext>
            </a:extLst>
          </p:cNvPr>
          <p:cNvSpPr/>
          <p:nvPr/>
        </p:nvSpPr>
        <p:spPr>
          <a:xfrm rot="-1800579">
            <a:off x="7029433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" name="Google Shape;193;p27">
            <a:extLst>
              <a:ext uri="{FF2B5EF4-FFF2-40B4-BE49-F238E27FC236}">
                <a16:creationId xmlns:a16="http://schemas.microsoft.com/office/drawing/2014/main" id="{22E7975A-CA98-43F5-946E-7D075CE24991}"/>
              </a:ext>
            </a:extLst>
          </p:cNvPr>
          <p:cNvSpPr/>
          <p:nvPr/>
        </p:nvSpPr>
        <p:spPr>
          <a:xfrm rot="1800579" flipH="1">
            <a:off x="5606024" y="230796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94;p27">
            <a:extLst>
              <a:ext uri="{FF2B5EF4-FFF2-40B4-BE49-F238E27FC236}">
                <a16:creationId xmlns:a16="http://schemas.microsoft.com/office/drawing/2014/main" id="{26BCBA73-857E-465D-9503-1D7104D728F4}"/>
              </a:ext>
            </a:extLst>
          </p:cNvPr>
          <p:cNvSpPr/>
          <p:nvPr/>
        </p:nvSpPr>
        <p:spPr>
          <a:xfrm rot="-8999421" flipH="1">
            <a:off x="7019769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95;p27">
            <a:extLst>
              <a:ext uri="{FF2B5EF4-FFF2-40B4-BE49-F238E27FC236}">
                <a16:creationId xmlns:a16="http://schemas.microsoft.com/office/drawing/2014/main" id="{65EAC1CE-1E18-4082-B8F4-8B8FA5B1B560}"/>
              </a:ext>
            </a:extLst>
          </p:cNvPr>
          <p:cNvSpPr/>
          <p:nvPr/>
        </p:nvSpPr>
        <p:spPr>
          <a:xfrm rot="8999421">
            <a:off x="5606024" y="3500091"/>
            <a:ext cx="265722" cy="335604"/>
          </a:xfrm>
          <a:prstGeom prst="rightArrow">
            <a:avLst>
              <a:gd name="adj1" fmla="val 37130"/>
              <a:gd name="adj2" fmla="val 5073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2;p27">
            <a:extLst>
              <a:ext uri="{FF2B5EF4-FFF2-40B4-BE49-F238E27FC236}">
                <a16:creationId xmlns:a16="http://schemas.microsoft.com/office/drawing/2014/main" id="{C3603715-C41B-41B6-8D0F-BBF99342B9FA}"/>
              </a:ext>
            </a:extLst>
          </p:cNvPr>
          <p:cNvSpPr/>
          <p:nvPr/>
        </p:nvSpPr>
        <p:spPr>
          <a:xfrm>
            <a:off x="433587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Average Blur</a:t>
            </a:r>
          </a:p>
        </p:txBody>
      </p:sp>
      <p:sp>
        <p:nvSpPr>
          <p:cNvPr id="28" name="Google Shape;182;p27">
            <a:extLst>
              <a:ext uri="{FF2B5EF4-FFF2-40B4-BE49-F238E27FC236}">
                <a16:creationId xmlns:a16="http://schemas.microsoft.com/office/drawing/2014/main" id="{1C42758D-7CEE-417D-96A4-A628C3254F85}"/>
              </a:ext>
            </a:extLst>
          </p:cNvPr>
          <p:cNvSpPr/>
          <p:nvPr/>
        </p:nvSpPr>
        <p:spPr>
          <a:xfrm>
            <a:off x="4287607" y="1351345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sp>
        <p:nvSpPr>
          <p:cNvPr id="29" name="Google Shape;182;p27">
            <a:extLst>
              <a:ext uri="{FF2B5EF4-FFF2-40B4-BE49-F238E27FC236}">
                <a16:creationId xmlns:a16="http://schemas.microsoft.com/office/drawing/2014/main" id="{69AC0106-169D-4714-B5E1-C988911A03B0}"/>
              </a:ext>
            </a:extLst>
          </p:cNvPr>
          <p:cNvSpPr/>
          <p:nvPr/>
        </p:nvSpPr>
        <p:spPr>
          <a:xfrm>
            <a:off x="7294815" y="3494954"/>
            <a:ext cx="1327500" cy="132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Gaussian Blur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A7835-3815-461C-BF36-D07B675C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9053" y="1500321"/>
            <a:ext cx="2142857" cy="2142857"/>
          </a:xfrm>
          <a:prstGeom prst="rect">
            <a:avLst/>
          </a:prstGeom>
        </p:spPr>
      </p:pic>
      <p:pic>
        <p:nvPicPr>
          <p:cNvPr id="1026" name="Picture 2" descr="Median filter ...">
            <a:extLst>
              <a:ext uri="{FF2B5EF4-FFF2-40B4-BE49-F238E27FC236}">
                <a16:creationId xmlns:a16="http://schemas.microsoft.com/office/drawing/2014/main" id="{829D9D43-DE7C-4557-A8BE-6A0B9D2FF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486" y="1539329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76E332-CC39-43C3-B29E-8D3E11BD0C2C}"/>
              </a:ext>
            </a:extLst>
          </p:cNvPr>
          <p:cNvSpPr/>
          <p:nvPr/>
        </p:nvSpPr>
        <p:spPr>
          <a:xfrm>
            <a:off x="352888" y="1351345"/>
            <a:ext cx="3581246" cy="3409477"/>
          </a:xfrm>
          <a:prstGeom prst="roundRect">
            <a:avLst/>
          </a:prstGeom>
          <a:solidFill>
            <a:srgbClr val="FFFFFF"/>
          </a:solidFill>
          <a:ln>
            <a:solidFill>
              <a:srgbClr val="699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1A6033AC-E44D-457B-8BBD-A88D7A1B8147}"/>
              </a:ext>
            </a:extLst>
          </p:cNvPr>
          <p:cNvSpPr txBox="1"/>
          <p:nvPr/>
        </p:nvSpPr>
        <p:spPr>
          <a:xfrm>
            <a:off x="278323" y="1624185"/>
            <a:ext cx="3581246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این فیلتر به‌طور خاص برای حفظ لبه‌ها در حالی که نویز را کاهش می‌دهد طراحی شده است. این کار با توجه به فاصله فضایی و اختلاف رنگ انجام می‌شود.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 روش برای حفظ لبه‌ها و جزئیات در حالی که نویز را کاهش می‌دهد.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 بسیار طبیعی و با کیفیت بالا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زمان‌برتر از سایر روش‌ها به دلیل محاسبات پیچیده‌تر و نیاز به تنظیم دقیق پارامترها</a:t>
            </a:r>
          </a:p>
          <a:p>
            <a:pPr algn="r"/>
            <a:endParaRPr lang="fa-IR" sz="1300" dirty="0">
              <a:solidFill>
                <a:srgbClr val="03213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/>
            <a:r>
              <a:rPr lang="fa-IR" sz="1300" dirty="0">
                <a:solidFill>
                  <a:srgbClr val="03213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در پردازش تصویر پیشرفته، مانند آماده‌سازی تصاویر برای تشخیص اشیاء یا شناسایی ویژگی‌ها، جایی که حفظ جزئیات مهم است.</a:t>
            </a:r>
          </a:p>
        </p:txBody>
      </p:sp>
    </p:spTree>
    <p:extLst>
      <p:ext uri="{BB962C8B-B14F-4D97-AF65-F5344CB8AC3E}">
        <p14:creationId xmlns:p14="http://schemas.microsoft.com/office/powerpoint/2010/main" val="3356901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4D96F1-A837-42BE-B64C-20DE2ACF5611}"/>
              </a:ext>
            </a:extLst>
          </p:cNvPr>
          <p:cNvSpPr txBox="1"/>
          <p:nvPr/>
        </p:nvSpPr>
        <p:spPr>
          <a:xfrm>
            <a:off x="680243" y="38267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Bilateral Filter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AD4C00-260F-4011-97F7-C308CA322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0" y="1117916"/>
            <a:ext cx="7143802" cy="38862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0977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61E5B-EE77-4A85-9D3F-2822B8A4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78" y="0"/>
            <a:ext cx="67602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42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DF7A0-D80B-416F-B00E-38BF5AD9C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01" y="985935"/>
            <a:ext cx="7915333" cy="41085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720000" y="413454"/>
            <a:ext cx="770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Vazir" panose="020B0603030804020204" pitchFamily="34" charset="-78"/>
                <a:ea typeface="Gadugi" panose="020B0502040204020203" pitchFamily="34" charset="0"/>
                <a:cs typeface="Vazir" panose="020B0603030804020204" pitchFamily="34" charset="-78"/>
              </a:rPr>
              <a:t>Haar</a:t>
            </a:r>
            <a:r>
              <a:rPr lang="en-US" sz="2400" dirty="0">
                <a:solidFill>
                  <a:schemeClr val="tx1"/>
                </a:solidFill>
                <a:latin typeface="Vazir" panose="020B0603030804020204" pitchFamily="34" charset="-78"/>
                <a:ea typeface="Gadugi" panose="020B0502040204020203" pitchFamily="34" charset="0"/>
                <a:cs typeface="Vazir" panose="020B0603030804020204" pitchFamily="34" charset="-78"/>
              </a:rPr>
              <a:t> Cascades </a:t>
            </a:r>
            <a:r>
              <a:rPr lang="fa-IR" sz="24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 چهره با استفاده از</a:t>
            </a:r>
            <a:r>
              <a:rPr lang="en-US" sz="24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59C185-0DED-4A2A-8147-87D5442A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53" y="5269879"/>
            <a:ext cx="6038894" cy="48482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26646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0AA320-5110-41E9-92BA-924FA7F2A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53" y="147620"/>
            <a:ext cx="6038894" cy="48482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88195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40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7284929" y="2193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220421">
            <a:off x="6190029" y="324067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3" name="Google Shape;1393;p40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99" name="Google Shape;1399;p40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129" y="1940322"/>
            <a:ext cx="7169742" cy="1165412"/>
          </a:xfrm>
          <a:prstGeom prst="wedgeRectCallou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  <a:t>دانش واقعی در مسیر به اشتراک گذاشتن آن متولد می شود</a:t>
            </a:r>
            <a:br>
              <a:rPr lang="en-US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</a:br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  <a:t>  سپاس از نگاه های مشتاق و ذهن های پرسشگر شما</a:t>
            </a:r>
            <a:b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</a:br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  <a:sym typeface="Wingdings" panose="05000000000000000000" pitchFamily="2" charset="2"/>
              </a:rPr>
              <a:t></a:t>
            </a:r>
            <a:endParaRPr lang="en-US" sz="2000" dirty="0">
              <a:latin typeface="Vazir" panose="020B0603030804020204" pitchFamily="34" charset="-78"/>
              <a:ea typeface="Tahoma" panose="020B0604030504040204" pitchFamily="34" charset="0"/>
              <a:cs typeface="Vazir" panose="020B0603030804020204" pitchFamily="34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00" y="2057773"/>
            <a:ext cx="7351800" cy="841800"/>
          </a:xfrm>
        </p:spPr>
        <p:txBody>
          <a:bodyPr/>
          <a:lstStyle/>
          <a:p>
            <a:pPr algn="ctr"/>
            <a:r>
              <a:rPr lang="fa-IR" dirty="0">
                <a:latin typeface="Vazir" panose="020B0604020202020204" charset="-78"/>
                <a:cs typeface="Vazir" panose="020B0604020202020204" charset="-78"/>
              </a:rPr>
              <a:t>پرسش و پاسخ</a:t>
            </a:r>
            <a:endParaRPr lang="en-US" dirty="0">
              <a:latin typeface="Vazir" panose="020B0604020202020204" charset="-78"/>
              <a:cs typeface="Vazir" panose="020B0604020202020204" charset="-78"/>
            </a:endParaRPr>
          </a:p>
        </p:txBody>
      </p:sp>
      <p:pic>
        <p:nvPicPr>
          <p:cNvPr id="3" name="Google Shape;1385;p40">
            <a:extLst>
              <a:ext uri="{FF2B5EF4-FFF2-40B4-BE49-F238E27FC236}">
                <a16:creationId xmlns:a16="http://schemas.microsoft.com/office/drawing/2014/main" id="{3DB8D91A-C14D-40B4-AF4E-A33796B23E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829836" y="3029281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86;p40">
            <a:extLst>
              <a:ext uri="{FF2B5EF4-FFF2-40B4-BE49-F238E27FC236}">
                <a16:creationId xmlns:a16="http://schemas.microsoft.com/office/drawing/2014/main" id="{BD3C67B8-DB04-4BD1-AEB1-308FD41EB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236786" y="3961844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663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524</Words>
  <Application>Microsoft Office PowerPoint</Application>
  <PresentationFormat>On-screen Show (16:9)</PresentationFormat>
  <Paragraphs>100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Segoe UI Variable Text Semiligh</vt:lpstr>
      <vt:lpstr>Montserrat</vt:lpstr>
      <vt:lpstr>Fira Sans Extra Condensed SemiBold</vt:lpstr>
      <vt:lpstr>Sitka Display</vt:lpstr>
      <vt:lpstr>Montserrat Black</vt:lpstr>
      <vt:lpstr>Arial</vt:lpstr>
      <vt:lpstr>Bebas Neue</vt:lpstr>
      <vt:lpstr>Fira Sans Extra Condensed</vt:lpstr>
      <vt:lpstr>Vazir</vt:lpstr>
      <vt:lpstr>Anaheim</vt:lpstr>
      <vt:lpstr>Artificial Intelligence (AI) Technology Consulting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دانش واقعی در مسیر به اشتراک گذاشتن آن متولد می شود   سپاس از نگاه های مشتاق و ذهن های پرسشگر شما </vt:lpstr>
      <vt:lpstr>پرسش و پاسخ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Sarayetell</cp:lastModifiedBy>
  <cp:revision>19</cp:revision>
  <dcterms:modified xsi:type="dcterms:W3CDTF">2026-10-23T08:37:19Z</dcterms:modified>
</cp:coreProperties>
</file>