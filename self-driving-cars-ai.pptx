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1"/>
  </p:sldMasterIdLst>
  <p:notesMasterIdLst>
    <p:notesMasterId r:id="rId37"/>
  </p:notesMasterIdLst>
  <p:sldIdLst>
    <p:sldId id="307" r:id="rId2"/>
    <p:sldId id="306" r:id="rId3"/>
    <p:sldId id="308" r:id="rId4"/>
    <p:sldId id="311" r:id="rId5"/>
    <p:sldId id="309" r:id="rId6"/>
    <p:sldId id="312" r:id="rId7"/>
    <p:sldId id="338" r:id="rId8"/>
    <p:sldId id="343" r:id="rId9"/>
    <p:sldId id="313" r:id="rId10"/>
    <p:sldId id="317" r:id="rId11"/>
    <p:sldId id="318" r:id="rId12"/>
    <p:sldId id="314" r:id="rId13"/>
    <p:sldId id="339" r:id="rId14"/>
    <p:sldId id="340" r:id="rId15"/>
    <p:sldId id="260" r:id="rId16"/>
    <p:sldId id="319" r:id="rId17"/>
    <p:sldId id="320" r:id="rId18"/>
    <p:sldId id="321" r:id="rId19"/>
    <p:sldId id="322" r:id="rId20"/>
    <p:sldId id="323" r:id="rId21"/>
    <p:sldId id="341" r:id="rId22"/>
    <p:sldId id="324" r:id="rId23"/>
    <p:sldId id="342" r:id="rId24"/>
    <p:sldId id="326" r:id="rId25"/>
    <p:sldId id="325" r:id="rId26"/>
    <p:sldId id="327" r:id="rId27"/>
    <p:sldId id="334" r:id="rId28"/>
    <p:sldId id="335" r:id="rId29"/>
    <p:sldId id="328" r:id="rId30"/>
    <p:sldId id="331" r:id="rId31"/>
    <p:sldId id="344" r:id="rId32"/>
    <p:sldId id="345" r:id="rId33"/>
    <p:sldId id="332" r:id="rId34"/>
    <p:sldId id="261" r:id="rId35"/>
    <p:sldId id="336" r:id="rId36"/>
  </p:sldIdLst>
  <p:sldSz cx="9144000" cy="5143500" type="screen16x9"/>
  <p:notesSz cx="6858000" cy="9144000"/>
  <p:embeddedFontLst>
    <p:embeddedFont>
      <p:font typeface="Anaheim" panose="020B0604020202020204" charset="0"/>
      <p:regular r:id="rId38"/>
      <p:bold r:id="rId39"/>
    </p:embeddedFont>
    <p:embeddedFont>
      <p:font typeface="Bebas Neue" panose="020B0606020202050201" pitchFamily="34" charset="0"/>
      <p:regular r:id="rId40"/>
    </p:embeddedFont>
    <p:embeddedFont>
      <p:font typeface="Montserrat" panose="00000500000000000000" pitchFamily="2" charset="0"/>
      <p:regular r:id="rId41"/>
      <p:bold r:id="rId42"/>
      <p:italic r:id="rId43"/>
      <p:boldItalic r:id="rId44"/>
    </p:embeddedFont>
    <p:embeddedFont>
      <p:font typeface="Montserrat Black" panose="00000A00000000000000" pitchFamily="2" charset="0"/>
      <p:bold r:id="rId45"/>
      <p:boldItalic r:id="rId46"/>
    </p:embeddedFont>
    <p:embeddedFont>
      <p:font typeface="MuseoModerno Medium" panose="020B0604020202020204" charset="0"/>
      <p:regular r:id="rId47"/>
    </p:embeddedFont>
    <p:embeddedFont>
      <p:font typeface="Roboto" panose="02000000000000000000" pitchFamily="2" charset="0"/>
      <p:regular r:id="rId48"/>
      <p:bold r:id="rId49"/>
      <p:italic r:id="rId50"/>
      <p:boldItalic r:id="rId51"/>
    </p:embeddedFont>
    <p:embeddedFont>
      <p:font typeface="Segoe UI Variable Text Semiligh" pitchFamily="2" charset="0"/>
      <p:regular r:id="rId52"/>
    </p:embeddedFont>
    <p:embeddedFont>
      <p:font typeface="Vazir" panose="020B0603030804020204" pitchFamily="34" charset="-78"/>
      <p:regular r:id="rId5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3EEE3"/>
    <a:srgbClr val="0307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7C516B9-89D8-415A-839F-93F948CF01B8}">
  <a:tblStyle styleId="{97C516B9-89D8-415A-839F-93F948CF01B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466" autoAdjust="0"/>
    <p:restoredTop sz="94618" autoAdjust="0"/>
  </p:normalViewPr>
  <p:slideViewPr>
    <p:cSldViewPr snapToGrid="0">
      <p:cViewPr varScale="1">
        <p:scale>
          <a:sx n="104" d="100"/>
          <a:sy n="104" d="100"/>
        </p:scale>
        <p:origin x="69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2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5.fntdata"/><Relationship Id="rId47" Type="http://schemas.openxmlformats.org/officeDocument/2006/relationships/font" Target="fonts/font10.fntdata"/><Relationship Id="rId50" Type="http://schemas.openxmlformats.org/officeDocument/2006/relationships/font" Target="fonts/font13.fntdata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font" Target="fonts/font3.fntdata"/><Relationship Id="rId45" Type="http://schemas.openxmlformats.org/officeDocument/2006/relationships/font" Target="fonts/font8.fntdata"/><Relationship Id="rId53" Type="http://schemas.openxmlformats.org/officeDocument/2006/relationships/font" Target="fonts/font16.fntdata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6.fntdata"/><Relationship Id="rId48" Type="http://schemas.openxmlformats.org/officeDocument/2006/relationships/font" Target="fonts/font11.fntdata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font" Target="fonts/font14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1.fntdata"/><Relationship Id="rId46" Type="http://schemas.openxmlformats.org/officeDocument/2006/relationships/font" Target="fonts/font9.fntdata"/><Relationship Id="rId20" Type="http://schemas.openxmlformats.org/officeDocument/2006/relationships/slide" Target="slides/slide19.xml"/><Relationship Id="rId41" Type="http://schemas.openxmlformats.org/officeDocument/2006/relationships/font" Target="fonts/font4.fntdata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12.fntdata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7.fntdata"/><Relationship Id="rId52" Type="http://schemas.openxmlformats.org/officeDocument/2006/relationships/font" Target="fonts/font1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6" name="Google Shape;1236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7" name="Google Shape;1237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119224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6" name="Google Shape;1236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7" name="Google Shape;1237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531231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0" name="Google Shape;1270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1" name="Google Shape;1271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 dirty="0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255905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0" name="Google Shape;1270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1" name="Google Shape;1271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 dirty="0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490650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0" name="Google Shape;1270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1" name="Google Shape;1271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 dirty="0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785810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9" name="Google Shape;1739;g1734a882cf6_0_4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0" name="Google Shape;1740;g1734a882cf6_0_4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556239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9" name="Google Shape;1739;g1734a882cf6_0_4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0" name="Google Shape;1740;g1734a882cf6_0_4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480764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8" name="Google Shape;1318;g54dda1946d_6_3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9" name="Google Shape;1319;g54dda1946d_6_3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55644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8" name="Google Shape;1318;g54dda1946d_6_3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9" name="Google Shape;1319;g54dda1946d_6_3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8" name="Google Shape;1318;g54dda1946d_6_3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9" name="Google Shape;1319;g54dda1946d_6_3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410783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8" name="Google Shape;1318;g54dda1946d_6_3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9" name="Google Shape;1319;g54dda1946d_6_3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254891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8" name="Google Shape;1318;g54dda1946d_6_3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9" name="Google Shape;1319;g54dda1946d_6_3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480979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8" name="Google Shape;1318;g54dda1946d_6_3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9" name="Google Shape;1319;g54dda1946d_6_3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073958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8" name="Google Shape;1318;g54dda1946d_6_3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9" name="Google Shape;1319;g54dda1946d_6_3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9458254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0" name="Google Shape;1380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1" name="Google Shape;1381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3225" y="1256688"/>
            <a:ext cx="7033800" cy="219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3225" y="3521113"/>
            <a:ext cx="45288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4780389" y="2513201"/>
            <a:ext cx="5036265" cy="4113315"/>
            <a:chOff x="4780389" y="2513201"/>
            <a:chExt cx="5036265" cy="4113315"/>
          </a:xfrm>
        </p:grpSpPr>
        <p:grpSp>
          <p:nvGrpSpPr>
            <p:cNvPr id="12" name="Google Shape;12;p2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13" name="Google Shape;13;p2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grpSp>
            <p:nvGrpSpPr>
              <p:cNvPr id="14" name="Google Shape;14;p2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15" name="Google Shape;15;p2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16" name="Google Shape;16;p2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7" name="Google Shape;17;p2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8" name="Google Shape;18;p2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9" name="Google Shape;19;p2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20" name="Google Shape;20;p2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21" name="Google Shape;21;p2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22" name="Google Shape;22;p2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23" name="Google Shape;23;p2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24" name="Google Shape;24;p2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25" name="Google Shape;25;p2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26" name="Google Shape;26;p2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27" name="Google Shape;27;p2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28" name="Google Shape;28;p2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29" name="Google Shape;29;p2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30" name="Google Shape;30;p2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31" name="Google Shape;31;p2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32" name="Google Shape;32;p2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33" name="Google Shape;33;p2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34" name="Google Shape;34;p2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35" name="Google Shape;35;p2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36" name="Google Shape;36;p2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37" name="Google Shape;37;p2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38" name="Google Shape;38;p2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39" name="Google Shape;39;p2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40" name="Google Shape;40;p2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41" name="Google Shape;41;p2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42" name="Google Shape;42;p2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43" name="Google Shape;43;p2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</p:grpSp>
            <p:sp>
              <p:nvSpPr>
                <p:cNvPr id="44" name="Google Shape;44;p2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45" name="Google Shape;45;p2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46" name="Google Shape;46;p2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47" name="Google Shape;47;p2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48" name="Google Shape;48;p2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49" name="Google Shape;49;p2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50" name="Google Shape;50;p2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51" name="Google Shape;51;p2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</p:grpSp>
        </p:grpSp>
        <p:sp>
          <p:nvSpPr>
            <p:cNvPr id="52" name="Google Shape;52;p2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" name="Google Shape;53;p2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4" name="Google Shape;54;p2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55" name="Google Shape;55;p2"/>
          <p:cNvGrpSpPr/>
          <p:nvPr/>
        </p:nvGrpSpPr>
        <p:grpSpPr>
          <a:xfrm>
            <a:off x="-3382536" y="-1517162"/>
            <a:ext cx="5036265" cy="4113315"/>
            <a:chOff x="4780389" y="2513201"/>
            <a:chExt cx="5036265" cy="4113315"/>
          </a:xfrm>
        </p:grpSpPr>
        <p:grpSp>
          <p:nvGrpSpPr>
            <p:cNvPr id="56" name="Google Shape;56;p2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57" name="Google Shape;57;p2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grpSp>
            <p:nvGrpSpPr>
              <p:cNvPr id="58" name="Google Shape;58;p2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59" name="Google Shape;59;p2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60" name="Google Shape;60;p2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61" name="Google Shape;61;p2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62" name="Google Shape;62;p2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63" name="Google Shape;63;p2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64" name="Google Shape;64;p2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65" name="Google Shape;65;p2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66" name="Google Shape;66;p2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67" name="Google Shape;67;p2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68" name="Google Shape;68;p2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69" name="Google Shape;69;p2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70" name="Google Shape;70;p2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71" name="Google Shape;71;p2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72" name="Google Shape;72;p2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73" name="Google Shape;73;p2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74" name="Google Shape;74;p2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75" name="Google Shape;75;p2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76" name="Google Shape;76;p2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77" name="Google Shape;77;p2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78" name="Google Shape;78;p2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79" name="Google Shape;79;p2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80" name="Google Shape;80;p2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81" name="Google Shape;81;p2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82" name="Google Shape;82;p2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83" name="Google Shape;83;p2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84" name="Google Shape;84;p2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85" name="Google Shape;85;p2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86" name="Google Shape;86;p2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87" name="Google Shape;87;p2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</p:grpSp>
            <p:sp>
              <p:nvSpPr>
                <p:cNvPr id="88" name="Google Shape;88;p2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89" name="Google Shape;89;p2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90" name="Google Shape;90;p2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91" name="Google Shape;91;p2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92" name="Google Shape;92;p2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93" name="Google Shape;93;p2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94" name="Google Shape;94;p2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95" name="Google Shape;95;p2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</p:grpSp>
        </p:grpSp>
        <p:sp>
          <p:nvSpPr>
            <p:cNvPr id="96" name="Google Shape;96;p2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7" name="Google Shape;97;p2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8" name="Google Shape;98;p2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"/>
          <p:cNvSpPr txBox="1">
            <a:spLocks noGrp="1"/>
          </p:cNvSpPr>
          <p:nvPr>
            <p:ph type="title"/>
          </p:nvPr>
        </p:nvSpPr>
        <p:spPr>
          <a:xfrm>
            <a:off x="720000" y="2384238"/>
            <a:ext cx="73518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3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01" name="Google Shape;101;p3"/>
          <p:cNvSpPr txBox="1">
            <a:spLocks noGrp="1"/>
          </p:cNvSpPr>
          <p:nvPr>
            <p:ph type="title" idx="2" hasCustomPrompt="1"/>
          </p:nvPr>
        </p:nvSpPr>
        <p:spPr>
          <a:xfrm>
            <a:off x="720000" y="1496250"/>
            <a:ext cx="1381800" cy="841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72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2" name="Google Shape;102;p3"/>
          <p:cNvSpPr txBox="1">
            <a:spLocks noGrp="1"/>
          </p:cNvSpPr>
          <p:nvPr>
            <p:ph type="subTitle" idx="1"/>
          </p:nvPr>
        </p:nvSpPr>
        <p:spPr>
          <a:xfrm>
            <a:off x="720000" y="3272250"/>
            <a:ext cx="5067600" cy="3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03" name="Google Shape;103;p3"/>
          <p:cNvGrpSpPr/>
          <p:nvPr/>
        </p:nvGrpSpPr>
        <p:grpSpPr>
          <a:xfrm>
            <a:off x="5175689" y="2774776"/>
            <a:ext cx="5036265" cy="4113315"/>
            <a:chOff x="4780389" y="2513201"/>
            <a:chExt cx="5036265" cy="4113315"/>
          </a:xfrm>
        </p:grpSpPr>
        <p:grpSp>
          <p:nvGrpSpPr>
            <p:cNvPr id="104" name="Google Shape;104;p3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105" name="Google Shape;105;p3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grpSp>
            <p:nvGrpSpPr>
              <p:cNvPr id="106" name="Google Shape;106;p3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107" name="Google Shape;107;p3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108" name="Google Shape;108;p3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09" name="Google Shape;109;p3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0" name="Google Shape;110;p3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1" name="Google Shape;111;p3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2" name="Google Shape;112;p3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3" name="Google Shape;113;p3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4" name="Google Shape;114;p3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5" name="Google Shape;115;p3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6" name="Google Shape;116;p3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7" name="Google Shape;117;p3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8" name="Google Shape;118;p3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9" name="Google Shape;119;p3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20" name="Google Shape;120;p3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21" name="Google Shape;121;p3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22" name="Google Shape;122;p3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23" name="Google Shape;123;p3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24" name="Google Shape;124;p3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25" name="Google Shape;125;p3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26" name="Google Shape;126;p3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27" name="Google Shape;127;p3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28" name="Google Shape;128;p3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29" name="Google Shape;129;p3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30" name="Google Shape;130;p3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31" name="Google Shape;131;p3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32" name="Google Shape;132;p3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33" name="Google Shape;133;p3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34" name="Google Shape;134;p3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35" name="Google Shape;135;p3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</p:grpSp>
            <p:sp>
              <p:nvSpPr>
                <p:cNvPr id="136" name="Google Shape;136;p3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37" name="Google Shape;137;p3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38" name="Google Shape;138;p3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39" name="Google Shape;139;p3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40" name="Google Shape;140;p3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41" name="Google Shape;141;p3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42" name="Google Shape;142;p3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43" name="Google Shape;143;p3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</p:grpSp>
        </p:grpSp>
        <p:sp>
          <p:nvSpPr>
            <p:cNvPr id="144" name="Google Shape;144;p3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5" name="Google Shape;145;p3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6" name="Google Shape;146;p3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47" name="Google Shape;147;p3"/>
          <p:cNvGrpSpPr/>
          <p:nvPr/>
        </p:nvGrpSpPr>
        <p:grpSpPr>
          <a:xfrm>
            <a:off x="2951589" y="-2707787"/>
            <a:ext cx="5036265" cy="4113315"/>
            <a:chOff x="4780389" y="2513201"/>
            <a:chExt cx="5036265" cy="4113315"/>
          </a:xfrm>
        </p:grpSpPr>
        <p:grpSp>
          <p:nvGrpSpPr>
            <p:cNvPr id="148" name="Google Shape;148;p3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149" name="Google Shape;149;p3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grpSp>
            <p:nvGrpSpPr>
              <p:cNvPr id="150" name="Google Shape;150;p3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151" name="Google Shape;151;p3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152" name="Google Shape;152;p3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53" name="Google Shape;153;p3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54" name="Google Shape;154;p3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55" name="Google Shape;155;p3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56" name="Google Shape;156;p3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57" name="Google Shape;157;p3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58" name="Google Shape;158;p3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59" name="Google Shape;159;p3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60" name="Google Shape;160;p3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61" name="Google Shape;161;p3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62" name="Google Shape;162;p3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63" name="Google Shape;163;p3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64" name="Google Shape;164;p3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65" name="Google Shape;165;p3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66" name="Google Shape;166;p3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67" name="Google Shape;167;p3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68" name="Google Shape;168;p3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69" name="Google Shape;169;p3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70" name="Google Shape;170;p3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71" name="Google Shape;171;p3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72" name="Google Shape;172;p3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73" name="Google Shape;173;p3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74" name="Google Shape;174;p3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75" name="Google Shape;175;p3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76" name="Google Shape;176;p3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77" name="Google Shape;177;p3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78" name="Google Shape;178;p3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79" name="Google Shape;179;p3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</p:grpSp>
            <p:sp>
              <p:nvSpPr>
                <p:cNvPr id="180" name="Google Shape;180;p3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81" name="Google Shape;181;p3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82" name="Google Shape;182;p3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83" name="Google Shape;183;p3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84" name="Google Shape;184;p3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85" name="Google Shape;185;p3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86" name="Google Shape;186;p3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87" name="Google Shape;187;p3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</p:grpSp>
        </p:grpSp>
        <p:sp>
          <p:nvSpPr>
            <p:cNvPr id="188" name="Google Shape;188;p3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9" name="Google Shape;189;p3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0" name="Google Shape;190;p3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6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grpSp>
        <p:nvGrpSpPr>
          <p:cNvPr id="233" name="Google Shape;233;p6"/>
          <p:cNvGrpSpPr/>
          <p:nvPr/>
        </p:nvGrpSpPr>
        <p:grpSpPr>
          <a:xfrm>
            <a:off x="8353997" y="-383894"/>
            <a:ext cx="1346103" cy="1863890"/>
            <a:chOff x="8353997" y="-383894"/>
            <a:chExt cx="1346103" cy="1863890"/>
          </a:xfrm>
        </p:grpSpPr>
        <p:sp>
          <p:nvSpPr>
            <p:cNvPr id="234" name="Google Shape;234;p6"/>
            <p:cNvSpPr/>
            <p:nvPr/>
          </p:nvSpPr>
          <p:spPr>
            <a:xfrm rot="10515604" flipH="1">
              <a:off x="8395233" y="733291"/>
              <a:ext cx="650155" cy="721075"/>
            </a:xfrm>
            <a:custGeom>
              <a:avLst/>
              <a:gdLst/>
              <a:ahLst/>
              <a:cxnLst/>
              <a:rect l="l" t="t" r="r" b="b"/>
              <a:pathLst>
                <a:path w="26008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5" name="Google Shape;235;p6"/>
            <p:cNvSpPr/>
            <p:nvPr/>
          </p:nvSpPr>
          <p:spPr>
            <a:xfrm rot="10515604" flipH="1">
              <a:off x="9021238" y="726016"/>
              <a:ext cx="650180" cy="721100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9" y="20743"/>
                  </a:moveTo>
                  <a:lnTo>
                    <a:pt x="24981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6" name="Google Shape;236;p6"/>
            <p:cNvSpPr/>
            <p:nvPr/>
          </p:nvSpPr>
          <p:spPr>
            <a:xfrm rot="10515604" flipH="1">
              <a:off x="8701958" y="187502"/>
              <a:ext cx="650180" cy="721075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0" y="8102"/>
                  </a:lnTo>
                  <a:lnTo>
                    <a:pt x="1028" y="22525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7" name="Google Shape;237;p6"/>
            <p:cNvSpPr/>
            <p:nvPr/>
          </p:nvSpPr>
          <p:spPr>
            <a:xfrm rot="10515604" flipH="1">
              <a:off x="8382677" y="-351036"/>
              <a:ext cx="650155" cy="721075"/>
            </a:xfrm>
            <a:custGeom>
              <a:avLst/>
              <a:gdLst/>
              <a:ahLst/>
              <a:cxnLst/>
              <a:rect l="l" t="t" r="r" b="b"/>
              <a:pathLst>
                <a:path w="26008" h="28845" fill="none" extrusionOk="0">
                  <a:moveTo>
                    <a:pt x="26008" y="20743"/>
                  </a:moveTo>
                  <a:lnTo>
                    <a:pt x="24980" y="6320"/>
                  </a:lnTo>
                  <a:lnTo>
                    <a:pt x="11975" y="1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2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8" name="Google Shape;238;p6"/>
            <p:cNvSpPr/>
            <p:nvPr/>
          </p:nvSpPr>
          <p:spPr>
            <a:xfrm rot="10515604" flipH="1">
              <a:off x="9008685" y="-358263"/>
              <a:ext cx="650205" cy="721050"/>
            </a:xfrm>
            <a:custGeom>
              <a:avLst/>
              <a:gdLst/>
              <a:ahLst/>
              <a:cxnLst/>
              <a:rect l="l" t="t" r="r" b="b"/>
              <a:pathLst>
                <a:path w="26010" h="28844" fill="none" extrusionOk="0">
                  <a:moveTo>
                    <a:pt x="26009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9" name="Google Shape;239;p6"/>
            <p:cNvSpPr/>
            <p:nvPr/>
          </p:nvSpPr>
          <p:spPr>
            <a:xfrm rot="10515604" flipH="1">
              <a:off x="8988035" y="-202012"/>
              <a:ext cx="57071" cy="57046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0" name="Google Shape;240;p6"/>
            <p:cNvSpPr/>
            <p:nvPr/>
          </p:nvSpPr>
          <p:spPr>
            <a:xfrm rot="10515604" flipH="1">
              <a:off x="9613745" y="157612"/>
              <a:ext cx="57046" cy="57071"/>
            </a:xfrm>
            <a:custGeom>
              <a:avLst/>
              <a:gdLst/>
              <a:ahLst/>
              <a:cxnLst/>
              <a:rect l="l" t="t" r="r" b="b"/>
              <a:pathLst>
                <a:path w="2282" h="2283" extrusionOk="0">
                  <a:moveTo>
                    <a:pt x="1142" y="0"/>
                  </a:moveTo>
                  <a:cubicBezTo>
                    <a:pt x="512" y="0"/>
                    <a:pt x="1" y="511"/>
                    <a:pt x="1" y="1141"/>
                  </a:cubicBezTo>
                  <a:cubicBezTo>
                    <a:pt x="1" y="1771"/>
                    <a:pt x="512" y="2282"/>
                    <a:pt x="1142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0"/>
                    <a:pt x="11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1" name="Google Shape;241;p6"/>
            <p:cNvSpPr/>
            <p:nvPr/>
          </p:nvSpPr>
          <p:spPr>
            <a:xfrm rot="10515604" flipH="1">
              <a:off x="9310934" y="707795"/>
              <a:ext cx="57021" cy="57071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242" name="Google Shape;242;p6"/>
          <p:cNvSpPr/>
          <p:nvPr/>
        </p:nvSpPr>
        <p:spPr>
          <a:xfrm rot="10515604" flipH="1">
            <a:off x="8362734" y="-200629"/>
            <a:ext cx="57046" cy="57046"/>
          </a:xfrm>
          <a:custGeom>
            <a:avLst/>
            <a:gdLst/>
            <a:ahLst/>
            <a:cxnLst/>
            <a:rect l="l" t="t" r="r" b="b"/>
            <a:pathLst>
              <a:path w="2282" h="2282" extrusionOk="0">
                <a:moveTo>
                  <a:pt x="1141" y="0"/>
                </a:moveTo>
                <a:cubicBezTo>
                  <a:pt x="511" y="0"/>
                  <a:pt x="0" y="511"/>
                  <a:pt x="0" y="1141"/>
                </a:cubicBezTo>
                <a:cubicBezTo>
                  <a:pt x="0" y="1770"/>
                  <a:pt x="511" y="2281"/>
                  <a:pt x="1141" y="2281"/>
                </a:cubicBezTo>
                <a:cubicBezTo>
                  <a:pt x="1772" y="2281"/>
                  <a:pt x="2281" y="1770"/>
                  <a:pt x="2281" y="1141"/>
                </a:cubicBezTo>
                <a:cubicBezTo>
                  <a:pt x="2281" y="511"/>
                  <a:pt x="1772" y="0"/>
                  <a:pt x="114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1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426" name="Google Shape;426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13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538" name="Google Shape;538;p13"/>
          <p:cNvSpPr txBox="1">
            <a:spLocks noGrp="1"/>
          </p:cNvSpPr>
          <p:nvPr>
            <p:ph type="subTitle" idx="1"/>
          </p:nvPr>
        </p:nvSpPr>
        <p:spPr>
          <a:xfrm>
            <a:off x="5784713" y="1520950"/>
            <a:ext cx="24687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9" name="Google Shape;539;p13"/>
          <p:cNvSpPr txBox="1">
            <a:spLocks noGrp="1"/>
          </p:cNvSpPr>
          <p:nvPr>
            <p:ph type="title" idx="2" hasCustomPrompt="1"/>
          </p:nvPr>
        </p:nvSpPr>
        <p:spPr>
          <a:xfrm>
            <a:off x="890575" y="1520950"/>
            <a:ext cx="976800" cy="484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40" name="Google Shape;540;p13"/>
          <p:cNvSpPr txBox="1">
            <a:spLocks noGrp="1"/>
          </p:cNvSpPr>
          <p:nvPr>
            <p:ph type="subTitle" idx="3"/>
          </p:nvPr>
        </p:nvSpPr>
        <p:spPr>
          <a:xfrm>
            <a:off x="1954644" y="1520950"/>
            <a:ext cx="37428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41" name="Google Shape;541;p13"/>
          <p:cNvSpPr txBox="1">
            <a:spLocks noGrp="1"/>
          </p:cNvSpPr>
          <p:nvPr>
            <p:ph type="subTitle" idx="4"/>
          </p:nvPr>
        </p:nvSpPr>
        <p:spPr>
          <a:xfrm>
            <a:off x="5784713" y="2154035"/>
            <a:ext cx="24687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2" name="Google Shape;542;p13"/>
          <p:cNvSpPr txBox="1">
            <a:spLocks noGrp="1"/>
          </p:cNvSpPr>
          <p:nvPr>
            <p:ph type="title" idx="5" hasCustomPrompt="1"/>
          </p:nvPr>
        </p:nvSpPr>
        <p:spPr>
          <a:xfrm>
            <a:off x="890575" y="2154035"/>
            <a:ext cx="976800" cy="484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43" name="Google Shape;543;p13"/>
          <p:cNvSpPr txBox="1">
            <a:spLocks noGrp="1"/>
          </p:cNvSpPr>
          <p:nvPr>
            <p:ph type="subTitle" idx="6"/>
          </p:nvPr>
        </p:nvSpPr>
        <p:spPr>
          <a:xfrm>
            <a:off x="1954644" y="2154035"/>
            <a:ext cx="37428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44" name="Google Shape;544;p13"/>
          <p:cNvSpPr txBox="1">
            <a:spLocks noGrp="1"/>
          </p:cNvSpPr>
          <p:nvPr>
            <p:ph type="subTitle" idx="7"/>
          </p:nvPr>
        </p:nvSpPr>
        <p:spPr>
          <a:xfrm>
            <a:off x="5784713" y="2787120"/>
            <a:ext cx="24687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5" name="Google Shape;545;p13"/>
          <p:cNvSpPr txBox="1">
            <a:spLocks noGrp="1"/>
          </p:cNvSpPr>
          <p:nvPr>
            <p:ph type="title" idx="8" hasCustomPrompt="1"/>
          </p:nvPr>
        </p:nvSpPr>
        <p:spPr>
          <a:xfrm>
            <a:off x="890575" y="2787120"/>
            <a:ext cx="976800" cy="484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46" name="Google Shape;546;p13"/>
          <p:cNvSpPr txBox="1">
            <a:spLocks noGrp="1"/>
          </p:cNvSpPr>
          <p:nvPr>
            <p:ph type="subTitle" idx="9"/>
          </p:nvPr>
        </p:nvSpPr>
        <p:spPr>
          <a:xfrm>
            <a:off x="1954644" y="2787120"/>
            <a:ext cx="37428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47" name="Google Shape;547;p13"/>
          <p:cNvSpPr txBox="1">
            <a:spLocks noGrp="1"/>
          </p:cNvSpPr>
          <p:nvPr>
            <p:ph type="subTitle" idx="13"/>
          </p:nvPr>
        </p:nvSpPr>
        <p:spPr>
          <a:xfrm>
            <a:off x="5784713" y="3420205"/>
            <a:ext cx="24687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8" name="Google Shape;548;p13"/>
          <p:cNvSpPr txBox="1">
            <a:spLocks noGrp="1"/>
          </p:cNvSpPr>
          <p:nvPr>
            <p:ph type="title" idx="14" hasCustomPrompt="1"/>
          </p:nvPr>
        </p:nvSpPr>
        <p:spPr>
          <a:xfrm>
            <a:off x="890575" y="3420205"/>
            <a:ext cx="976800" cy="484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49" name="Google Shape;549;p13"/>
          <p:cNvSpPr txBox="1">
            <a:spLocks noGrp="1"/>
          </p:cNvSpPr>
          <p:nvPr>
            <p:ph type="subTitle" idx="15"/>
          </p:nvPr>
        </p:nvSpPr>
        <p:spPr>
          <a:xfrm>
            <a:off x="1954644" y="3420205"/>
            <a:ext cx="37428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50" name="Google Shape;550;p13"/>
          <p:cNvSpPr txBox="1">
            <a:spLocks noGrp="1"/>
          </p:cNvSpPr>
          <p:nvPr>
            <p:ph type="subTitle" idx="16"/>
          </p:nvPr>
        </p:nvSpPr>
        <p:spPr>
          <a:xfrm>
            <a:off x="5784713" y="4053290"/>
            <a:ext cx="24687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1" name="Google Shape;551;p13"/>
          <p:cNvSpPr txBox="1">
            <a:spLocks noGrp="1"/>
          </p:cNvSpPr>
          <p:nvPr>
            <p:ph type="title" idx="17" hasCustomPrompt="1"/>
          </p:nvPr>
        </p:nvSpPr>
        <p:spPr>
          <a:xfrm>
            <a:off x="890575" y="4053290"/>
            <a:ext cx="976800" cy="484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52" name="Google Shape;552;p13"/>
          <p:cNvSpPr txBox="1">
            <a:spLocks noGrp="1"/>
          </p:cNvSpPr>
          <p:nvPr>
            <p:ph type="subTitle" idx="18"/>
          </p:nvPr>
        </p:nvSpPr>
        <p:spPr>
          <a:xfrm>
            <a:off x="1954644" y="4053290"/>
            <a:ext cx="37428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553" name="Google Shape;553;p13"/>
          <p:cNvGrpSpPr/>
          <p:nvPr/>
        </p:nvGrpSpPr>
        <p:grpSpPr>
          <a:xfrm>
            <a:off x="-3773061" y="-978862"/>
            <a:ext cx="5036265" cy="4113315"/>
            <a:chOff x="4780389" y="2513201"/>
            <a:chExt cx="5036265" cy="4113315"/>
          </a:xfrm>
        </p:grpSpPr>
        <p:grpSp>
          <p:nvGrpSpPr>
            <p:cNvPr id="554" name="Google Shape;554;p13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555" name="Google Shape;555;p13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grpSp>
            <p:nvGrpSpPr>
              <p:cNvPr id="556" name="Google Shape;556;p13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557" name="Google Shape;557;p13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558" name="Google Shape;558;p13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559" name="Google Shape;559;p13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560" name="Google Shape;560;p13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561" name="Google Shape;561;p13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562" name="Google Shape;562;p13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563" name="Google Shape;563;p13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564" name="Google Shape;564;p13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565" name="Google Shape;565;p13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566" name="Google Shape;566;p13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567" name="Google Shape;567;p13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568" name="Google Shape;568;p13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569" name="Google Shape;569;p13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570" name="Google Shape;570;p13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571" name="Google Shape;571;p13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572" name="Google Shape;572;p13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573" name="Google Shape;573;p13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574" name="Google Shape;574;p13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575" name="Google Shape;575;p13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576" name="Google Shape;576;p13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577" name="Google Shape;577;p13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578" name="Google Shape;578;p13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579" name="Google Shape;579;p13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580" name="Google Shape;580;p13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581" name="Google Shape;581;p13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582" name="Google Shape;582;p13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583" name="Google Shape;583;p13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584" name="Google Shape;584;p13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585" name="Google Shape;585;p13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</p:grpSp>
            <p:sp>
              <p:nvSpPr>
                <p:cNvPr id="586" name="Google Shape;586;p13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587" name="Google Shape;587;p13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588" name="Google Shape;588;p13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589" name="Google Shape;589;p13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590" name="Google Shape;590;p13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591" name="Google Shape;591;p13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592" name="Google Shape;592;p13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593" name="Google Shape;593;p13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</p:grpSp>
        </p:grpSp>
        <p:sp>
          <p:nvSpPr>
            <p:cNvPr id="594" name="Google Shape;594;p13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5" name="Google Shape;595;p13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6" name="Google Shape;596;p13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14"/>
          <p:cNvSpPr txBox="1">
            <a:spLocks noGrp="1"/>
          </p:cNvSpPr>
          <p:nvPr>
            <p:ph type="title"/>
          </p:nvPr>
        </p:nvSpPr>
        <p:spPr>
          <a:xfrm>
            <a:off x="3424066" y="3475500"/>
            <a:ext cx="5006700" cy="53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599" name="Google Shape;599;p14"/>
          <p:cNvSpPr txBox="1">
            <a:spLocks noGrp="1"/>
          </p:cNvSpPr>
          <p:nvPr>
            <p:ph type="subTitle" idx="1"/>
          </p:nvPr>
        </p:nvSpPr>
        <p:spPr>
          <a:xfrm>
            <a:off x="3423950" y="1025400"/>
            <a:ext cx="5006700" cy="245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grpSp>
        <p:nvGrpSpPr>
          <p:cNvPr id="600" name="Google Shape;600;p14"/>
          <p:cNvGrpSpPr/>
          <p:nvPr/>
        </p:nvGrpSpPr>
        <p:grpSpPr>
          <a:xfrm>
            <a:off x="7107962" y="-355553"/>
            <a:ext cx="1934332" cy="1332011"/>
            <a:chOff x="7107962" y="-355553"/>
            <a:chExt cx="1934332" cy="1332011"/>
          </a:xfrm>
        </p:grpSpPr>
        <p:sp>
          <p:nvSpPr>
            <p:cNvPr id="601" name="Google Shape;601;p14"/>
            <p:cNvSpPr/>
            <p:nvPr/>
          </p:nvSpPr>
          <p:spPr>
            <a:xfrm rot="-157512" flipH="1">
              <a:off x="7124135" y="209124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02" name="Google Shape;602;p14"/>
            <p:cNvSpPr/>
            <p:nvPr/>
          </p:nvSpPr>
          <p:spPr>
            <a:xfrm rot="-157512" flipH="1">
              <a:off x="7112323" y="35256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03" name="Google Shape;603;p14"/>
            <p:cNvSpPr/>
            <p:nvPr/>
          </p:nvSpPr>
          <p:spPr>
            <a:xfrm rot="-157512" flipH="1">
              <a:off x="7729061" y="729798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04" name="Google Shape;604;p14"/>
            <p:cNvSpPr/>
            <p:nvPr/>
          </p:nvSpPr>
          <p:spPr>
            <a:xfrm rot="-157512" flipH="1">
              <a:off x="7756527" y="-354275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2" y="0"/>
                  </a:moveTo>
                  <a:cubicBezTo>
                    <a:pt x="511" y="0"/>
                    <a:pt x="1" y="510"/>
                    <a:pt x="1" y="1140"/>
                  </a:cubicBezTo>
                  <a:cubicBezTo>
                    <a:pt x="1" y="1771"/>
                    <a:pt x="511" y="2281"/>
                    <a:pt x="1142" y="2281"/>
                  </a:cubicBezTo>
                  <a:cubicBezTo>
                    <a:pt x="1772" y="2281"/>
                    <a:pt x="2283" y="1771"/>
                    <a:pt x="2283" y="1140"/>
                  </a:cubicBezTo>
                  <a:cubicBezTo>
                    <a:pt x="2283" y="510"/>
                    <a:pt x="1772" y="0"/>
                    <a:pt x="11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05" name="Google Shape;605;p14"/>
            <p:cNvSpPr/>
            <p:nvPr/>
          </p:nvSpPr>
          <p:spPr>
            <a:xfrm rot="-157512" flipH="1">
              <a:off x="8076682" y="-309131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09" y="20744"/>
                  </a:moveTo>
                  <a:lnTo>
                    <a:pt x="24980" y="6322"/>
                  </a:lnTo>
                  <a:lnTo>
                    <a:pt x="11977" y="1"/>
                  </a:lnTo>
                  <a:lnTo>
                    <a:pt x="0" y="8103"/>
                  </a:lnTo>
                  <a:lnTo>
                    <a:pt x="1029" y="22525"/>
                  </a:lnTo>
                  <a:lnTo>
                    <a:pt x="14034" y="28846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06" name="Google Shape;606;p14"/>
            <p:cNvSpPr/>
            <p:nvPr/>
          </p:nvSpPr>
          <p:spPr>
            <a:xfrm rot="-157512" flipH="1">
              <a:off x="7450823" y="-324986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9" y="20743"/>
                  </a:moveTo>
                  <a:lnTo>
                    <a:pt x="24981" y="6321"/>
                  </a:lnTo>
                  <a:lnTo>
                    <a:pt x="11977" y="0"/>
                  </a:lnTo>
                  <a:lnTo>
                    <a:pt x="0" y="8103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07" name="Google Shape;607;p14"/>
            <p:cNvSpPr/>
            <p:nvPr/>
          </p:nvSpPr>
          <p:spPr>
            <a:xfrm rot="-157512" flipH="1">
              <a:off x="8375904" y="240832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4"/>
                  </a:moveTo>
                  <a:lnTo>
                    <a:pt x="24982" y="6322"/>
                  </a:lnTo>
                  <a:lnTo>
                    <a:pt x="11977" y="1"/>
                  </a:lnTo>
                  <a:lnTo>
                    <a:pt x="1" y="8102"/>
                  </a:lnTo>
                  <a:lnTo>
                    <a:pt x="1030" y="22525"/>
                  </a:lnTo>
                  <a:lnTo>
                    <a:pt x="14034" y="28846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08" name="Google Shape;608;p14"/>
            <p:cNvSpPr/>
            <p:nvPr/>
          </p:nvSpPr>
          <p:spPr>
            <a:xfrm rot="-157512" flipH="1">
              <a:off x="7750020" y="224978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3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609" name="Google Shape;609;p14"/>
          <p:cNvGrpSpPr/>
          <p:nvPr/>
        </p:nvGrpSpPr>
        <p:grpSpPr>
          <a:xfrm>
            <a:off x="108580" y="3475490"/>
            <a:ext cx="1961773" cy="2399979"/>
            <a:chOff x="108580" y="3135490"/>
            <a:chExt cx="1961773" cy="2399979"/>
          </a:xfrm>
        </p:grpSpPr>
        <p:sp>
          <p:nvSpPr>
            <p:cNvPr id="610" name="Google Shape;610;p14"/>
            <p:cNvSpPr/>
            <p:nvPr/>
          </p:nvSpPr>
          <p:spPr>
            <a:xfrm rot="-157512" flipH="1">
              <a:off x="1392148" y="3329544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1" name="Google Shape;611;p14"/>
            <p:cNvSpPr/>
            <p:nvPr/>
          </p:nvSpPr>
          <p:spPr>
            <a:xfrm rot="-157512" flipH="1">
              <a:off x="1064998" y="3864144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2" name="Google Shape;612;p14"/>
            <p:cNvSpPr/>
            <p:nvPr/>
          </p:nvSpPr>
          <p:spPr>
            <a:xfrm rot="-157512" flipH="1">
              <a:off x="1364223" y="440671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3" name="Google Shape;613;p14"/>
            <p:cNvSpPr/>
            <p:nvPr/>
          </p:nvSpPr>
          <p:spPr>
            <a:xfrm rot="-157512" flipH="1">
              <a:off x="119483" y="4382794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614" name="Google Shape;614;p14"/>
            <p:cNvGrpSpPr/>
            <p:nvPr/>
          </p:nvGrpSpPr>
          <p:grpSpPr>
            <a:xfrm>
              <a:off x="108580" y="3135490"/>
              <a:ext cx="1961773" cy="2399979"/>
              <a:chOff x="108580" y="3135490"/>
              <a:chExt cx="1961773" cy="2399979"/>
            </a:xfrm>
          </p:grpSpPr>
          <p:sp>
            <p:nvSpPr>
              <p:cNvPr id="615" name="Google Shape;615;p14"/>
              <p:cNvSpPr/>
              <p:nvPr/>
            </p:nvSpPr>
            <p:spPr>
              <a:xfrm rot="-157512" flipH="1">
                <a:off x="1376547" y="4265784"/>
                <a:ext cx="650167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8" h="28845" fill="none" extrusionOk="0">
                    <a:moveTo>
                      <a:pt x="26008" y="20743"/>
                    </a:moveTo>
                    <a:lnTo>
                      <a:pt x="24980" y="6320"/>
                    </a:lnTo>
                    <a:lnTo>
                      <a:pt x="11975" y="1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2" y="28844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16" name="Google Shape;616;p14"/>
              <p:cNvSpPr/>
              <p:nvPr/>
            </p:nvSpPr>
            <p:spPr>
              <a:xfrm rot="-157512" flipH="1">
                <a:off x="1077325" y="3715820"/>
                <a:ext cx="650192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5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1"/>
                    </a:lnTo>
                    <a:lnTo>
                      <a:pt x="0" y="8102"/>
                    </a:lnTo>
                    <a:lnTo>
                      <a:pt x="1028" y="22525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17" name="Google Shape;617;p14"/>
              <p:cNvSpPr/>
              <p:nvPr/>
            </p:nvSpPr>
            <p:spPr>
              <a:xfrm rot="-157512" flipH="1">
                <a:off x="1404013" y="3181711"/>
                <a:ext cx="650167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8" h="28845" fill="none" extrusionOk="0">
                    <a:moveTo>
                      <a:pt x="26008" y="20744"/>
                    </a:moveTo>
                    <a:lnTo>
                      <a:pt x="24980" y="6321"/>
                    </a:lnTo>
                    <a:lnTo>
                      <a:pt x="11976" y="1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18" name="Google Shape;618;p14"/>
              <p:cNvSpPr/>
              <p:nvPr/>
            </p:nvSpPr>
            <p:spPr>
              <a:xfrm rot="-157512" flipH="1">
                <a:off x="451466" y="3699965"/>
                <a:ext cx="650167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8" h="28845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0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19" name="Google Shape;619;p14"/>
              <p:cNvSpPr/>
              <p:nvPr/>
            </p:nvSpPr>
            <p:spPr>
              <a:xfrm rot="-157512" flipH="1">
                <a:off x="152244" y="3150001"/>
                <a:ext cx="650192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5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0"/>
                    </a:lnTo>
                    <a:lnTo>
                      <a:pt x="1" y="8102"/>
                    </a:lnTo>
                    <a:lnTo>
                      <a:pt x="1029" y="22524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20" name="Google Shape;620;p14"/>
              <p:cNvSpPr/>
              <p:nvPr/>
            </p:nvSpPr>
            <p:spPr>
              <a:xfrm rot="-157512" flipH="1">
                <a:off x="778129" y="3165856"/>
                <a:ext cx="650192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6" fill="none" extrusionOk="0">
                    <a:moveTo>
                      <a:pt x="26009" y="20743"/>
                    </a:moveTo>
                    <a:lnTo>
                      <a:pt x="24981" y="6321"/>
                    </a:lnTo>
                    <a:lnTo>
                      <a:pt x="11976" y="1"/>
                    </a:lnTo>
                    <a:lnTo>
                      <a:pt x="1" y="8102"/>
                    </a:lnTo>
                    <a:lnTo>
                      <a:pt x="1029" y="22525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21" name="Google Shape;621;p14"/>
              <p:cNvSpPr/>
              <p:nvPr/>
            </p:nvSpPr>
            <p:spPr>
              <a:xfrm rot="-157512" flipH="1">
                <a:off x="124753" y="4234050"/>
                <a:ext cx="650217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10" h="28846" fill="none" extrusionOk="0">
                    <a:moveTo>
                      <a:pt x="26009" y="20743"/>
                    </a:moveTo>
                    <a:lnTo>
                      <a:pt x="24980" y="6322"/>
                    </a:lnTo>
                    <a:lnTo>
                      <a:pt x="11976" y="1"/>
                    </a:lnTo>
                    <a:lnTo>
                      <a:pt x="0" y="8103"/>
                    </a:lnTo>
                    <a:lnTo>
                      <a:pt x="1029" y="22525"/>
                    </a:lnTo>
                    <a:lnTo>
                      <a:pt x="14033" y="28846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22" name="Google Shape;622;p14"/>
              <p:cNvSpPr/>
              <p:nvPr/>
            </p:nvSpPr>
            <p:spPr>
              <a:xfrm rot="-157512" flipH="1">
                <a:off x="423974" y="4784014"/>
                <a:ext cx="650192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5" fill="none" extrusionOk="0">
                    <a:moveTo>
                      <a:pt x="26009" y="20743"/>
                    </a:moveTo>
                    <a:lnTo>
                      <a:pt x="24980" y="6322"/>
                    </a:lnTo>
                    <a:lnTo>
                      <a:pt x="11976" y="1"/>
                    </a:lnTo>
                    <a:lnTo>
                      <a:pt x="0" y="8102"/>
                    </a:lnTo>
                    <a:lnTo>
                      <a:pt x="1029" y="22525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23" name="Google Shape;623;p14"/>
              <p:cNvSpPr/>
              <p:nvPr/>
            </p:nvSpPr>
            <p:spPr>
              <a:xfrm rot="-157512" flipH="1">
                <a:off x="1049859" y="4799893"/>
                <a:ext cx="650192" cy="72106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4" fill="none" extrusionOk="0">
                    <a:moveTo>
                      <a:pt x="26009" y="20743"/>
                    </a:moveTo>
                    <a:lnTo>
                      <a:pt x="24980" y="6320"/>
                    </a:lnTo>
                    <a:lnTo>
                      <a:pt x="11976" y="0"/>
                    </a:lnTo>
                    <a:lnTo>
                      <a:pt x="0" y="8101"/>
                    </a:lnTo>
                    <a:lnTo>
                      <a:pt x="1028" y="22523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12">
    <p:spTree>
      <p:nvGrpSpPr>
        <p:cNvPr id="1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7" name="Google Shape;697;p18"/>
          <p:cNvGrpSpPr/>
          <p:nvPr/>
        </p:nvGrpSpPr>
        <p:grpSpPr>
          <a:xfrm flipH="1">
            <a:off x="7223396" y="3475515"/>
            <a:ext cx="1961773" cy="2399979"/>
            <a:chOff x="108580" y="3135490"/>
            <a:chExt cx="1961773" cy="2399979"/>
          </a:xfrm>
        </p:grpSpPr>
        <p:sp>
          <p:nvSpPr>
            <p:cNvPr id="698" name="Google Shape;698;p18"/>
            <p:cNvSpPr/>
            <p:nvPr/>
          </p:nvSpPr>
          <p:spPr>
            <a:xfrm rot="-157512" flipH="1">
              <a:off x="1392148" y="3329544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9" name="Google Shape;699;p18"/>
            <p:cNvSpPr/>
            <p:nvPr/>
          </p:nvSpPr>
          <p:spPr>
            <a:xfrm rot="-157512" flipH="1">
              <a:off x="1064998" y="3864144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0" name="Google Shape;700;p18"/>
            <p:cNvSpPr/>
            <p:nvPr/>
          </p:nvSpPr>
          <p:spPr>
            <a:xfrm rot="-157512" flipH="1">
              <a:off x="1364223" y="440671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1" name="Google Shape;701;p18"/>
            <p:cNvSpPr/>
            <p:nvPr/>
          </p:nvSpPr>
          <p:spPr>
            <a:xfrm rot="-157512" flipH="1">
              <a:off x="119483" y="4382794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702" name="Google Shape;702;p18"/>
            <p:cNvGrpSpPr/>
            <p:nvPr/>
          </p:nvGrpSpPr>
          <p:grpSpPr>
            <a:xfrm>
              <a:off x="108580" y="3135490"/>
              <a:ext cx="1961773" cy="2399979"/>
              <a:chOff x="108580" y="3135490"/>
              <a:chExt cx="1961773" cy="2399979"/>
            </a:xfrm>
          </p:grpSpPr>
          <p:sp>
            <p:nvSpPr>
              <p:cNvPr id="703" name="Google Shape;703;p18"/>
              <p:cNvSpPr/>
              <p:nvPr/>
            </p:nvSpPr>
            <p:spPr>
              <a:xfrm rot="-157512" flipH="1">
                <a:off x="1376547" y="4265784"/>
                <a:ext cx="650167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8" h="28845" fill="none" extrusionOk="0">
                    <a:moveTo>
                      <a:pt x="26008" y="20743"/>
                    </a:moveTo>
                    <a:lnTo>
                      <a:pt x="24980" y="6320"/>
                    </a:lnTo>
                    <a:lnTo>
                      <a:pt x="11975" y="1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2" y="28844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04" name="Google Shape;704;p18"/>
              <p:cNvSpPr/>
              <p:nvPr/>
            </p:nvSpPr>
            <p:spPr>
              <a:xfrm rot="-157512" flipH="1">
                <a:off x="1077325" y="3715820"/>
                <a:ext cx="650192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5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1"/>
                    </a:lnTo>
                    <a:lnTo>
                      <a:pt x="0" y="8102"/>
                    </a:lnTo>
                    <a:lnTo>
                      <a:pt x="1028" y="22525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05" name="Google Shape;705;p18"/>
              <p:cNvSpPr/>
              <p:nvPr/>
            </p:nvSpPr>
            <p:spPr>
              <a:xfrm rot="-157512" flipH="1">
                <a:off x="1404013" y="3181711"/>
                <a:ext cx="650167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8" h="28845" fill="none" extrusionOk="0">
                    <a:moveTo>
                      <a:pt x="26008" y="20744"/>
                    </a:moveTo>
                    <a:lnTo>
                      <a:pt x="24980" y="6321"/>
                    </a:lnTo>
                    <a:lnTo>
                      <a:pt x="11976" y="1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06" name="Google Shape;706;p18"/>
              <p:cNvSpPr/>
              <p:nvPr/>
            </p:nvSpPr>
            <p:spPr>
              <a:xfrm rot="-157512" flipH="1">
                <a:off x="451466" y="3699965"/>
                <a:ext cx="650167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8" h="28845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0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07" name="Google Shape;707;p18"/>
              <p:cNvSpPr/>
              <p:nvPr/>
            </p:nvSpPr>
            <p:spPr>
              <a:xfrm rot="-157512" flipH="1">
                <a:off x="152244" y="3150001"/>
                <a:ext cx="650192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5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0"/>
                    </a:lnTo>
                    <a:lnTo>
                      <a:pt x="1" y="8102"/>
                    </a:lnTo>
                    <a:lnTo>
                      <a:pt x="1029" y="22524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08" name="Google Shape;708;p18"/>
              <p:cNvSpPr/>
              <p:nvPr/>
            </p:nvSpPr>
            <p:spPr>
              <a:xfrm rot="-157512" flipH="1">
                <a:off x="778129" y="3165856"/>
                <a:ext cx="650192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6" fill="none" extrusionOk="0">
                    <a:moveTo>
                      <a:pt x="26009" y="20743"/>
                    </a:moveTo>
                    <a:lnTo>
                      <a:pt x="24981" y="6321"/>
                    </a:lnTo>
                    <a:lnTo>
                      <a:pt x="11976" y="1"/>
                    </a:lnTo>
                    <a:lnTo>
                      <a:pt x="1" y="8102"/>
                    </a:lnTo>
                    <a:lnTo>
                      <a:pt x="1029" y="22525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09" name="Google Shape;709;p18"/>
              <p:cNvSpPr/>
              <p:nvPr/>
            </p:nvSpPr>
            <p:spPr>
              <a:xfrm rot="-157512" flipH="1">
                <a:off x="124753" y="4234050"/>
                <a:ext cx="650217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10" h="28846" fill="none" extrusionOk="0">
                    <a:moveTo>
                      <a:pt x="26009" y="20743"/>
                    </a:moveTo>
                    <a:lnTo>
                      <a:pt x="24980" y="6322"/>
                    </a:lnTo>
                    <a:lnTo>
                      <a:pt x="11976" y="1"/>
                    </a:lnTo>
                    <a:lnTo>
                      <a:pt x="0" y="8103"/>
                    </a:lnTo>
                    <a:lnTo>
                      <a:pt x="1029" y="22525"/>
                    </a:lnTo>
                    <a:lnTo>
                      <a:pt x="14033" y="28846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10" name="Google Shape;710;p18"/>
              <p:cNvSpPr/>
              <p:nvPr/>
            </p:nvSpPr>
            <p:spPr>
              <a:xfrm rot="-157512" flipH="1">
                <a:off x="423974" y="4784014"/>
                <a:ext cx="650192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5" fill="none" extrusionOk="0">
                    <a:moveTo>
                      <a:pt x="26009" y="20743"/>
                    </a:moveTo>
                    <a:lnTo>
                      <a:pt x="24980" y="6322"/>
                    </a:lnTo>
                    <a:lnTo>
                      <a:pt x="11976" y="1"/>
                    </a:lnTo>
                    <a:lnTo>
                      <a:pt x="0" y="8102"/>
                    </a:lnTo>
                    <a:lnTo>
                      <a:pt x="1029" y="22525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11" name="Google Shape;711;p18"/>
              <p:cNvSpPr/>
              <p:nvPr/>
            </p:nvSpPr>
            <p:spPr>
              <a:xfrm rot="-157512" flipH="1">
                <a:off x="1049859" y="4799893"/>
                <a:ext cx="650192" cy="72106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4" fill="none" extrusionOk="0">
                    <a:moveTo>
                      <a:pt x="26009" y="20743"/>
                    </a:moveTo>
                    <a:lnTo>
                      <a:pt x="24980" y="6320"/>
                    </a:lnTo>
                    <a:lnTo>
                      <a:pt x="11976" y="0"/>
                    </a:lnTo>
                    <a:lnTo>
                      <a:pt x="0" y="8101"/>
                    </a:lnTo>
                    <a:lnTo>
                      <a:pt x="1028" y="22523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  <p:grpSp>
        <p:nvGrpSpPr>
          <p:cNvPr id="712" name="Google Shape;712;p18"/>
          <p:cNvGrpSpPr/>
          <p:nvPr/>
        </p:nvGrpSpPr>
        <p:grpSpPr>
          <a:xfrm flipH="1">
            <a:off x="-253943" y="-355553"/>
            <a:ext cx="1934332" cy="1332011"/>
            <a:chOff x="7107962" y="-355553"/>
            <a:chExt cx="1934332" cy="1332011"/>
          </a:xfrm>
        </p:grpSpPr>
        <p:sp>
          <p:nvSpPr>
            <p:cNvPr id="713" name="Google Shape;713;p18"/>
            <p:cNvSpPr/>
            <p:nvPr/>
          </p:nvSpPr>
          <p:spPr>
            <a:xfrm rot="-157512" flipH="1">
              <a:off x="7124135" y="209124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14" name="Google Shape;714;p18"/>
            <p:cNvSpPr/>
            <p:nvPr/>
          </p:nvSpPr>
          <p:spPr>
            <a:xfrm rot="-157512" flipH="1">
              <a:off x="7112323" y="35256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15" name="Google Shape;715;p18"/>
            <p:cNvSpPr/>
            <p:nvPr/>
          </p:nvSpPr>
          <p:spPr>
            <a:xfrm rot="-157512" flipH="1">
              <a:off x="7729061" y="729798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16" name="Google Shape;716;p18"/>
            <p:cNvSpPr/>
            <p:nvPr/>
          </p:nvSpPr>
          <p:spPr>
            <a:xfrm rot="-157512" flipH="1">
              <a:off x="7756527" y="-354275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2" y="0"/>
                  </a:moveTo>
                  <a:cubicBezTo>
                    <a:pt x="511" y="0"/>
                    <a:pt x="1" y="510"/>
                    <a:pt x="1" y="1140"/>
                  </a:cubicBezTo>
                  <a:cubicBezTo>
                    <a:pt x="1" y="1771"/>
                    <a:pt x="511" y="2281"/>
                    <a:pt x="1142" y="2281"/>
                  </a:cubicBezTo>
                  <a:cubicBezTo>
                    <a:pt x="1772" y="2281"/>
                    <a:pt x="2283" y="1771"/>
                    <a:pt x="2283" y="1140"/>
                  </a:cubicBezTo>
                  <a:cubicBezTo>
                    <a:pt x="2283" y="510"/>
                    <a:pt x="1772" y="0"/>
                    <a:pt x="11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17" name="Google Shape;717;p18"/>
            <p:cNvSpPr/>
            <p:nvPr/>
          </p:nvSpPr>
          <p:spPr>
            <a:xfrm rot="-157512" flipH="1">
              <a:off x="8076682" y="-309131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09" y="20744"/>
                  </a:moveTo>
                  <a:lnTo>
                    <a:pt x="24980" y="6322"/>
                  </a:lnTo>
                  <a:lnTo>
                    <a:pt x="11977" y="1"/>
                  </a:lnTo>
                  <a:lnTo>
                    <a:pt x="0" y="8103"/>
                  </a:lnTo>
                  <a:lnTo>
                    <a:pt x="1029" y="22525"/>
                  </a:lnTo>
                  <a:lnTo>
                    <a:pt x="14034" y="28846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18" name="Google Shape;718;p18"/>
            <p:cNvSpPr/>
            <p:nvPr/>
          </p:nvSpPr>
          <p:spPr>
            <a:xfrm rot="-157512" flipH="1">
              <a:off x="7450823" y="-324986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9" y="20743"/>
                  </a:moveTo>
                  <a:lnTo>
                    <a:pt x="24981" y="6321"/>
                  </a:lnTo>
                  <a:lnTo>
                    <a:pt x="11977" y="0"/>
                  </a:lnTo>
                  <a:lnTo>
                    <a:pt x="0" y="8103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19" name="Google Shape;719;p18"/>
            <p:cNvSpPr/>
            <p:nvPr/>
          </p:nvSpPr>
          <p:spPr>
            <a:xfrm rot="-157512" flipH="1">
              <a:off x="8375904" y="240832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4"/>
                  </a:moveTo>
                  <a:lnTo>
                    <a:pt x="24982" y="6322"/>
                  </a:lnTo>
                  <a:lnTo>
                    <a:pt x="11977" y="1"/>
                  </a:lnTo>
                  <a:lnTo>
                    <a:pt x="1" y="8102"/>
                  </a:lnTo>
                  <a:lnTo>
                    <a:pt x="1030" y="22525"/>
                  </a:lnTo>
                  <a:lnTo>
                    <a:pt x="14034" y="28846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0" name="Google Shape;720;p18"/>
            <p:cNvSpPr/>
            <p:nvPr/>
          </p:nvSpPr>
          <p:spPr>
            <a:xfrm rot="-157512" flipH="1">
              <a:off x="7750020" y="224978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3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721" name="Google Shape;721;p18"/>
          <p:cNvSpPr txBox="1">
            <a:spLocks noGrp="1"/>
          </p:cNvSpPr>
          <p:nvPr>
            <p:ph type="title"/>
          </p:nvPr>
        </p:nvSpPr>
        <p:spPr>
          <a:xfrm>
            <a:off x="720000" y="1673500"/>
            <a:ext cx="44664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722" name="Google Shape;722;p18"/>
          <p:cNvSpPr txBox="1">
            <a:spLocks noGrp="1"/>
          </p:cNvSpPr>
          <p:nvPr>
            <p:ph type="subTitle" idx="1"/>
          </p:nvPr>
        </p:nvSpPr>
        <p:spPr>
          <a:xfrm>
            <a:off x="720000" y="2246200"/>
            <a:ext cx="4466400" cy="139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naheim"/>
              <a:buChar char="◆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22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812" name="Google Shape;812;p22"/>
          <p:cNvSpPr txBox="1">
            <a:spLocks noGrp="1"/>
          </p:cNvSpPr>
          <p:nvPr>
            <p:ph type="subTitle" idx="1"/>
          </p:nvPr>
        </p:nvSpPr>
        <p:spPr>
          <a:xfrm>
            <a:off x="926987" y="3180750"/>
            <a:ext cx="2095200" cy="89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3" name="Google Shape;813;p22"/>
          <p:cNvSpPr txBox="1">
            <a:spLocks noGrp="1"/>
          </p:cNvSpPr>
          <p:nvPr>
            <p:ph type="subTitle" idx="2"/>
          </p:nvPr>
        </p:nvSpPr>
        <p:spPr>
          <a:xfrm>
            <a:off x="3524399" y="3180750"/>
            <a:ext cx="2095200" cy="89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4" name="Google Shape;814;p22"/>
          <p:cNvSpPr txBox="1">
            <a:spLocks noGrp="1"/>
          </p:cNvSpPr>
          <p:nvPr>
            <p:ph type="subTitle" idx="3"/>
          </p:nvPr>
        </p:nvSpPr>
        <p:spPr>
          <a:xfrm>
            <a:off x="6121811" y="3180750"/>
            <a:ext cx="2095200" cy="89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5" name="Google Shape;815;p22"/>
          <p:cNvSpPr txBox="1">
            <a:spLocks noGrp="1"/>
          </p:cNvSpPr>
          <p:nvPr>
            <p:ph type="subTitle" idx="4"/>
          </p:nvPr>
        </p:nvSpPr>
        <p:spPr>
          <a:xfrm>
            <a:off x="926987" y="2726175"/>
            <a:ext cx="20952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816" name="Google Shape;816;p22"/>
          <p:cNvSpPr txBox="1">
            <a:spLocks noGrp="1"/>
          </p:cNvSpPr>
          <p:nvPr>
            <p:ph type="subTitle" idx="5"/>
          </p:nvPr>
        </p:nvSpPr>
        <p:spPr>
          <a:xfrm>
            <a:off x="3524399" y="2726175"/>
            <a:ext cx="20952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817" name="Google Shape;817;p22"/>
          <p:cNvSpPr txBox="1">
            <a:spLocks noGrp="1"/>
          </p:cNvSpPr>
          <p:nvPr>
            <p:ph type="subTitle" idx="6"/>
          </p:nvPr>
        </p:nvSpPr>
        <p:spPr>
          <a:xfrm>
            <a:off x="6121811" y="2726175"/>
            <a:ext cx="20952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818" name="Google Shape;818;p22"/>
          <p:cNvGrpSpPr/>
          <p:nvPr/>
        </p:nvGrpSpPr>
        <p:grpSpPr>
          <a:xfrm>
            <a:off x="7221517" y="-507956"/>
            <a:ext cx="2532725" cy="1881750"/>
            <a:chOff x="7221517" y="-507956"/>
            <a:chExt cx="2532725" cy="1881750"/>
          </a:xfrm>
        </p:grpSpPr>
        <p:sp>
          <p:nvSpPr>
            <p:cNvPr id="819" name="Google Shape;819;p22"/>
            <p:cNvSpPr/>
            <p:nvPr/>
          </p:nvSpPr>
          <p:spPr>
            <a:xfrm rot="-157512" flipH="1">
              <a:off x="8467712" y="4798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20" name="Google Shape;820;p22"/>
            <p:cNvSpPr/>
            <p:nvPr/>
          </p:nvSpPr>
          <p:spPr>
            <a:xfrm rot="-157512" flipH="1">
              <a:off x="8489459" y="-461709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21" name="Google Shape;821;p22"/>
            <p:cNvSpPr/>
            <p:nvPr/>
          </p:nvSpPr>
          <p:spPr>
            <a:xfrm rot="-157512" flipH="1">
              <a:off x="7863600" y="-477589"/>
              <a:ext cx="650167" cy="721114"/>
            </a:xfrm>
            <a:custGeom>
              <a:avLst/>
              <a:gdLst/>
              <a:ahLst/>
              <a:cxnLst/>
              <a:rect l="l" t="t" r="r" b="b"/>
              <a:pathLst>
                <a:path w="26008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22" name="Google Shape;822;p22"/>
            <p:cNvSpPr/>
            <p:nvPr/>
          </p:nvSpPr>
          <p:spPr>
            <a:xfrm rot="-157512" flipH="1">
              <a:off x="7237690" y="-493444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23" name="Google Shape;823;p22"/>
            <p:cNvSpPr/>
            <p:nvPr/>
          </p:nvSpPr>
          <p:spPr>
            <a:xfrm rot="-157512" flipH="1">
              <a:off x="8788681" y="88254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24" name="Google Shape;824;p22"/>
            <p:cNvSpPr/>
            <p:nvPr/>
          </p:nvSpPr>
          <p:spPr>
            <a:xfrm rot="-157512" flipH="1">
              <a:off x="8162796" y="72374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25" name="Google Shape;825;p22"/>
            <p:cNvSpPr/>
            <p:nvPr/>
          </p:nvSpPr>
          <p:spPr>
            <a:xfrm rot="-157512" flipH="1">
              <a:off x="9087877" y="638193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26" name="Google Shape;826;p22"/>
            <p:cNvSpPr/>
            <p:nvPr/>
          </p:nvSpPr>
          <p:spPr>
            <a:xfrm rot="-157512" flipH="1">
              <a:off x="7525463" y="193693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27" name="Google Shape;827;p22"/>
            <p:cNvSpPr/>
            <p:nvPr/>
          </p:nvSpPr>
          <p:spPr>
            <a:xfrm rot="-157512" flipH="1">
              <a:off x="9076066" y="78163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28" name="Google Shape;828;p22"/>
            <p:cNvSpPr/>
            <p:nvPr/>
          </p:nvSpPr>
          <p:spPr>
            <a:xfrm rot="-157512" flipH="1">
              <a:off x="9692804" y="115886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829" name="Google Shape;829;p22"/>
          <p:cNvGrpSpPr/>
          <p:nvPr/>
        </p:nvGrpSpPr>
        <p:grpSpPr>
          <a:xfrm flipH="1">
            <a:off x="-836633" y="-507956"/>
            <a:ext cx="2532725" cy="1881750"/>
            <a:chOff x="7221517" y="-507956"/>
            <a:chExt cx="2532725" cy="1881750"/>
          </a:xfrm>
        </p:grpSpPr>
        <p:sp>
          <p:nvSpPr>
            <p:cNvPr id="830" name="Google Shape;830;p22"/>
            <p:cNvSpPr/>
            <p:nvPr/>
          </p:nvSpPr>
          <p:spPr>
            <a:xfrm rot="-157512" flipH="1">
              <a:off x="8467712" y="4798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31" name="Google Shape;831;p22"/>
            <p:cNvSpPr/>
            <p:nvPr/>
          </p:nvSpPr>
          <p:spPr>
            <a:xfrm rot="-157512" flipH="1">
              <a:off x="8489459" y="-461709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32" name="Google Shape;832;p22"/>
            <p:cNvSpPr/>
            <p:nvPr/>
          </p:nvSpPr>
          <p:spPr>
            <a:xfrm rot="-157512" flipH="1">
              <a:off x="7863600" y="-477589"/>
              <a:ext cx="650167" cy="721114"/>
            </a:xfrm>
            <a:custGeom>
              <a:avLst/>
              <a:gdLst/>
              <a:ahLst/>
              <a:cxnLst/>
              <a:rect l="l" t="t" r="r" b="b"/>
              <a:pathLst>
                <a:path w="26008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33" name="Google Shape;833;p22"/>
            <p:cNvSpPr/>
            <p:nvPr/>
          </p:nvSpPr>
          <p:spPr>
            <a:xfrm rot="-157512" flipH="1">
              <a:off x="7237690" y="-493444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34" name="Google Shape;834;p22"/>
            <p:cNvSpPr/>
            <p:nvPr/>
          </p:nvSpPr>
          <p:spPr>
            <a:xfrm rot="-157512" flipH="1">
              <a:off x="8788681" y="88254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35" name="Google Shape;835;p22"/>
            <p:cNvSpPr/>
            <p:nvPr/>
          </p:nvSpPr>
          <p:spPr>
            <a:xfrm rot="-157512" flipH="1">
              <a:off x="8162796" y="72374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36" name="Google Shape;836;p22"/>
            <p:cNvSpPr/>
            <p:nvPr/>
          </p:nvSpPr>
          <p:spPr>
            <a:xfrm rot="-157512" flipH="1">
              <a:off x="9087877" y="638193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37" name="Google Shape;837;p22"/>
            <p:cNvSpPr/>
            <p:nvPr/>
          </p:nvSpPr>
          <p:spPr>
            <a:xfrm rot="-157512" flipH="1">
              <a:off x="7525463" y="193693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38" name="Google Shape;838;p22"/>
            <p:cNvSpPr/>
            <p:nvPr/>
          </p:nvSpPr>
          <p:spPr>
            <a:xfrm rot="-157512" flipH="1">
              <a:off x="9076066" y="78163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39" name="Google Shape;839;p22"/>
            <p:cNvSpPr/>
            <p:nvPr/>
          </p:nvSpPr>
          <p:spPr>
            <a:xfrm rot="-157512" flipH="1">
              <a:off x="9692804" y="115886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3" name="Google Shape;873;p24"/>
          <p:cNvPicPr preferRelativeResize="0"/>
          <p:nvPr/>
        </p:nvPicPr>
        <p:blipFill rotWithShape="1">
          <a:blip r:embed="rId2">
            <a:alphaModFix/>
          </a:blip>
          <a:srcRect l="24331" t="5721" r="23342" b="4591"/>
          <a:stretch/>
        </p:blipFill>
        <p:spPr>
          <a:xfrm rot="2268302">
            <a:off x="7595262" y="-436051"/>
            <a:ext cx="1857374" cy="1790699"/>
          </a:xfrm>
          <a:prstGeom prst="rect">
            <a:avLst/>
          </a:prstGeom>
          <a:noFill/>
          <a:ln>
            <a:noFill/>
          </a:ln>
        </p:spPr>
      </p:pic>
      <p:sp>
        <p:nvSpPr>
          <p:cNvPr id="874" name="Google Shape;874;p24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875" name="Google Shape;875;p24"/>
          <p:cNvSpPr txBox="1">
            <a:spLocks noGrp="1"/>
          </p:cNvSpPr>
          <p:nvPr>
            <p:ph type="subTitle" idx="1"/>
          </p:nvPr>
        </p:nvSpPr>
        <p:spPr>
          <a:xfrm>
            <a:off x="1110205" y="2193175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6" name="Google Shape;876;p24"/>
          <p:cNvSpPr txBox="1">
            <a:spLocks noGrp="1"/>
          </p:cNvSpPr>
          <p:nvPr>
            <p:ph type="subTitle" idx="2"/>
          </p:nvPr>
        </p:nvSpPr>
        <p:spPr>
          <a:xfrm>
            <a:off x="3580050" y="2193175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7" name="Google Shape;877;p24"/>
          <p:cNvSpPr txBox="1">
            <a:spLocks noGrp="1"/>
          </p:cNvSpPr>
          <p:nvPr>
            <p:ph type="subTitle" idx="3"/>
          </p:nvPr>
        </p:nvSpPr>
        <p:spPr>
          <a:xfrm>
            <a:off x="1110205" y="3702775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8" name="Google Shape;878;p24"/>
          <p:cNvSpPr txBox="1">
            <a:spLocks noGrp="1"/>
          </p:cNvSpPr>
          <p:nvPr>
            <p:ph type="subTitle" idx="4"/>
          </p:nvPr>
        </p:nvSpPr>
        <p:spPr>
          <a:xfrm>
            <a:off x="3580050" y="3702775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9" name="Google Shape;879;p24"/>
          <p:cNvSpPr txBox="1">
            <a:spLocks noGrp="1"/>
          </p:cNvSpPr>
          <p:nvPr>
            <p:ph type="subTitle" idx="5"/>
          </p:nvPr>
        </p:nvSpPr>
        <p:spPr>
          <a:xfrm>
            <a:off x="6049895" y="2193175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0" name="Google Shape;880;p24"/>
          <p:cNvSpPr txBox="1">
            <a:spLocks noGrp="1"/>
          </p:cNvSpPr>
          <p:nvPr>
            <p:ph type="subTitle" idx="6"/>
          </p:nvPr>
        </p:nvSpPr>
        <p:spPr>
          <a:xfrm>
            <a:off x="6049895" y="3702775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1" name="Google Shape;881;p24"/>
          <p:cNvSpPr txBox="1">
            <a:spLocks noGrp="1"/>
          </p:cNvSpPr>
          <p:nvPr>
            <p:ph type="subTitle" idx="7"/>
          </p:nvPr>
        </p:nvSpPr>
        <p:spPr>
          <a:xfrm>
            <a:off x="1111105" y="1735963"/>
            <a:ext cx="19842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882" name="Google Shape;882;p24"/>
          <p:cNvSpPr txBox="1">
            <a:spLocks noGrp="1"/>
          </p:cNvSpPr>
          <p:nvPr>
            <p:ph type="subTitle" idx="8"/>
          </p:nvPr>
        </p:nvSpPr>
        <p:spPr>
          <a:xfrm>
            <a:off x="3580950" y="1735963"/>
            <a:ext cx="19842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883" name="Google Shape;883;p24"/>
          <p:cNvSpPr txBox="1">
            <a:spLocks noGrp="1"/>
          </p:cNvSpPr>
          <p:nvPr>
            <p:ph type="subTitle" idx="9"/>
          </p:nvPr>
        </p:nvSpPr>
        <p:spPr>
          <a:xfrm>
            <a:off x="6050795" y="1735963"/>
            <a:ext cx="19842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884" name="Google Shape;884;p24"/>
          <p:cNvSpPr txBox="1">
            <a:spLocks noGrp="1"/>
          </p:cNvSpPr>
          <p:nvPr>
            <p:ph type="subTitle" idx="13"/>
          </p:nvPr>
        </p:nvSpPr>
        <p:spPr>
          <a:xfrm>
            <a:off x="1111105" y="3245575"/>
            <a:ext cx="19842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885" name="Google Shape;885;p24"/>
          <p:cNvSpPr txBox="1">
            <a:spLocks noGrp="1"/>
          </p:cNvSpPr>
          <p:nvPr>
            <p:ph type="subTitle" idx="14"/>
          </p:nvPr>
        </p:nvSpPr>
        <p:spPr>
          <a:xfrm>
            <a:off x="3580950" y="3245575"/>
            <a:ext cx="19842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886" name="Google Shape;886;p24"/>
          <p:cNvSpPr txBox="1">
            <a:spLocks noGrp="1"/>
          </p:cNvSpPr>
          <p:nvPr>
            <p:ph type="subTitle" idx="15"/>
          </p:nvPr>
        </p:nvSpPr>
        <p:spPr>
          <a:xfrm>
            <a:off x="6050795" y="3245575"/>
            <a:ext cx="19842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887" name="Google Shape;887;p24"/>
          <p:cNvGrpSpPr/>
          <p:nvPr/>
        </p:nvGrpSpPr>
        <p:grpSpPr>
          <a:xfrm flipH="1">
            <a:off x="-884258" y="-507956"/>
            <a:ext cx="2532725" cy="1881750"/>
            <a:chOff x="7221517" y="-507956"/>
            <a:chExt cx="2532725" cy="1881750"/>
          </a:xfrm>
        </p:grpSpPr>
        <p:sp>
          <p:nvSpPr>
            <p:cNvPr id="888" name="Google Shape;888;p24"/>
            <p:cNvSpPr/>
            <p:nvPr/>
          </p:nvSpPr>
          <p:spPr>
            <a:xfrm rot="-157512" flipH="1">
              <a:off x="8467712" y="4798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9" name="Google Shape;889;p24"/>
            <p:cNvSpPr/>
            <p:nvPr/>
          </p:nvSpPr>
          <p:spPr>
            <a:xfrm rot="-157512" flipH="1">
              <a:off x="8489459" y="-461709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0" name="Google Shape;890;p24"/>
            <p:cNvSpPr/>
            <p:nvPr/>
          </p:nvSpPr>
          <p:spPr>
            <a:xfrm rot="-157512" flipH="1">
              <a:off x="7863600" y="-477589"/>
              <a:ext cx="650167" cy="721114"/>
            </a:xfrm>
            <a:custGeom>
              <a:avLst/>
              <a:gdLst/>
              <a:ahLst/>
              <a:cxnLst/>
              <a:rect l="l" t="t" r="r" b="b"/>
              <a:pathLst>
                <a:path w="26008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1" name="Google Shape;891;p24"/>
            <p:cNvSpPr/>
            <p:nvPr/>
          </p:nvSpPr>
          <p:spPr>
            <a:xfrm rot="-157512" flipH="1">
              <a:off x="7237690" y="-493444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2" name="Google Shape;892;p24"/>
            <p:cNvSpPr/>
            <p:nvPr/>
          </p:nvSpPr>
          <p:spPr>
            <a:xfrm rot="-157512" flipH="1">
              <a:off x="8788681" y="88254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3" name="Google Shape;893;p24"/>
            <p:cNvSpPr/>
            <p:nvPr/>
          </p:nvSpPr>
          <p:spPr>
            <a:xfrm rot="-157512" flipH="1">
              <a:off x="8162796" y="72374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4" name="Google Shape;894;p24"/>
            <p:cNvSpPr/>
            <p:nvPr/>
          </p:nvSpPr>
          <p:spPr>
            <a:xfrm rot="-157512" flipH="1">
              <a:off x="9087877" y="638193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5" name="Google Shape;895;p24"/>
            <p:cNvSpPr/>
            <p:nvPr/>
          </p:nvSpPr>
          <p:spPr>
            <a:xfrm rot="-157512" flipH="1">
              <a:off x="7525463" y="193693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6" name="Google Shape;896;p24"/>
            <p:cNvSpPr/>
            <p:nvPr/>
          </p:nvSpPr>
          <p:spPr>
            <a:xfrm rot="-157512" flipH="1">
              <a:off x="9076066" y="78163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7" name="Google Shape;897;p24"/>
            <p:cNvSpPr/>
            <p:nvPr/>
          </p:nvSpPr>
          <p:spPr>
            <a:xfrm rot="-157512" flipH="1">
              <a:off x="9692804" y="115886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898" name="Google Shape;898;p24"/>
          <p:cNvGrpSpPr/>
          <p:nvPr/>
        </p:nvGrpSpPr>
        <p:grpSpPr>
          <a:xfrm flipH="1">
            <a:off x="7421542" y="4092619"/>
            <a:ext cx="2532725" cy="1881750"/>
            <a:chOff x="7221517" y="-507956"/>
            <a:chExt cx="2532725" cy="1881750"/>
          </a:xfrm>
        </p:grpSpPr>
        <p:sp>
          <p:nvSpPr>
            <p:cNvPr id="899" name="Google Shape;899;p24"/>
            <p:cNvSpPr/>
            <p:nvPr/>
          </p:nvSpPr>
          <p:spPr>
            <a:xfrm rot="-157512" flipH="1">
              <a:off x="8467712" y="4798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0" name="Google Shape;900;p24"/>
            <p:cNvSpPr/>
            <p:nvPr/>
          </p:nvSpPr>
          <p:spPr>
            <a:xfrm rot="-157512" flipH="1">
              <a:off x="8489459" y="-461709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1" name="Google Shape;901;p24"/>
            <p:cNvSpPr/>
            <p:nvPr/>
          </p:nvSpPr>
          <p:spPr>
            <a:xfrm rot="-157512" flipH="1">
              <a:off x="7863600" y="-477589"/>
              <a:ext cx="650167" cy="721114"/>
            </a:xfrm>
            <a:custGeom>
              <a:avLst/>
              <a:gdLst/>
              <a:ahLst/>
              <a:cxnLst/>
              <a:rect l="l" t="t" r="r" b="b"/>
              <a:pathLst>
                <a:path w="26008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2" name="Google Shape;902;p24"/>
            <p:cNvSpPr/>
            <p:nvPr/>
          </p:nvSpPr>
          <p:spPr>
            <a:xfrm rot="-157512" flipH="1">
              <a:off x="7237690" y="-493444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3" name="Google Shape;903;p24"/>
            <p:cNvSpPr/>
            <p:nvPr/>
          </p:nvSpPr>
          <p:spPr>
            <a:xfrm rot="-157512" flipH="1">
              <a:off x="8788681" y="88254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4" name="Google Shape;904;p24"/>
            <p:cNvSpPr/>
            <p:nvPr/>
          </p:nvSpPr>
          <p:spPr>
            <a:xfrm rot="-157512" flipH="1">
              <a:off x="8162796" y="72374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5" name="Google Shape;905;p24"/>
            <p:cNvSpPr/>
            <p:nvPr/>
          </p:nvSpPr>
          <p:spPr>
            <a:xfrm rot="-157512" flipH="1">
              <a:off x="9087877" y="638193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6" name="Google Shape;906;p24"/>
            <p:cNvSpPr/>
            <p:nvPr/>
          </p:nvSpPr>
          <p:spPr>
            <a:xfrm rot="-157512" flipH="1">
              <a:off x="7525463" y="193693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7" name="Google Shape;907;p24"/>
            <p:cNvSpPr/>
            <p:nvPr/>
          </p:nvSpPr>
          <p:spPr>
            <a:xfrm rot="-157512" flipH="1">
              <a:off x="9076066" y="78163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8" name="Google Shape;908;p24"/>
            <p:cNvSpPr/>
            <p:nvPr/>
          </p:nvSpPr>
          <p:spPr>
            <a:xfrm rot="-157512" flipH="1">
              <a:off x="9692804" y="115886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0">
    <p:spTree>
      <p:nvGrpSpPr>
        <p:cNvPr id="1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p25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grpSp>
        <p:nvGrpSpPr>
          <p:cNvPr id="911" name="Google Shape;911;p25"/>
          <p:cNvGrpSpPr/>
          <p:nvPr/>
        </p:nvGrpSpPr>
        <p:grpSpPr>
          <a:xfrm>
            <a:off x="7488217" y="-507956"/>
            <a:ext cx="2532725" cy="1881750"/>
            <a:chOff x="7221517" y="-507956"/>
            <a:chExt cx="2532725" cy="1881750"/>
          </a:xfrm>
        </p:grpSpPr>
        <p:sp>
          <p:nvSpPr>
            <p:cNvPr id="912" name="Google Shape;912;p25"/>
            <p:cNvSpPr/>
            <p:nvPr/>
          </p:nvSpPr>
          <p:spPr>
            <a:xfrm rot="-157512" flipH="1">
              <a:off x="8467712" y="4798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13" name="Google Shape;913;p25"/>
            <p:cNvSpPr/>
            <p:nvPr/>
          </p:nvSpPr>
          <p:spPr>
            <a:xfrm rot="-157512" flipH="1">
              <a:off x="8489459" y="-461709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14" name="Google Shape;914;p25"/>
            <p:cNvSpPr/>
            <p:nvPr/>
          </p:nvSpPr>
          <p:spPr>
            <a:xfrm rot="-157512" flipH="1">
              <a:off x="7863600" y="-477589"/>
              <a:ext cx="650167" cy="721114"/>
            </a:xfrm>
            <a:custGeom>
              <a:avLst/>
              <a:gdLst/>
              <a:ahLst/>
              <a:cxnLst/>
              <a:rect l="l" t="t" r="r" b="b"/>
              <a:pathLst>
                <a:path w="26008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15" name="Google Shape;915;p25"/>
            <p:cNvSpPr/>
            <p:nvPr/>
          </p:nvSpPr>
          <p:spPr>
            <a:xfrm rot="-157512" flipH="1">
              <a:off x="7237690" y="-493444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16" name="Google Shape;916;p25"/>
            <p:cNvSpPr/>
            <p:nvPr/>
          </p:nvSpPr>
          <p:spPr>
            <a:xfrm rot="-157512" flipH="1">
              <a:off x="8788681" y="88254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17" name="Google Shape;917;p25"/>
            <p:cNvSpPr/>
            <p:nvPr/>
          </p:nvSpPr>
          <p:spPr>
            <a:xfrm rot="-157512" flipH="1">
              <a:off x="8162796" y="72374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18" name="Google Shape;918;p25"/>
            <p:cNvSpPr/>
            <p:nvPr/>
          </p:nvSpPr>
          <p:spPr>
            <a:xfrm rot="-157512" flipH="1">
              <a:off x="9087877" y="638193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19" name="Google Shape;919;p25"/>
            <p:cNvSpPr/>
            <p:nvPr/>
          </p:nvSpPr>
          <p:spPr>
            <a:xfrm rot="-157512" flipH="1">
              <a:off x="7525463" y="193693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20" name="Google Shape;920;p25"/>
            <p:cNvSpPr/>
            <p:nvPr/>
          </p:nvSpPr>
          <p:spPr>
            <a:xfrm rot="-157512" flipH="1">
              <a:off x="9076066" y="78163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21" name="Google Shape;921;p25"/>
            <p:cNvSpPr/>
            <p:nvPr/>
          </p:nvSpPr>
          <p:spPr>
            <a:xfrm rot="-157512" flipH="1">
              <a:off x="9692804" y="115886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3" name="Google Shape;1093;p30"/>
          <p:cNvPicPr preferRelativeResize="0"/>
          <p:nvPr/>
        </p:nvPicPr>
        <p:blipFill rotWithShape="1">
          <a:blip r:embed="rId2">
            <a:alphaModFix/>
          </a:blip>
          <a:srcRect l="24331" t="5721" r="23342" b="4591"/>
          <a:stretch/>
        </p:blipFill>
        <p:spPr>
          <a:xfrm rot="2268302">
            <a:off x="7595262" y="-436051"/>
            <a:ext cx="1857374" cy="17906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94" name="Google Shape;1094;p30"/>
          <p:cNvGrpSpPr/>
          <p:nvPr/>
        </p:nvGrpSpPr>
        <p:grpSpPr>
          <a:xfrm flipH="1">
            <a:off x="-884258" y="-507956"/>
            <a:ext cx="2532725" cy="1881750"/>
            <a:chOff x="7221517" y="-507956"/>
            <a:chExt cx="2532725" cy="1881750"/>
          </a:xfrm>
        </p:grpSpPr>
        <p:sp>
          <p:nvSpPr>
            <p:cNvPr id="1095" name="Google Shape;1095;p30"/>
            <p:cNvSpPr/>
            <p:nvPr/>
          </p:nvSpPr>
          <p:spPr>
            <a:xfrm rot="-157512" flipH="1">
              <a:off x="8467712" y="4798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96" name="Google Shape;1096;p30"/>
            <p:cNvSpPr/>
            <p:nvPr/>
          </p:nvSpPr>
          <p:spPr>
            <a:xfrm rot="-157512" flipH="1">
              <a:off x="8489459" y="-461709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97" name="Google Shape;1097;p30"/>
            <p:cNvSpPr/>
            <p:nvPr/>
          </p:nvSpPr>
          <p:spPr>
            <a:xfrm rot="-157512" flipH="1">
              <a:off x="7863600" y="-477589"/>
              <a:ext cx="650167" cy="721114"/>
            </a:xfrm>
            <a:custGeom>
              <a:avLst/>
              <a:gdLst/>
              <a:ahLst/>
              <a:cxnLst/>
              <a:rect l="l" t="t" r="r" b="b"/>
              <a:pathLst>
                <a:path w="26008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98" name="Google Shape;1098;p30"/>
            <p:cNvSpPr/>
            <p:nvPr/>
          </p:nvSpPr>
          <p:spPr>
            <a:xfrm rot="-157512" flipH="1">
              <a:off x="7237690" y="-493444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99" name="Google Shape;1099;p30"/>
            <p:cNvSpPr/>
            <p:nvPr/>
          </p:nvSpPr>
          <p:spPr>
            <a:xfrm rot="-157512" flipH="1">
              <a:off x="8788681" y="88254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00" name="Google Shape;1100;p30"/>
            <p:cNvSpPr/>
            <p:nvPr/>
          </p:nvSpPr>
          <p:spPr>
            <a:xfrm rot="-157512" flipH="1">
              <a:off x="8162796" y="72374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01" name="Google Shape;1101;p30"/>
            <p:cNvSpPr/>
            <p:nvPr/>
          </p:nvSpPr>
          <p:spPr>
            <a:xfrm rot="-157512" flipH="1">
              <a:off x="9087877" y="638193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02" name="Google Shape;1102;p30"/>
            <p:cNvSpPr/>
            <p:nvPr/>
          </p:nvSpPr>
          <p:spPr>
            <a:xfrm rot="-157512" flipH="1">
              <a:off x="7525463" y="193693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03" name="Google Shape;1103;p30"/>
            <p:cNvSpPr/>
            <p:nvPr/>
          </p:nvSpPr>
          <p:spPr>
            <a:xfrm rot="-157512" flipH="1">
              <a:off x="9076066" y="78163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04" name="Google Shape;1104;p30"/>
            <p:cNvSpPr/>
            <p:nvPr/>
          </p:nvSpPr>
          <p:spPr>
            <a:xfrm rot="-157512" flipH="1">
              <a:off x="9692804" y="115886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105" name="Google Shape;1105;p30"/>
          <p:cNvGrpSpPr/>
          <p:nvPr/>
        </p:nvGrpSpPr>
        <p:grpSpPr>
          <a:xfrm flipH="1">
            <a:off x="7421542" y="4092619"/>
            <a:ext cx="2532725" cy="1881750"/>
            <a:chOff x="7221517" y="-507956"/>
            <a:chExt cx="2532725" cy="1881750"/>
          </a:xfrm>
        </p:grpSpPr>
        <p:sp>
          <p:nvSpPr>
            <p:cNvPr id="1106" name="Google Shape;1106;p30"/>
            <p:cNvSpPr/>
            <p:nvPr/>
          </p:nvSpPr>
          <p:spPr>
            <a:xfrm rot="-157512" flipH="1">
              <a:off x="8467712" y="4798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07" name="Google Shape;1107;p30"/>
            <p:cNvSpPr/>
            <p:nvPr/>
          </p:nvSpPr>
          <p:spPr>
            <a:xfrm rot="-157512" flipH="1">
              <a:off x="8489459" y="-461709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08" name="Google Shape;1108;p30"/>
            <p:cNvSpPr/>
            <p:nvPr/>
          </p:nvSpPr>
          <p:spPr>
            <a:xfrm rot="-157512" flipH="1">
              <a:off x="7863600" y="-477589"/>
              <a:ext cx="650167" cy="721114"/>
            </a:xfrm>
            <a:custGeom>
              <a:avLst/>
              <a:gdLst/>
              <a:ahLst/>
              <a:cxnLst/>
              <a:rect l="l" t="t" r="r" b="b"/>
              <a:pathLst>
                <a:path w="26008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09" name="Google Shape;1109;p30"/>
            <p:cNvSpPr/>
            <p:nvPr/>
          </p:nvSpPr>
          <p:spPr>
            <a:xfrm rot="-157512" flipH="1">
              <a:off x="7237690" y="-493444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10" name="Google Shape;1110;p30"/>
            <p:cNvSpPr/>
            <p:nvPr/>
          </p:nvSpPr>
          <p:spPr>
            <a:xfrm rot="-157512" flipH="1">
              <a:off x="8788681" y="88254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11" name="Google Shape;1111;p30"/>
            <p:cNvSpPr/>
            <p:nvPr/>
          </p:nvSpPr>
          <p:spPr>
            <a:xfrm rot="-157512" flipH="1">
              <a:off x="8162796" y="72374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12" name="Google Shape;1112;p30"/>
            <p:cNvSpPr/>
            <p:nvPr/>
          </p:nvSpPr>
          <p:spPr>
            <a:xfrm rot="-157512" flipH="1">
              <a:off x="9087877" y="638193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13" name="Google Shape;1113;p30"/>
            <p:cNvSpPr/>
            <p:nvPr/>
          </p:nvSpPr>
          <p:spPr>
            <a:xfrm rot="-157512" flipH="1">
              <a:off x="7525463" y="193693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14" name="Google Shape;1114;p30"/>
            <p:cNvSpPr/>
            <p:nvPr/>
          </p:nvSpPr>
          <p:spPr>
            <a:xfrm rot="-157512" flipH="1">
              <a:off x="9076066" y="78163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15" name="Google Shape;1115;p30"/>
            <p:cNvSpPr/>
            <p:nvPr/>
          </p:nvSpPr>
          <p:spPr>
            <a:xfrm rot="-157512" flipH="1">
              <a:off x="9692804" y="115886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116" name="Google Shape;1116;p30"/>
          <p:cNvGrpSpPr/>
          <p:nvPr/>
        </p:nvGrpSpPr>
        <p:grpSpPr>
          <a:xfrm>
            <a:off x="1531525" y="4798375"/>
            <a:ext cx="76825" cy="76800"/>
            <a:chOff x="3104875" y="1099400"/>
            <a:chExt cx="76825" cy="76800"/>
          </a:xfrm>
        </p:grpSpPr>
        <p:sp>
          <p:nvSpPr>
            <p:cNvPr id="1117" name="Google Shape;1117;p30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18" name="Google Shape;1118;p30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119" name="Google Shape;1119;p30"/>
          <p:cNvGrpSpPr/>
          <p:nvPr/>
        </p:nvGrpSpPr>
        <p:grpSpPr>
          <a:xfrm>
            <a:off x="8745875" y="2533350"/>
            <a:ext cx="76825" cy="76800"/>
            <a:chOff x="3104875" y="1099400"/>
            <a:chExt cx="76825" cy="76800"/>
          </a:xfrm>
        </p:grpSpPr>
        <p:sp>
          <p:nvSpPr>
            <p:cNvPr id="1120" name="Google Shape;1120;p30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21" name="Google Shape;1121;p30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122" name="Google Shape;1122;p30"/>
          <p:cNvGrpSpPr/>
          <p:nvPr/>
        </p:nvGrpSpPr>
        <p:grpSpPr>
          <a:xfrm>
            <a:off x="3576600" y="215950"/>
            <a:ext cx="76825" cy="76800"/>
            <a:chOff x="3104875" y="1099400"/>
            <a:chExt cx="76825" cy="76800"/>
          </a:xfrm>
        </p:grpSpPr>
        <p:sp>
          <p:nvSpPr>
            <p:cNvPr id="1123" name="Google Shape;1123;p30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24" name="Google Shape;1124;p30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pic>
        <p:nvPicPr>
          <p:cNvPr id="1125" name="Google Shape;1125;p30"/>
          <p:cNvPicPr preferRelativeResize="0"/>
          <p:nvPr/>
        </p:nvPicPr>
        <p:blipFill rotWithShape="1">
          <a:blip r:embed="rId3">
            <a:alphaModFix/>
          </a:blip>
          <a:srcRect l="15236" r="10474"/>
          <a:stretch/>
        </p:blipFill>
        <p:spPr>
          <a:xfrm>
            <a:off x="7421549" y="539509"/>
            <a:ext cx="1552574" cy="1390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7" name="Google Shape;1127;p31"/>
          <p:cNvGrpSpPr/>
          <p:nvPr/>
        </p:nvGrpSpPr>
        <p:grpSpPr>
          <a:xfrm>
            <a:off x="4780389" y="2513201"/>
            <a:ext cx="5036265" cy="4113315"/>
            <a:chOff x="4780389" y="2513201"/>
            <a:chExt cx="5036265" cy="4113315"/>
          </a:xfrm>
        </p:grpSpPr>
        <p:grpSp>
          <p:nvGrpSpPr>
            <p:cNvPr id="1128" name="Google Shape;1128;p31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1129" name="Google Shape;1129;p31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grpSp>
            <p:nvGrpSpPr>
              <p:cNvPr id="1130" name="Google Shape;1130;p31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1131" name="Google Shape;1131;p31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1132" name="Google Shape;1132;p31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33" name="Google Shape;1133;p31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34" name="Google Shape;1134;p31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35" name="Google Shape;1135;p31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36" name="Google Shape;1136;p31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37" name="Google Shape;1137;p31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38" name="Google Shape;1138;p31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39" name="Google Shape;1139;p31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40" name="Google Shape;1140;p31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41" name="Google Shape;1141;p31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42" name="Google Shape;1142;p31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43" name="Google Shape;1143;p31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44" name="Google Shape;1144;p31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45" name="Google Shape;1145;p31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46" name="Google Shape;1146;p31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47" name="Google Shape;1147;p31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48" name="Google Shape;1148;p31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49" name="Google Shape;1149;p31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50" name="Google Shape;1150;p31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51" name="Google Shape;1151;p31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52" name="Google Shape;1152;p31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53" name="Google Shape;1153;p31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54" name="Google Shape;1154;p31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55" name="Google Shape;1155;p31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56" name="Google Shape;1156;p31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57" name="Google Shape;1157;p31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58" name="Google Shape;1158;p31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59" name="Google Shape;1159;p31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</p:grpSp>
            <p:sp>
              <p:nvSpPr>
                <p:cNvPr id="1160" name="Google Shape;1160;p31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161" name="Google Shape;1161;p31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162" name="Google Shape;1162;p31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163" name="Google Shape;1163;p31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164" name="Google Shape;1164;p31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165" name="Google Shape;1165;p31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166" name="Google Shape;1166;p31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167" name="Google Shape;1167;p31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</p:grpSp>
        </p:grpSp>
        <p:sp>
          <p:nvSpPr>
            <p:cNvPr id="1168" name="Google Shape;1168;p31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69" name="Google Shape;1169;p31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70" name="Google Shape;1170;p31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171" name="Google Shape;1171;p31"/>
          <p:cNvGrpSpPr/>
          <p:nvPr/>
        </p:nvGrpSpPr>
        <p:grpSpPr>
          <a:xfrm>
            <a:off x="-3382536" y="-1517162"/>
            <a:ext cx="5036265" cy="4113315"/>
            <a:chOff x="4780389" y="2513201"/>
            <a:chExt cx="5036265" cy="4113315"/>
          </a:xfrm>
        </p:grpSpPr>
        <p:grpSp>
          <p:nvGrpSpPr>
            <p:cNvPr id="1172" name="Google Shape;1172;p31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1173" name="Google Shape;1173;p31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grpSp>
            <p:nvGrpSpPr>
              <p:cNvPr id="1174" name="Google Shape;1174;p31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1175" name="Google Shape;1175;p31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1176" name="Google Shape;1176;p31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77" name="Google Shape;1177;p31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78" name="Google Shape;1178;p31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79" name="Google Shape;1179;p31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80" name="Google Shape;1180;p31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81" name="Google Shape;1181;p31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82" name="Google Shape;1182;p31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83" name="Google Shape;1183;p31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84" name="Google Shape;1184;p31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85" name="Google Shape;1185;p31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86" name="Google Shape;1186;p31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87" name="Google Shape;1187;p31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88" name="Google Shape;1188;p31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89" name="Google Shape;1189;p31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90" name="Google Shape;1190;p31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91" name="Google Shape;1191;p31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92" name="Google Shape;1192;p31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93" name="Google Shape;1193;p31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94" name="Google Shape;1194;p31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95" name="Google Shape;1195;p31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96" name="Google Shape;1196;p31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97" name="Google Shape;1197;p31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98" name="Google Shape;1198;p31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199" name="Google Shape;1199;p31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200" name="Google Shape;1200;p31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201" name="Google Shape;1201;p31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202" name="Google Shape;1202;p31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203" name="Google Shape;1203;p31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</p:grpSp>
            <p:sp>
              <p:nvSpPr>
                <p:cNvPr id="1204" name="Google Shape;1204;p31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205" name="Google Shape;1205;p31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206" name="Google Shape;1206;p31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207" name="Google Shape;1207;p31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208" name="Google Shape;1208;p31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209" name="Google Shape;1209;p31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210" name="Google Shape;1210;p31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211" name="Google Shape;1211;p31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</p:grpSp>
        </p:grpSp>
        <p:sp>
          <p:nvSpPr>
            <p:cNvPr id="1212" name="Google Shape;1212;p31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13" name="Google Shape;1213;p31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14" name="Google Shape;1214;p31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215" name="Google Shape;1215;p31"/>
          <p:cNvGrpSpPr/>
          <p:nvPr/>
        </p:nvGrpSpPr>
        <p:grpSpPr>
          <a:xfrm>
            <a:off x="274225" y="2188525"/>
            <a:ext cx="76825" cy="76800"/>
            <a:chOff x="3104875" y="1099400"/>
            <a:chExt cx="76825" cy="76800"/>
          </a:xfrm>
        </p:grpSpPr>
        <p:sp>
          <p:nvSpPr>
            <p:cNvPr id="1216" name="Google Shape;1216;p31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17" name="Google Shape;1217;p31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218" name="Google Shape;1218;p31"/>
          <p:cNvGrpSpPr/>
          <p:nvPr/>
        </p:nvGrpSpPr>
        <p:grpSpPr>
          <a:xfrm>
            <a:off x="3783350" y="4781250"/>
            <a:ext cx="76825" cy="76800"/>
            <a:chOff x="3104875" y="1099400"/>
            <a:chExt cx="76825" cy="76800"/>
          </a:xfrm>
        </p:grpSpPr>
        <p:sp>
          <p:nvSpPr>
            <p:cNvPr id="1219" name="Google Shape;1219;p31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20" name="Google Shape;1220;p31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221" name="Google Shape;1221;p31"/>
          <p:cNvGrpSpPr/>
          <p:nvPr/>
        </p:nvGrpSpPr>
        <p:grpSpPr>
          <a:xfrm>
            <a:off x="7034175" y="263575"/>
            <a:ext cx="76825" cy="76800"/>
            <a:chOff x="3104875" y="1099400"/>
            <a:chExt cx="76825" cy="76800"/>
          </a:xfrm>
        </p:grpSpPr>
        <p:sp>
          <p:nvSpPr>
            <p:cNvPr id="1222" name="Google Shape;1222;p31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23" name="Google Shape;1223;p31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pic>
        <p:nvPicPr>
          <p:cNvPr id="1224" name="Google Shape;1224;p31"/>
          <p:cNvPicPr preferRelativeResize="0"/>
          <p:nvPr/>
        </p:nvPicPr>
        <p:blipFill rotWithShape="1">
          <a:blip r:embed="rId2">
            <a:alphaModFix/>
          </a:blip>
          <a:srcRect l="24331" t="5721" r="23342" b="4591"/>
          <a:stretch/>
        </p:blipFill>
        <p:spPr>
          <a:xfrm rot="2268302">
            <a:off x="204037" y="2189887"/>
            <a:ext cx="1857374" cy="1790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5" name="Google Shape;1225;p31"/>
          <p:cNvPicPr preferRelativeResize="0"/>
          <p:nvPr/>
        </p:nvPicPr>
        <p:blipFill rotWithShape="1">
          <a:blip r:embed="rId3">
            <a:alphaModFix/>
          </a:blip>
          <a:srcRect l="18647" t="7960" r="8852" b="8336"/>
          <a:stretch/>
        </p:blipFill>
        <p:spPr>
          <a:xfrm rot="-1406513">
            <a:off x="899285" y="427425"/>
            <a:ext cx="1175233" cy="7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6" name="Google Shape;1226;p31"/>
          <p:cNvPicPr preferRelativeResize="0"/>
          <p:nvPr/>
        </p:nvPicPr>
        <p:blipFill rotWithShape="1">
          <a:blip r:embed="rId4">
            <a:alphaModFix/>
          </a:blip>
          <a:srcRect l="25537" t="7152" r="23467" b="5838"/>
          <a:stretch/>
        </p:blipFill>
        <p:spPr>
          <a:xfrm>
            <a:off x="6925599" y="755225"/>
            <a:ext cx="1920000" cy="1842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7" name="Google Shape;1227;p31"/>
          <p:cNvPicPr preferRelativeResize="0"/>
          <p:nvPr/>
        </p:nvPicPr>
        <p:blipFill rotWithShape="1">
          <a:blip r:embed="rId5">
            <a:alphaModFix/>
          </a:blip>
          <a:srcRect l="15236" r="10474"/>
          <a:stretch/>
        </p:blipFill>
        <p:spPr>
          <a:xfrm rot="1220421">
            <a:off x="6684874" y="2035009"/>
            <a:ext cx="1552575" cy="1390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8" name="Google Shape;1228;p31"/>
          <p:cNvPicPr preferRelativeResize="0"/>
          <p:nvPr/>
        </p:nvPicPr>
        <p:blipFill rotWithShape="1">
          <a:blip r:embed="rId6">
            <a:alphaModFix/>
          </a:blip>
          <a:srcRect l="22009" r="18455"/>
          <a:stretch/>
        </p:blipFill>
        <p:spPr>
          <a:xfrm rot="-1592621">
            <a:off x="1473480" y="2658333"/>
            <a:ext cx="903663" cy="8538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ontserrat Black"/>
              <a:buNone/>
              <a:defRPr sz="32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◆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2" r:id="rId3"/>
    <p:sldLayoutId id="2147483655" r:id="rId4"/>
    <p:sldLayoutId id="2147483658" r:id="rId5"/>
    <p:sldLayoutId id="2147483659" r:id="rId6"/>
    <p:sldLayoutId id="2147483660" r:id="rId7"/>
    <p:sldLayoutId id="2147483664" r:id="rId8"/>
    <p:sldLayoutId id="2147483668" r:id="rId9"/>
    <p:sldLayoutId id="2147483670" r:id="rId10"/>
    <p:sldLayoutId id="2147483671" r:id="rId11"/>
    <p:sldLayoutId id="2147483676" r:id="rId12"/>
    <p:sldLayoutId id="2147483677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5" Type="http://schemas.microsoft.com/office/2007/relationships/hdphoto" Target="../media/hdphoto1.wdp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5" Type="http://schemas.microsoft.com/office/2007/relationships/hdphoto" Target="../media/hdphoto1.wdp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microsoft.com/office/2007/relationships/hdphoto" Target="../media/hdphoto1.wdp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jp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jpg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3.png"/><Relationship Id="rId4" Type="http://schemas.openxmlformats.org/officeDocument/2006/relationships/image" Target="../media/image15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.png"/><Relationship Id="rId5" Type="http://schemas.openxmlformats.org/officeDocument/2006/relationships/image" Target="../media/image16.jpg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6.jpg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6.jpg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8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7.png"/><Relationship Id="rId5" Type="http://schemas.openxmlformats.org/officeDocument/2006/relationships/image" Target="../media/image16.jpg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6.jpg"/><Relationship Id="rId4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9.jpg"/><Relationship Id="rId4" Type="http://schemas.openxmlformats.org/officeDocument/2006/relationships/image" Target="../media/image16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1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26.png"/><Relationship Id="rId4" Type="http://schemas.openxmlformats.org/officeDocument/2006/relationships/image" Target="../media/image25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26.png"/><Relationship Id="rId4" Type="http://schemas.openxmlformats.org/officeDocument/2006/relationships/image" Target="../media/image25.jpe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5" Type="http://schemas.openxmlformats.org/officeDocument/2006/relationships/image" Target="../media/image36.png"/><Relationship Id="rId4" Type="http://schemas.openxmlformats.org/officeDocument/2006/relationships/image" Target="../media/image25.jpe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5" Type="http://schemas.openxmlformats.org/officeDocument/2006/relationships/image" Target="../media/image36.png"/><Relationship Id="rId4" Type="http://schemas.openxmlformats.org/officeDocument/2006/relationships/image" Target="../media/image25.jpe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url?sa=t&amp;source=web&amp;rct=j&amp;opi=89978449&amp;url=http://www.dpco.net/fa/article/11/%25D8%25AE%25D9%2588%25D8%25AF%25D8%25B1%25D9%2588%25D9%2587%25D8%25A7%25DB%258C-%25D8%25AE%25D9%2588%25D8%25AF%25D8%25B1%25D8%25A7%25D9%2586-%25D9%2587%25D8%25B1-%25D8%25A2%25D9%2586%25DA%2586%25D9%2587-%25D8%25A8%25D8%25A7%25DB%258C%25D8%25AF-%25D8%25A8%25D8%25AF%25D8%25A7%25D9%2586%25DB%258C%25D8%25AF&amp;ved=2ahUKEwiIvL3luYmMAxVLzQIHHVrKLS8QFnoECFMQAQ&amp;usg=AOvVaw1mi6Vs8yi3bDQ4dYB3bq7D" TargetMode="External"/><Relationship Id="rId2" Type="http://schemas.openxmlformats.org/officeDocument/2006/relationships/hyperlink" Target="http://www.dpco.net/" TargetMode="External"/><Relationship Id="rId1" Type="http://schemas.openxmlformats.org/officeDocument/2006/relationships/slideLayout" Target="../slideLayouts/slideLayout11.xml"/><Relationship Id="rId5" Type="http://schemas.openxmlformats.org/officeDocument/2006/relationships/hyperlink" Target="https://blog.faradars.org/everything-about-self-propelled-cars-and-artificial-intelligence/" TargetMode="External"/><Relationship Id="rId4" Type="http://schemas.openxmlformats.org/officeDocument/2006/relationships/hyperlink" Target="https://www.google.com/url?sa=t&amp;source=web&amp;rct=j&amp;opi=89978449&amp;url=https://www.mrjalal.com/mag/self-driving-car/&amp;ved=2ahUKEwj_9abx7oyMAxXXSaQEHblMCOwQFnoECBEQBQ&amp;usg=AOvVaw3X0UMx4YWbsqUyM9vVDB2v" TargetMode="Externa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oogle Shape;11119;p77">
            <a:extLst>
              <a:ext uri="{FF2B5EF4-FFF2-40B4-BE49-F238E27FC236}">
                <a16:creationId xmlns:a16="http://schemas.microsoft.com/office/drawing/2014/main" id="{6F8764BC-2466-4AB9-9F9E-BAE4F42CAB29}"/>
              </a:ext>
            </a:extLst>
          </p:cNvPr>
          <p:cNvGrpSpPr/>
          <p:nvPr/>
        </p:nvGrpSpPr>
        <p:grpSpPr>
          <a:xfrm>
            <a:off x="4176240" y="683079"/>
            <a:ext cx="397763" cy="262804"/>
            <a:chOff x="5206262" y="4174817"/>
            <a:chExt cx="397763" cy="262804"/>
          </a:xfrm>
        </p:grpSpPr>
        <p:sp>
          <p:nvSpPr>
            <p:cNvPr id="18" name="Google Shape;11120;p77">
              <a:extLst>
                <a:ext uri="{FF2B5EF4-FFF2-40B4-BE49-F238E27FC236}">
                  <a16:creationId xmlns:a16="http://schemas.microsoft.com/office/drawing/2014/main" id="{E2865CC3-48E3-4073-95A9-9BD56AF93669}"/>
                </a:ext>
              </a:extLst>
            </p:cNvPr>
            <p:cNvSpPr/>
            <p:nvPr/>
          </p:nvSpPr>
          <p:spPr>
            <a:xfrm>
              <a:off x="5206262" y="4177104"/>
              <a:ext cx="397763" cy="260518"/>
            </a:xfrm>
            <a:custGeom>
              <a:avLst/>
              <a:gdLst/>
              <a:ahLst/>
              <a:cxnLst/>
              <a:rect l="l" t="t" r="r" b="b"/>
              <a:pathLst>
                <a:path w="12526" h="8204" extrusionOk="0">
                  <a:moveTo>
                    <a:pt x="3655" y="381"/>
                  </a:moveTo>
                  <a:cubicBezTo>
                    <a:pt x="3989" y="381"/>
                    <a:pt x="4298" y="500"/>
                    <a:pt x="4536" y="738"/>
                  </a:cubicBezTo>
                  <a:lnTo>
                    <a:pt x="7049" y="3120"/>
                  </a:lnTo>
                  <a:lnTo>
                    <a:pt x="5644" y="3120"/>
                  </a:lnTo>
                  <a:lnTo>
                    <a:pt x="3512" y="381"/>
                  </a:lnTo>
                  <a:close/>
                  <a:moveTo>
                    <a:pt x="10585" y="3477"/>
                  </a:moveTo>
                  <a:cubicBezTo>
                    <a:pt x="10882" y="3501"/>
                    <a:pt x="11156" y="3620"/>
                    <a:pt x="11382" y="3846"/>
                  </a:cubicBezTo>
                  <a:lnTo>
                    <a:pt x="11502" y="3965"/>
                  </a:lnTo>
                  <a:lnTo>
                    <a:pt x="10763" y="3965"/>
                  </a:lnTo>
                  <a:lnTo>
                    <a:pt x="10763" y="3953"/>
                  </a:lnTo>
                  <a:cubicBezTo>
                    <a:pt x="10656" y="3953"/>
                    <a:pt x="10585" y="3858"/>
                    <a:pt x="10585" y="3775"/>
                  </a:cubicBezTo>
                  <a:lnTo>
                    <a:pt x="10585" y="3477"/>
                  </a:lnTo>
                  <a:close/>
                  <a:moveTo>
                    <a:pt x="7906" y="4263"/>
                  </a:moveTo>
                  <a:lnTo>
                    <a:pt x="4536" y="7430"/>
                  </a:lnTo>
                  <a:cubicBezTo>
                    <a:pt x="4298" y="7656"/>
                    <a:pt x="3989" y="7787"/>
                    <a:pt x="3655" y="7787"/>
                  </a:cubicBezTo>
                  <a:lnTo>
                    <a:pt x="3512" y="7787"/>
                  </a:lnTo>
                  <a:lnTo>
                    <a:pt x="6263" y="4263"/>
                  </a:lnTo>
                  <a:close/>
                  <a:moveTo>
                    <a:pt x="3381" y="0"/>
                  </a:moveTo>
                  <a:cubicBezTo>
                    <a:pt x="3262" y="0"/>
                    <a:pt x="3155" y="60"/>
                    <a:pt x="3108" y="179"/>
                  </a:cubicBezTo>
                  <a:cubicBezTo>
                    <a:pt x="3060" y="286"/>
                    <a:pt x="3060" y="405"/>
                    <a:pt x="3143" y="512"/>
                  </a:cubicBezTo>
                  <a:lnTo>
                    <a:pt x="5167" y="3120"/>
                  </a:lnTo>
                  <a:lnTo>
                    <a:pt x="2512" y="3120"/>
                  </a:lnTo>
                  <a:cubicBezTo>
                    <a:pt x="2405" y="3120"/>
                    <a:pt x="2310" y="3060"/>
                    <a:pt x="2250" y="2965"/>
                  </a:cubicBezTo>
                  <a:lnTo>
                    <a:pt x="1429" y="1536"/>
                  </a:lnTo>
                  <a:cubicBezTo>
                    <a:pt x="1310" y="1334"/>
                    <a:pt x="1084" y="1215"/>
                    <a:pt x="845" y="1215"/>
                  </a:cubicBezTo>
                  <a:lnTo>
                    <a:pt x="310" y="1215"/>
                  </a:lnTo>
                  <a:cubicBezTo>
                    <a:pt x="143" y="1215"/>
                    <a:pt x="0" y="1346"/>
                    <a:pt x="0" y="1524"/>
                  </a:cubicBezTo>
                  <a:lnTo>
                    <a:pt x="0" y="4394"/>
                  </a:lnTo>
                  <a:cubicBezTo>
                    <a:pt x="0" y="4763"/>
                    <a:pt x="310" y="5084"/>
                    <a:pt x="679" y="5084"/>
                  </a:cubicBezTo>
                  <a:lnTo>
                    <a:pt x="2262" y="5084"/>
                  </a:lnTo>
                  <a:cubicBezTo>
                    <a:pt x="2369" y="5084"/>
                    <a:pt x="2441" y="4989"/>
                    <a:pt x="2441" y="4906"/>
                  </a:cubicBezTo>
                  <a:cubicBezTo>
                    <a:pt x="2441" y="4810"/>
                    <a:pt x="2346" y="4727"/>
                    <a:pt x="2262" y="4727"/>
                  </a:cubicBezTo>
                  <a:lnTo>
                    <a:pt x="679" y="4727"/>
                  </a:lnTo>
                  <a:cubicBezTo>
                    <a:pt x="500" y="4727"/>
                    <a:pt x="369" y="4572"/>
                    <a:pt x="369" y="4406"/>
                  </a:cubicBezTo>
                  <a:lnTo>
                    <a:pt x="369" y="1596"/>
                  </a:lnTo>
                  <a:lnTo>
                    <a:pt x="845" y="1596"/>
                  </a:lnTo>
                  <a:cubicBezTo>
                    <a:pt x="965" y="1596"/>
                    <a:pt x="1060" y="1655"/>
                    <a:pt x="1119" y="1750"/>
                  </a:cubicBezTo>
                  <a:lnTo>
                    <a:pt x="1929" y="3179"/>
                  </a:lnTo>
                  <a:cubicBezTo>
                    <a:pt x="2048" y="3382"/>
                    <a:pt x="2274" y="3513"/>
                    <a:pt x="2512" y="3513"/>
                  </a:cubicBezTo>
                  <a:lnTo>
                    <a:pt x="10192" y="3513"/>
                  </a:lnTo>
                  <a:lnTo>
                    <a:pt x="10192" y="3834"/>
                  </a:lnTo>
                  <a:cubicBezTo>
                    <a:pt x="10192" y="4132"/>
                    <a:pt x="10442" y="4382"/>
                    <a:pt x="10740" y="4382"/>
                  </a:cubicBezTo>
                  <a:lnTo>
                    <a:pt x="11835" y="4382"/>
                  </a:lnTo>
                  <a:lnTo>
                    <a:pt x="12049" y="4620"/>
                  </a:lnTo>
                  <a:cubicBezTo>
                    <a:pt x="12085" y="4644"/>
                    <a:pt x="12109" y="4703"/>
                    <a:pt x="12133" y="4751"/>
                  </a:cubicBezTo>
                  <a:lnTo>
                    <a:pt x="7942" y="4751"/>
                  </a:lnTo>
                  <a:lnTo>
                    <a:pt x="8454" y="4275"/>
                  </a:lnTo>
                  <a:cubicBezTo>
                    <a:pt x="8513" y="4227"/>
                    <a:pt x="8525" y="4144"/>
                    <a:pt x="8501" y="4072"/>
                  </a:cubicBezTo>
                  <a:cubicBezTo>
                    <a:pt x="8465" y="3989"/>
                    <a:pt x="8406" y="3953"/>
                    <a:pt x="8334" y="3953"/>
                  </a:cubicBezTo>
                  <a:lnTo>
                    <a:pt x="6203" y="3953"/>
                  </a:lnTo>
                  <a:cubicBezTo>
                    <a:pt x="6120" y="3953"/>
                    <a:pt x="6025" y="3989"/>
                    <a:pt x="5965" y="4072"/>
                  </a:cubicBezTo>
                  <a:lnTo>
                    <a:pt x="5441" y="4739"/>
                  </a:lnTo>
                  <a:lnTo>
                    <a:pt x="3120" y="4739"/>
                  </a:lnTo>
                  <a:cubicBezTo>
                    <a:pt x="3024" y="4739"/>
                    <a:pt x="2941" y="4822"/>
                    <a:pt x="2941" y="4918"/>
                  </a:cubicBezTo>
                  <a:cubicBezTo>
                    <a:pt x="2941" y="5001"/>
                    <a:pt x="3036" y="5096"/>
                    <a:pt x="3120" y="5096"/>
                  </a:cubicBezTo>
                  <a:lnTo>
                    <a:pt x="5167" y="5096"/>
                  </a:lnTo>
                  <a:lnTo>
                    <a:pt x="3143" y="7704"/>
                  </a:lnTo>
                  <a:cubicBezTo>
                    <a:pt x="3060" y="7787"/>
                    <a:pt x="3048" y="7918"/>
                    <a:pt x="3108" y="8025"/>
                  </a:cubicBezTo>
                  <a:cubicBezTo>
                    <a:pt x="3155" y="8132"/>
                    <a:pt x="3274" y="8204"/>
                    <a:pt x="3381" y="8204"/>
                  </a:cubicBezTo>
                  <a:lnTo>
                    <a:pt x="3643" y="8204"/>
                  </a:lnTo>
                  <a:cubicBezTo>
                    <a:pt x="4060" y="8204"/>
                    <a:pt x="4477" y="8037"/>
                    <a:pt x="4775" y="7763"/>
                  </a:cubicBezTo>
                  <a:lnTo>
                    <a:pt x="7572" y="5108"/>
                  </a:lnTo>
                  <a:lnTo>
                    <a:pt x="12252" y="5108"/>
                  </a:lnTo>
                  <a:cubicBezTo>
                    <a:pt x="12395" y="5108"/>
                    <a:pt x="12525" y="4989"/>
                    <a:pt x="12525" y="4822"/>
                  </a:cubicBezTo>
                  <a:cubicBezTo>
                    <a:pt x="12525" y="4584"/>
                    <a:pt x="12466" y="4406"/>
                    <a:pt x="12335" y="4286"/>
                  </a:cubicBezTo>
                  <a:lnTo>
                    <a:pt x="11621" y="3572"/>
                  </a:lnTo>
                  <a:cubicBezTo>
                    <a:pt x="11311" y="3263"/>
                    <a:pt x="10894" y="3096"/>
                    <a:pt x="10466" y="3096"/>
                  </a:cubicBezTo>
                  <a:lnTo>
                    <a:pt x="7572" y="3096"/>
                  </a:lnTo>
                  <a:lnTo>
                    <a:pt x="4775" y="453"/>
                  </a:lnTo>
                  <a:cubicBezTo>
                    <a:pt x="4465" y="155"/>
                    <a:pt x="4060" y="0"/>
                    <a:pt x="3643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" name="Google Shape;11121;p77">
              <a:extLst>
                <a:ext uri="{FF2B5EF4-FFF2-40B4-BE49-F238E27FC236}">
                  <a16:creationId xmlns:a16="http://schemas.microsoft.com/office/drawing/2014/main" id="{623370D8-090F-464D-A053-36EBE1F42FDF}"/>
                </a:ext>
              </a:extLst>
            </p:cNvPr>
            <p:cNvSpPr/>
            <p:nvPr/>
          </p:nvSpPr>
          <p:spPr>
            <a:xfrm>
              <a:off x="5434231" y="4174817"/>
              <a:ext cx="167539" cy="70369"/>
            </a:xfrm>
            <a:custGeom>
              <a:avLst/>
              <a:gdLst/>
              <a:ahLst/>
              <a:cxnLst/>
              <a:rect l="l" t="t" r="r" b="b"/>
              <a:pathLst>
                <a:path w="5276" h="2216" extrusionOk="0">
                  <a:moveTo>
                    <a:pt x="2596" y="1"/>
                  </a:moveTo>
                  <a:cubicBezTo>
                    <a:pt x="1965" y="1"/>
                    <a:pt x="1417" y="418"/>
                    <a:pt x="1251" y="1013"/>
                  </a:cubicBezTo>
                  <a:cubicBezTo>
                    <a:pt x="1179" y="1001"/>
                    <a:pt x="1108" y="1001"/>
                    <a:pt x="1048" y="1001"/>
                  </a:cubicBezTo>
                  <a:cubicBezTo>
                    <a:pt x="465" y="1001"/>
                    <a:pt x="1" y="1465"/>
                    <a:pt x="1" y="2037"/>
                  </a:cubicBezTo>
                  <a:cubicBezTo>
                    <a:pt x="24" y="2132"/>
                    <a:pt x="96" y="2203"/>
                    <a:pt x="203" y="2203"/>
                  </a:cubicBezTo>
                  <a:lnTo>
                    <a:pt x="3358" y="2203"/>
                  </a:lnTo>
                  <a:cubicBezTo>
                    <a:pt x="3465" y="2203"/>
                    <a:pt x="3537" y="2120"/>
                    <a:pt x="3537" y="2025"/>
                  </a:cubicBezTo>
                  <a:cubicBezTo>
                    <a:pt x="3537" y="1918"/>
                    <a:pt x="3441" y="1846"/>
                    <a:pt x="3358" y="1846"/>
                  </a:cubicBezTo>
                  <a:lnTo>
                    <a:pt x="405" y="1846"/>
                  </a:lnTo>
                  <a:cubicBezTo>
                    <a:pt x="489" y="1561"/>
                    <a:pt x="751" y="1358"/>
                    <a:pt x="1048" y="1358"/>
                  </a:cubicBezTo>
                  <a:cubicBezTo>
                    <a:pt x="1144" y="1358"/>
                    <a:pt x="1239" y="1370"/>
                    <a:pt x="1334" y="1418"/>
                  </a:cubicBezTo>
                  <a:cubicBezTo>
                    <a:pt x="1359" y="1428"/>
                    <a:pt x="1384" y="1431"/>
                    <a:pt x="1409" y="1431"/>
                  </a:cubicBezTo>
                  <a:cubicBezTo>
                    <a:pt x="1442" y="1431"/>
                    <a:pt x="1473" y="1425"/>
                    <a:pt x="1501" y="1418"/>
                  </a:cubicBezTo>
                  <a:cubicBezTo>
                    <a:pt x="1536" y="1382"/>
                    <a:pt x="1584" y="1346"/>
                    <a:pt x="1584" y="1287"/>
                  </a:cubicBezTo>
                  <a:cubicBezTo>
                    <a:pt x="1644" y="763"/>
                    <a:pt x="2096" y="370"/>
                    <a:pt x="2608" y="370"/>
                  </a:cubicBezTo>
                  <a:cubicBezTo>
                    <a:pt x="3084" y="370"/>
                    <a:pt x="3489" y="691"/>
                    <a:pt x="3608" y="1144"/>
                  </a:cubicBezTo>
                  <a:cubicBezTo>
                    <a:pt x="3620" y="1191"/>
                    <a:pt x="3656" y="1239"/>
                    <a:pt x="3703" y="1263"/>
                  </a:cubicBezTo>
                  <a:cubicBezTo>
                    <a:pt x="3726" y="1286"/>
                    <a:pt x="3758" y="1294"/>
                    <a:pt x="3791" y="1294"/>
                  </a:cubicBezTo>
                  <a:cubicBezTo>
                    <a:pt x="3810" y="1294"/>
                    <a:pt x="3829" y="1291"/>
                    <a:pt x="3846" y="1287"/>
                  </a:cubicBezTo>
                  <a:cubicBezTo>
                    <a:pt x="3930" y="1251"/>
                    <a:pt x="4025" y="1239"/>
                    <a:pt x="4120" y="1239"/>
                  </a:cubicBezTo>
                  <a:cubicBezTo>
                    <a:pt x="4501" y="1239"/>
                    <a:pt x="4811" y="1501"/>
                    <a:pt x="4906" y="1858"/>
                  </a:cubicBezTo>
                  <a:lnTo>
                    <a:pt x="4215" y="1858"/>
                  </a:lnTo>
                  <a:cubicBezTo>
                    <a:pt x="4120" y="1858"/>
                    <a:pt x="4037" y="1953"/>
                    <a:pt x="4037" y="2037"/>
                  </a:cubicBezTo>
                  <a:cubicBezTo>
                    <a:pt x="4037" y="2132"/>
                    <a:pt x="4132" y="2215"/>
                    <a:pt x="4215" y="2215"/>
                  </a:cubicBezTo>
                  <a:lnTo>
                    <a:pt x="5096" y="2215"/>
                  </a:lnTo>
                  <a:cubicBezTo>
                    <a:pt x="5204" y="2215"/>
                    <a:pt x="5275" y="2132"/>
                    <a:pt x="5275" y="2037"/>
                  </a:cubicBezTo>
                  <a:cubicBezTo>
                    <a:pt x="5275" y="1406"/>
                    <a:pt x="4751" y="870"/>
                    <a:pt x="4096" y="870"/>
                  </a:cubicBezTo>
                  <a:cubicBezTo>
                    <a:pt x="4025" y="870"/>
                    <a:pt x="3965" y="870"/>
                    <a:pt x="3894" y="882"/>
                  </a:cubicBezTo>
                  <a:cubicBezTo>
                    <a:pt x="3680" y="358"/>
                    <a:pt x="3180" y="1"/>
                    <a:pt x="2596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" name="Google Shape;11122;p77">
              <a:extLst>
                <a:ext uri="{FF2B5EF4-FFF2-40B4-BE49-F238E27FC236}">
                  <a16:creationId xmlns:a16="http://schemas.microsoft.com/office/drawing/2014/main" id="{291DF257-1581-41C8-9130-084CE9287C57}"/>
                </a:ext>
              </a:extLst>
            </p:cNvPr>
            <p:cNvSpPr/>
            <p:nvPr/>
          </p:nvSpPr>
          <p:spPr>
            <a:xfrm>
              <a:off x="5360877" y="4298852"/>
              <a:ext cx="15147" cy="15147"/>
            </a:xfrm>
            <a:custGeom>
              <a:avLst/>
              <a:gdLst/>
              <a:ahLst/>
              <a:cxnLst/>
              <a:rect l="l" t="t" r="r" b="b"/>
              <a:pathLst>
                <a:path w="477" h="477" extrusionOk="0">
                  <a:moveTo>
                    <a:pt x="239" y="0"/>
                  </a:moveTo>
                  <a:cubicBezTo>
                    <a:pt x="96" y="0"/>
                    <a:pt x="1" y="95"/>
                    <a:pt x="1" y="238"/>
                  </a:cubicBezTo>
                  <a:cubicBezTo>
                    <a:pt x="1" y="369"/>
                    <a:pt x="96" y="476"/>
                    <a:pt x="239" y="476"/>
                  </a:cubicBezTo>
                  <a:cubicBezTo>
                    <a:pt x="370" y="476"/>
                    <a:pt x="477" y="381"/>
                    <a:pt x="477" y="238"/>
                  </a:cubicBezTo>
                  <a:cubicBezTo>
                    <a:pt x="477" y="95"/>
                    <a:pt x="370" y="0"/>
                    <a:pt x="239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" name="Google Shape;11123;p77">
              <a:extLst>
                <a:ext uri="{FF2B5EF4-FFF2-40B4-BE49-F238E27FC236}">
                  <a16:creationId xmlns:a16="http://schemas.microsoft.com/office/drawing/2014/main" id="{AFFE9815-12F3-4641-822B-3673D3CEC0D8}"/>
                </a:ext>
              </a:extLst>
            </p:cNvPr>
            <p:cNvSpPr/>
            <p:nvPr/>
          </p:nvSpPr>
          <p:spPr>
            <a:xfrm>
              <a:off x="5329503" y="4298852"/>
              <a:ext cx="15147" cy="15147"/>
            </a:xfrm>
            <a:custGeom>
              <a:avLst/>
              <a:gdLst/>
              <a:ahLst/>
              <a:cxnLst/>
              <a:rect l="l" t="t" r="r" b="b"/>
              <a:pathLst>
                <a:path w="477" h="477" extrusionOk="0">
                  <a:moveTo>
                    <a:pt x="239" y="0"/>
                  </a:moveTo>
                  <a:cubicBezTo>
                    <a:pt x="108" y="0"/>
                    <a:pt x="1" y="95"/>
                    <a:pt x="1" y="238"/>
                  </a:cubicBezTo>
                  <a:cubicBezTo>
                    <a:pt x="1" y="369"/>
                    <a:pt x="108" y="476"/>
                    <a:pt x="239" y="476"/>
                  </a:cubicBezTo>
                  <a:cubicBezTo>
                    <a:pt x="370" y="476"/>
                    <a:pt x="477" y="381"/>
                    <a:pt x="477" y="238"/>
                  </a:cubicBezTo>
                  <a:cubicBezTo>
                    <a:pt x="477" y="95"/>
                    <a:pt x="370" y="0"/>
                    <a:pt x="239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" name="Google Shape;11124;p77">
              <a:extLst>
                <a:ext uri="{FF2B5EF4-FFF2-40B4-BE49-F238E27FC236}">
                  <a16:creationId xmlns:a16="http://schemas.microsoft.com/office/drawing/2014/main" id="{63F7A268-014F-44C5-AA5B-AAD80E4BDF0D}"/>
                </a:ext>
              </a:extLst>
            </p:cNvPr>
            <p:cNvSpPr/>
            <p:nvPr/>
          </p:nvSpPr>
          <p:spPr>
            <a:xfrm>
              <a:off x="5298511" y="4299202"/>
              <a:ext cx="14766" cy="15179"/>
            </a:xfrm>
            <a:custGeom>
              <a:avLst/>
              <a:gdLst/>
              <a:ahLst/>
              <a:cxnLst/>
              <a:rect l="l" t="t" r="r" b="b"/>
              <a:pathLst>
                <a:path w="465" h="478" extrusionOk="0">
                  <a:moveTo>
                    <a:pt x="238" y="1"/>
                  </a:moveTo>
                  <a:cubicBezTo>
                    <a:pt x="95" y="1"/>
                    <a:pt x="0" y="108"/>
                    <a:pt x="0" y="239"/>
                  </a:cubicBezTo>
                  <a:cubicBezTo>
                    <a:pt x="0" y="370"/>
                    <a:pt x="95" y="477"/>
                    <a:pt x="238" y="477"/>
                  </a:cubicBezTo>
                  <a:cubicBezTo>
                    <a:pt x="369" y="477"/>
                    <a:pt x="465" y="370"/>
                    <a:pt x="465" y="239"/>
                  </a:cubicBezTo>
                  <a:cubicBezTo>
                    <a:pt x="465" y="108"/>
                    <a:pt x="369" y="1"/>
                    <a:pt x="238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" name="Google Shape;11125;p77">
              <a:extLst>
                <a:ext uri="{FF2B5EF4-FFF2-40B4-BE49-F238E27FC236}">
                  <a16:creationId xmlns:a16="http://schemas.microsoft.com/office/drawing/2014/main" id="{71282039-6385-461F-86F2-FF7D6CB17ED0}"/>
                </a:ext>
              </a:extLst>
            </p:cNvPr>
            <p:cNvSpPr/>
            <p:nvPr/>
          </p:nvSpPr>
          <p:spPr>
            <a:xfrm>
              <a:off x="5267137" y="4298852"/>
              <a:ext cx="15147" cy="15147"/>
            </a:xfrm>
            <a:custGeom>
              <a:avLst/>
              <a:gdLst/>
              <a:ahLst/>
              <a:cxnLst/>
              <a:rect l="l" t="t" r="r" b="b"/>
              <a:pathLst>
                <a:path w="477" h="477" extrusionOk="0">
                  <a:moveTo>
                    <a:pt x="238" y="0"/>
                  </a:moveTo>
                  <a:cubicBezTo>
                    <a:pt x="107" y="0"/>
                    <a:pt x="0" y="95"/>
                    <a:pt x="0" y="238"/>
                  </a:cubicBezTo>
                  <a:cubicBezTo>
                    <a:pt x="0" y="369"/>
                    <a:pt x="107" y="476"/>
                    <a:pt x="238" y="476"/>
                  </a:cubicBezTo>
                  <a:cubicBezTo>
                    <a:pt x="369" y="476"/>
                    <a:pt x="476" y="369"/>
                    <a:pt x="476" y="238"/>
                  </a:cubicBezTo>
                  <a:cubicBezTo>
                    <a:pt x="476" y="95"/>
                    <a:pt x="369" y="0"/>
                    <a:pt x="238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" name="Google Shape;11126;p77">
              <a:extLst>
                <a:ext uri="{FF2B5EF4-FFF2-40B4-BE49-F238E27FC236}">
                  <a16:creationId xmlns:a16="http://schemas.microsoft.com/office/drawing/2014/main" id="{7DCF6BEB-84F7-4611-ACD8-4C86A64708A9}"/>
                </a:ext>
              </a:extLst>
            </p:cNvPr>
            <p:cNvSpPr/>
            <p:nvPr/>
          </p:nvSpPr>
          <p:spPr>
            <a:xfrm>
              <a:off x="5492470" y="4298852"/>
              <a:ext cx="15147" cy="15147"/>
            </a:xfrm>
            <a:custGeom>
              <a:avLst/>
              <a:gdLst/>
              <a:ahLst/>
              <a:cxnLst/>
              <a:rect l="l" t="t" r="r" b="b"/>
              <a:pathLst>
                <a:path w="477" h="477" extrusionOk="0">
                  <a:moveTo>
                    <a:pt x="238" y="0"/>
                  </a:moveTo>
                  <a:cubicBezTo>
                    <a:pt x="107" y="0"/>
                    <a:pt x="0" y="95"/>
                    <a:pt x="0" y="238"/>
                  </a:cubicBezTo>
                  <a:cubicBezTo>
                    <a:pt x="0" y="369"/>
                    <a:pt x="107" y="476"/>
                    <a:pt x="238" y="476"/>
                  </a:cubicBezTo>
                  <a:cubicBezTo>
                    <a:pt x="381" y="476"/>
                    <a:pt x="476" y="381"/>
                    <a:pt x="476" y="238"/>
                  </a:cubicBezTo>
                  <a:cubicBezTo>
                    <a:pt x="476" y="95"/>
                    <a:pt x="381" y="0"/>
                    <a:pt x="238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pic>
        <p:nvPicPr>
          <p:cNvPr id="1239" name="Google Shape;1239;p35"/>
          <p:cNvPicPr preferRelativeResize="0"/>
          <p:nvPr/>
        </p:nvPicPr>
        <p:blipFill rotWithShape="1">
          <a:blip r:embed="rId3">
            <a:alphaModFix/>
          </a:blip>
          <a:srcRect l="25537" t="7152" r="23467" b="5838"/>
          <a:stretch/>
        </p:blipFill>
        <p:spPr>
          <a:xfrm>
            <a:off x="5198299" y="70850"/>
            <a:ext cx="1920000" cy="1842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0" name="Google Shape;1240;p35"/>
          <p:cNvPicPr preferRelativeResize="0"/>
          <p:nvPr/>
        </p:nvPicPr>
        <p:blipFill rotWithShape="1">
          <a:blip r:embed="rId4">
            <a:alphaModFix/>
          </a:blip>
          <a:srcRect l="22009" r="18455"/>
          <a:stretch/>
        </p:blipFill>
        <p:spPr>
          <a:xfrm rot="-1020085">
            <a:off x="7029503" y="3396240"/>
            <a:ext cx="1187445" cy="11219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7" name="Google Shape;1247;p35"/>
          <p:cNvPicPr preferRelativeResize="0"/>
          <p:nvPr/>
        </p:nvPicPr>
        <p:blipFill rotWithShape="1">
          <a:blip r:embed="rId5">
            <a:alphaModFix/>
          </a:blip>
          <a:srcRect l="18647" t="7960" r="8852" b="8336"/>
          <a:stretch/>
        </p:blipFill>
        <p:spPr>
          <a:xfrm rot="-1152297">
            <a:off x="6577050" y="457137"/>
            <a:ext cx="1647827" cy="1070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B580E08-42B5-42E3-B48F-CF117D51C193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/>
          <a:stretch/>
        </p:blipFill>
        <p:spPr>
          <a:xfrm>
            <a:off x="5136390" y="156201"/>
            <a:ext cx="1828800" cy="18288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129FD65-C88E-44EA-8346-E9730AE21D96}"/>
              </a:ext>
            </a:extLst>
          </p:cNvPr>
          <p:cNvSpPr txBox="1"/>
          <p:nvPr/>
        </p:nvSpPr>
        <p:spPr>
          <a:xfrm>
            <a:off x="751100" y="1941317"/>
            <a:ext cx="7641799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a-IR" sz="38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ماشین های خودران در هوش مصنوعی</a:t>
            </a:r>
            <a:endParaRPr lang="en-US" sz="3800" dirty="0">
              <a:solidFill>
                <a:schemeClr val="tx1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6FA57A-6591-4010-A672-EE174BB3B8BA}"/>
              </a:ext>
            </a:extLst>
          </p:cNvPr>
          <p:cNvSpPr txBox="1"/>
          <p:nvPr/>
        </p:nvSpPr>
        <p:spPr>
          <a:xfrm>
            <a:off x="1653420" y="5238021"/>
            <a:ext cx="45048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a-IR" sz="2000" dirty="0">
                <a:solidFill>
                  <a:schemeClr val="tx1"/>
                </a:solidFill>
                <a:cs typeface="Yekan" pitchFamily="2" charset="-78"/>
              </a:rPr>
              <a:t>استاد : دکتر نورایی</a:t>
            </a:r>
          </a:p>
          <a:p>
            <a:pPr algn="r"/>
            <a:r>
              <a:rPr lang="fa-IR" sz="2000" dirty="0">
                <a:solidFill>
                  <a:schemeClr val="tx1"/>
                </a:solidFill>
                <a:cs typeface="Yekan" pitchFamily="2" charset="-78"/>
              </a:rPr>
              <a:t>ارائه دهندگان : مبینا زنگوئی و هدیه نوروزی</a:t>
            </a:r>
            <a:endParaRPr lang="en-US" sz="2000" dirty="0">
              <a:solidFill>
                <a:schemeClr val="tx1"/>
              </a:solidFill>
              <a:cs typeface="Yekan" pitchFamily="2" charset="-78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CB36B08-10D6-478E-8CB3-1166834683C5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r="935" b="25516"/>
          <a:stretch/>
        </p:blipFill>
        <p:spPr>
          <a:xfrm>
            <a:off x="-255536" y="3446266"/>
            <a:ext cx="3473726" cy="169723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grpSp>
        <p:nvGrpSpPr>
          <p:cNvPr id="25" name="Google Shape;11127;p77">
            <a:extLst>
              <a:ext uri="{FF2B5EF4-FFF2-40B4-BE49-F238E27FC236}">
                <a16:creationId xmlns:a16="http://schemas.microsoft.com/office/drawing/2014/main" id="{1B279E9F-96AC-4455-8806-581F6F3F248D}"/>
              </a:ext>
            </a:extLst>
          </p:cNvPr>
          <p:cNvGrpSpPr/>
          <p:nvPr/>
        </p:nvGrpSpPr>
        <p:grpSpPr>
          <a:xfrm>
            <a:off x="8213781" y="1564908"/>
            <a:ext cx="440505" cy="290018"/>
            <a:chOff x="5727616" y="4204699"/>
            <a:chExt cx="440505" cy="290018"/>
          </a:xfrm>
        </p:grpSpPr>
        <p:sp>
          <p:nvSpPr>
            <p:cNvPr id="26" name="Google Shape;11128;p77">
              <a:extLst>
                <a:ext uri="{FF2B5EF4-FFF2-40B4-BE49-F238E27FC236}">
                  <a16:creationId xmlns:a16="http://schemas.microsoft.com/office/drawing/2014/main" id="{77233741-8DB9-4B55-A97D-64AA95A31DC9}"/>
                </a:ext>
              </a:extLst>
            </p:cNvPr>
            <p:cNvSpPr/>
            <p:nvPr/>
          </p:nvSpPr>
          <p:spPr>
            <a:xfrm>
              <a:off x="5727616" y="4204699"/>
              <a:ext cx="440505" cy="290018"/>
            </a:xfrm>
            <a:custGeom>
              <a:avLst/>
              <a:gdLst/>
              <a:ahLst/>
              <a:cxnLst/>
              <a:rect l="l" t="t" r="r" b="b"/>
              <a:pathLst>
                <a:path w="13872" h="9133" extrusionOk="0">
                  <a:moveTo>
                    <a:pt x="13145" y="4465"/>
                  </a:moveTo>
                  <a:lnTo>
                    <a:pt x="13145" y="4870"/>
                  </a:lnTo>
                  <a:lnTo>
                    <a:pt x="12752" y="4870"/>
                  </a:lnTo>
                  <a:lnTo>
                    <a:pt x="12752" y="4465"/>
                  </a:lnTo>
                  <a:close/>
                  <a:moveTo>
                    <a:pt x="1275" y="3941"/>
                  </a:moveTo>
                  <a:lnTo>
                    <a:pt x="1275" y="4430"/>
                  </a:lnTo>
                  <a:cubicBezTo>
                    <a:pt x="1275" y="4775"/>
                    <a:pt x="1013" y="5049"/>
                    <a:pt x="668" y="5049"/>
                  </a:cubicBezTo>
                  <a:lnTo>
                    <a:pt x="418" y="5049"/>
                  </a:lnTo>
                  <a:cubicBezTo>
                    <a:pt x="501" y="4549"/>
                    <a:pt x="810" y="4120"/>
                    <a:pt x="1275" y="3941"/>
                  </a:cubicBezTo>
                  <a:close/>
                  <a:moveTo>
                    <a:pt x="9121" y="417"/>
                  </a:moveTo>
                  <a:cubicBezTo>
                    <a:pt x="9562" y="417"/>
                    <a:pt x="9978" y="620"/>
                    <a:pt x="10252" y="977"/>
                  </a:cubicBezTo>
                  <a:lnTo>
                    <a:pt x="12205" y="3584"/>
                  </a:lnTo>
                  <a:cubicBezTo>
                    <a:pt x="12240" y="3632"/>
                    <a:pt x="12300" y="3656"/>
                    <a:pt x="12360" y="3656"/>
                  </a:cubicBezTo>
                  <a:lnTo>
                    <a:pt x="13312" y="3656"/>
                  </a:lnTo>
                  <a:cubicBezTo>
                    <a:pt x="13431" y="3656"/>
                    <a:pt x="13514" y="3775"/>
                    <a:pt x="13467" y="3882"/>
                  </a:cubicBezTo>
                  <a:lnTo>
                    <a:pt x="13372" y="4060"/>
                  </a:lnTo>
                  <a:lnTo>
                    <a:pt x="12574" y="4060"/>
                  </a:lnTo>
                  <a:cubicBezTo>
                    <a:pt x="12455" y="4060"/>
                    <a:pt x="12360" y="4156"/>
                    <a:pt x="12360" y="4275"/>
                  </a:cubicBezTo>
                  <a:lnTo>
                    <a:pt x="12360" y="5084"/>
                  </a:lnTo>
                  <a:cubicBezTo>
                    <a:pt x="12360" y="5203"/>
                    <a:pt x="12455" y="5299"/>
                    <a:pt x="12574" y="5299"/>
                  </a:cubicBezTo>
                  <a:lnTo>
                    <a:pt x="13181" y="5299"/>
                  </a:lnTo>
                  <a:lnTo>
                    <a:pt x="13181" y="5596"/>
                  </a:lnTo>
                  <a:cubicBezTo>
                    <a:pt x="13181" y="5787"/>
                    <a:pt x="13252" y="5977"/>
                    <a:pt x="13395" y="6096"/>
                  </a:cubicBezTo>
                  <a:cubicBezTo>
                    <a:pt x="13455" y="6156"/>
                    <a:pt x="13479" y="6227"/>
                    <a:pt x="13479" y="6323"/>
                  </a:cubicBezTo>
                  <a:lnTo>
                    <a:pt x="13479" y="6692"/>
                  </a:lnTo>
                  <a:lnTo>
                    <a:pt x="13443" y="6692"/>
                  </a:lnTo>
                  <a:cubicBezTo>
                    <a:pt x="13443" y="7037"/>
                    <a:pt x="13181" y="7311"/>
                    <a:pt x="12836" y="7311"/>
                  </a:cubicBezTo>
                  <a:lnTo>
                    <a:pt x="12526" y="7311"/>
                  </a:lnTo>
                  <a:cubicBezTo>
                    <a:pt x="12419" y="6501"/>
                    <a:pt x="11740" y="5894"/>
                    <a:pt x="10919" y="5894"/>
                  </a:cubicBezTo>
                  <a:cubicBezTo>
                    <a:pt x="10097" y="5894"/>
                    <a:pt x="9419" y="6513"/>
                    <a:pt x="9312" y="7311"/>
                  </a:cubicBezTo>
                  <a:lnTo>
                    <a:pt x="4061" y="7311"/>
                  </a:lnTo>
                  <a:cubicBezTo>
                    <a:pt x="3954" y="6501"/>
                    <a:pt x="3275" y="5894"/>
                    <a:pt x="2454" y="5894"/>
                  </a:cubicBezTo>
                  <a:cubicBezTo>
                    <a:pt x="1632" y="5894"/>
                    <a:pt x="965" y="6501"/>
                    <a:pt x="846" y="7275"/>
                  </a:cubicBezTo>
                  <a:cubicBezTo>
                    <a:pt x="608" y="7204"/>
                    <a:pt x="429" y="6966"/>
                    <a:pt x="429" y="6692"/>
                  </a:cubicBezTo>
                  <a:lnTo>
                    <a:pt x="429" y="5465"/>
                  </a:lnTo>
                  <a:lnTo>
                    <a:pt x="691" y="5465"/>
                  </a:lnTo>
                  <a:cubicBezTo>
                    <a:pt x="1263" y="5465"/>
                    <a:pt x="1703" y="5001"/>
                    <a:pt x="1703" y="4453"/>
                  </a:cubicBezTo>
                  <a:lnTo>
                    <a:pt x="1703" y="3822"/>
                  </a:lnTo>
                  <a:lnTo>
                    <a:pt x="2406" y="3644"/>
                  </a:lnTo>
                  <a:cubicBezTo>
                    <a:pt x="2465" y="3632"/>
                    <a:pt x="2513" y="3596"/>
                    <a:pt x="2525" y="3560"/>
                  </a:cubicBezTo>
                  <a:lnTo>
                    <a:pt x="3954" y="1120"/>
                  </a:lnTo>
                  <a:cubicBezTo>
                    <a:pt x="4204" y="679"/>
                    <a:pt x="4680" y="417"/>
                    <a:pt x="5180" y="417"/>
                  </a:cubicBezTo>
                  <a:close/>
                  <a:moveTo>
                    <a:pt x="2430" y="6275"/>
                  </a:moveTo>
                  <a:cubicBezTo>
                    <a:pt x="3108" y="6275"/>
                    <a:pt x="3656" y="6823"/>
                    <a:pt x="3656" y="7501"/>
                  </a:cubicBezTo>
                  <a:cubicBezTo>
                    <a:pt x="3656" y="8168"/>
                    <a:pt x="3108" y="8716"/>
                    <a:pt x="2430" y="8716"/>
                  </a:cubicBezTo>
                  <a:cubicBezTo>
                    <a:pt x="1763" y="8716"/>
                    <a:pt x="1215" y="8168"/>
                    <a:pt x="1215" y="7501"/>
                  </a:cubicBezTo>
                  <a:cubicBezTo>
                    <a:pt x="1215" y="6823"/>
                    <a:pt x="1763" y="6275"/>
                    <a:pt x="2430" y="6275"/>
                  </a:cubicBezTo>
                  <a:close/>
                  <a:moveTo>
                    <a:pt x="10919" y="6275"/>
                  </a:moveTo>
                  <a:cubicBezTo>
                    <a:pt x="11586" y="6275"/>
                    <a:pt x="12145" y="6823"/>
                    <a:pt x="12145" y="7501"/>
                  </a:cubicBezTo>
                  <a:cubicBezTo>
                    <a:pt x="12145" y="8168"/>
                    <a:pt x="11586" y="8716"/>
                    <a:pt x="10919" y="8716"/>
                  </a:cubicBezTo>
                  <a:cubicBezTo>
                    <a:pt x="10252" y="8716"/>
                    <a:pt x="9693" y="8168"/>
                    <a:pt x="9693" y="7501"/>
                  </a:cubicBezTo>
                  <a:cubicBezTo>
                    <a:pt x="9693" y="6823"/>
                    <a:pt x="10252" y="6275"/>
                    <a:pt x="10919" y="6275"/>
                  </a:cubicBezTo>
                  <a:close/>
                  <a:moveTo>
                    <a:pt x="5144" y="0"/>
                  </a:moveTo>
                  <a:cubicBezTo>
                    <a:pt x="4501" y="0"/>
                    <a:pt x="3894" y="334"/>
                    <a:pt x="3573" y="905"/>
                  </a:cubicBezTo>
                  <a:lnTo>
                    <a:pt x="2180" y="3275"/>
                  </a:lnTo>
                  <a:lnTo>
                    <a:pt x="1430" y="3465"/>
                  </a:lnTo>
                  <a:cubicBezTo>
                    <a:pt x="489" y="3703"/>
                    <a:pt x="1" y="4477"/>
                    <a:pt x="1" y="5251"/>
                  </a:cubicBezTo>
                  <a:lnTo>
                    <a:pt x="1" y="6692"/>
                  </a:lnTo>
                  <a:cubicBezTo>
                    <a:pt x="1" y="7180"/>
                    <a:pt x="358" y="7608"/>
                    <a:pt x="810" y="7692"/>
                  </a:cubicBezTo>
                  <a:cubicBezTo>
                    <a:pt x="906" y="8501"/>
                    <a:pt x="1584" y="9132"/>
                    <a:pt x="2418" y="9132"/>
                  </a:cubicBezTo>
                  <a:cubicBezTo>
                    <a:pt x="3251" y="9132"/>
                    <a:pt x="3930" y="8513"/>
                    <a:pt x="4025" y="7728"/>
                  </a:cubicBezTo>
                  <a:lnTo>
                    <a:pt x="9300" y="7728"/>
                  </a:lnTo>
                  <a:cubicBezTo>
                    <a:pt x="9407" y="8525"/>
                    <a:pt x="10085" y="9132"/>
                    <a:pt x="10907" y="9132"/>
                  </a:cubicBezTo>
                  <a:cubicBezTo>
                    <a:pt x="11740" y="9132"/>
                    <a:pt x="12407" y="8513"/>
                    <a:pt x="12514" y="7728"/>
                  </a:cubicBezTo>
                  <a:lnTo>
                    <a:pt x="12824" y="7728"/>
                  </a:lnTo>
                  <a:cubicBezTo>
                    <a:pt x="13395" y="7728"/>
                    <a:pt x="13836" y="7263"/>
                    <a:pt x="13836" y="6716"/>
                  </a:cubicBezTo>
                  <a:lnTo>
                    <a:pt x="13836" y="6299"/>
                  </a:lnTo>
                  <a:cubicBezTo>
                    <a:pt x="13848" y="6096"/>
                    <a:pt x="13776" y="5918"/>
                    <a:pt x="13645" y="5787"/>
                  </a:cubicBezTo>
                  <a:cubicBezTo>
                    <a:pt x="13586" y="5727"/>
                    <a:pt x="13550" y="5656"/>
                    <a:pt x="13550" y="5561"/>
                  </a:cubicBezTo>
                  <a:lnTo>
                    <a:pt x="13550" y="4572"/>
                  </a:lnTo>
                  <a:lnTo>
                    <a:pt x="13788" y="4037"/>
                  </a:lnTo>
                  <a:cubicBezTo>
                    <a:pt x="13872" y="3846"/>
                    <a:pt x="13872" y="3656"/>
                    <a:pt x="13764" y="3501"/>
                  </a:cubicBezTo>
                  <a:cubicBezTo>
                    <a:pt x="13657" y="3334"/>
                    <a:pt x="13479" y="3239"/>
                    <a:pt x="13288" y="3239"/>
                  </a:cubicBezTo>
                  <a:lnTo>
                    <a:pt x="12443" y="3239"/>
                  </a:lnTo>
                  <a:lnTo>
                    <a:pt x="10550" y="727"/>
                  </a:lnTo>
                  <a:cubicBezTo>
                    <a:pt x="10204" y="262"/>
                    <a:pt x="9657" y="0"/>
                    <a:pt x="908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" name="Google Shape;11129;p77">
              <a:extLst>
                <a:ext uri="{FF2B5EF4-FFF2-40B4-BE49-F238E27FC236}">
                  <a16:creationId xmlns:a16="http://schemas.microsoft.com/office/drawing/2014/main" id="{4DFD82DE-4586-4735-B894-934845E71A60}"/>
                </a:ext>
              </a:extLst>
            </p:cNvPr>
            <p:cNvSpPr/>
            <p:nvPr/>
          </p:nvSpPr>
          <p:spPr>
            <a:xfrm>
              <a:off x="5779789" y="4416409"/>
              <a:ext cx="52205" cy="51475"/>
            </a:xfrm>
            <a:custGeom>
              <a:avLst/>
              <a:gdLst/>
              <a:ahLst/>
              <a:cxnLst/>
              <a:rect l="l" t="t" r="r" b="b"/>
              <a:pathLst>
                <a:path w="1644" h="1621" extrusionOk="0">
                  <a:moveTo>
                    <a:pt x="811" y="1"/>
                  </a:moveTo>
                  <a:cubicBezTo>
                    <a:pt x="584" y="1"/>
                    <a:pt x="394" y="84"/>
                    <a:pt x="239" y="239"/>
                  </a:cubicBezTo>
                  <a:cubicBezTo>
                    <a:pt x="96" y="382"/>
                    <a:pt x="1" y="596"/>
                    <a:pt x="1" y="799"/>
                  </a:cubicBezTo>
                  <a:cubicBezTo>
                    <a:pt x="1" y="1263"/>
                    <a:pt x="382" y="1620"/>
                    <a:pt x="822" y="1620"/>
                  </a:cubicBezTo>
                  <a:cubicBezTo>
                    <a:pt x="1275" y="1620"/>
                    <a:pt x="1644" y="1263"/>
                    <a:pt x="1644" y="799"/>
                  </a:cubicBezTo>
                  <a:cubicBezTo>
                    <a:pt x="1644" y="739"/>
                    <a:pt x="1632" y="668"/>
                    <a:pt x="1608" y="608"/>
                  </a:cubicBezTo>
                  <a:cubicBezTo>
                    <a:pt x="1557" y="546"/>
                    <a:pt x="1478" y="484"/>
                    <a:pt x="1389" y="484"/>
                  </a:cubicBezTo>
                  <a:cubicBezTo>
                    <a:pt x="1375" y="484"/>
                    <a:pt x="1361" y="486"/>
                    <a:pt x="1346" y="489"/>
                  </a:cubicBezTo>
                  <a:cubicBezTo>
                    <a:pt x="1239" y="525"/>
                    <a:pt x="1168" y="620"/>
                    <a:pt x="1192" y="727"/>
                  </a:cubicBezTo>
                  <a:cubicBezTo>
                    <a:pt x="1203" y="763"/>
                    <a:pt x="1203" y="787"/>
                    <a:pt x="1203" y="822"/>
                  </a:cubicBezTo>
                  <a:cubicBezTo>
                    <a:pt x="1203" y="1037"/>
                    <a:pt x="1025" y="1215"/>
                    <a:pt x="811" y="1215"/>
                  </a:cubicBezTo>
                  <a:cubicBezTo>
                    <a:pt x="584" y="1215"/>
                    <a:pt x="406" y="1037"/>
                    <a:pt x="406" y="822"/>
                  </a:cubicBezTo>
                  <a:cubicBezTo>
                    <a:pt x="406" y="596"/>
                    <a:pt x="584" y="418"/>
                    <a:pt x="811" y="418"/>
                  </a:cubicBezTo>
                  <a:cubicBezTo>
                    <a:pt x="930" y="418"/>
                    <a:pt x="1013" y="322"/>
                    <a:pt x="1013" y="203"/>
                  </a:cubicBezTo>
                  <a:cubicBezTo>
                    <a:pt x="1013" y="84"/>
                    <a:pt x="930" y="1"/>
                    <a:pt x="81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8" name="Google Shape;11130;p77">
              <a:extLst>
                <a:ext uri="{FF2B5EF4-FFF2-40B4-BE49-F238E27FC236}">
                  <a16:creationId xmlns:a16="http://schemas.microsoft.com/office/drawing/2014/main" id="{A34421FE-CAAB-4160-AFAE-A435EDF469A7}"/>
                </a:ext>
              </a:extLst>
            </p:cNvPr>
            <p:cNvSpPr/>
            <p:nvPr/>
          </p:nvSpPr>
          <p:spPr>
            <a:xfrm>
              <a:off x="6048627" y="4416409"/>
              <a:ext cx="52205" cy="51856"/>
            </a:xfrm>
            <a:custGeom>
              <a:avLst/>
              <a:gdLst/>
              <a:ahLst/>
              <a:cxnLst/>
              <a:rect l="l" t="t" r="r" b="b"/>
              <a:pathLst>
                <a:path w="1644" h="1633" extrusionOk="0">
                  <a:moveTo>
                    <a:pt x="822" y="1"/>
                  </a:moveTo>
                  <a:cubicBezTo>
                    <a:pt x="596" y="1"/>
                    <a:pt x="405" y="84"/>
                    <a:pt x="238" y="239"/>
                  </a:cubicBezTo>
                  <a:cubicBezTo>
                    <a:pt x="95" y="382"/>
                    <a:pt x="0" y="596"/>
                    <a:pt x="0" y="822"/>
                  </a:cubicBezTo>
                  <a:cubicBezTo>
                    <a:pt x="0" y="1263"/>
                    <a:pt x="381" y="1632"/>
                    <a:pt x="822" y="1632"/>
                  </a:cubicBezTo>
                  <a:cubicBezTo>
                    <a:pt x="1274" y="1632"/>
                    <a:pt x="1643" y="1275"/>
                    <a:pt x="1643" y="822"/>
                  </a:cubicBezTo>
                  <a:cubicBezTo>
                    <a:pt x="1643" y="763"/>
                    <a:pt x="1631" y="680"/>
                    <a:pt x="1608" y="620"/>
                  </a:cubicBezTo>
                  <a:cubicBezTo>
                    <a:pt x="1577" y="548"/>
                    <a:pt x="1492" y="484"/>
                    <a:pt x="1400" y="484"/>
                  </a:cubicBezTo>
                  <a:cubicBezTo>
                    <a:pt x="1386" y="484"/>
                    <a:pt x="1372" y="486"/>
                    <a:pt x="1358" y="489"/>
                  </a:cubicBezTo>
                  <a:cubicBezTo>
                    <a:pt x="1250" y="525"/>
                    <a:pt x="1179" y="620"/>
                    <a:pt x="1215" y="727"/>
                  </a:cubicBezTo>
                  <a:cubicBezTo>
                    <a:pt x="1227" y="763"/>
                    <a:pt x="1227" y="787"/>
                    <a:pt x="1227" y="822"/>
                  </a:cubicBezTo>
                  <a:cubicBezTo>
                    <a:pt x="1227" y="1037"/>
                    <a:pt x="1048" y="1215"/>
                    <a:pt x="822" y="1215"/>
                  </a:cubicBezTo>
                  <a:cubicBezTo>
                    <a:pt x="596" y="1215"/>
                    <a:pt x="417" y="1037"/>
                    <a:pt x="417" y="822"/>
                  </a:cubicBezTo>
                  <a:cubicBezTo>
                    <a:pt x="417" y="596"/>
                    <a:pt x="596" y="418"/>
                    <a:pt x="822" y="418"/>
                  </a:cubicBezTo>
                  <a:cubicBezTo>
                    <a:pt x="941" y="418"/>
                    <a:pt x="1036" y="322"/>
                    <a:pt x="1036" y="203"/>
                  </a:cubicBezTo>
                  <a:cubicBezTo>
                    <a:pt x="1036" y="84"/>
                    <a:pt x="941" y="1"/>
                    <a:pt x="822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9" name="Google Shape;11131;p77">
              <a:extLst>
                <a:ext uri="{FF2B5EF4-FFF2-40B4-BE49-F238E27FC236}">
                  <a16:creationId xmlns:a16="http://schemas.microsoft.com/office/drawing/2014/main" id="{7DB41BF9-52B1-4037-924B-9252E2676ED1}"/>
                </a:ext>
              </a:extLst>
            </p:cNvPr>
            <p:cNvSpPr/>
            <p:nvPr/>
          </p:nvSpPr>
          <p:spPr>
            <a:xfrm>
              <a:off x="6000995" y="4365379"/>
              <a:ext cx="122892" cy="58016"/>
            </a:xfrm>
            <a:custGeom>
              <a:avLst/>
              <a:gdLst/>
              <a:ahLst/>
              <a:cxnLst/>
              <a:rect l="l" t="t" r="r" b="b"/>
              <a:pathLst>
                <a:path w="3870" h="1827" extrusionOk="0">
                  <a:moveTo>
                    <a:pt x="2310" y="1"/>
                  </a:moveTo>
                  <a:cubicBezTo>
                    <a:pt x="1810" y="1"/>
                    <a:pt x="1334" y="143"/>
                    <a:pt x="929" y="429"/>
                  </a:cubicBezTo>
                  <a:cubicBezTo>
                    <a:pt x="524" y="715"/>
                    <a:pt x="226" y="1096"/>
                    <a:pt x="48" y="1548"/>
                  </a:cubicBezTo>
                  <a:cubicBezTo>
                    <a:pt x="0" y="1656"/>
                    <a:pt x="60" y="1775"/>
                    <a:pt x="167" y="1810"/>
                  </a:cubicBezTo>
                  <a:cubicBezTo>
                    <a:pt x="192" y="1822"/>
                    <a:pt x="218" y="1827"/>
                    <a:pt x="244" y="1827"/>
                  </a:cubicBezTo>
                  <a:cubicBezTo>
                    <a:pt x="326" y="1827"/>
                    <a:pt x="404" y="1773"/>
                    <a:pt x="441" y="1691"/>
                  </a:cubicBezTo>
                  <a:cubicBezTo>
                    <a:pt x="738" y="917"/>
                    <a:pt x="1488" y="405"/>
                    <a:pt x="2322" y="405"/>
                  </a:cubicBezTo>
                  <a:cubicBezTo>
                    <a:pt x="2774" y="405"/>
                    <a:pt x="3191" y="536"/>
                    <a:pt x="3548" y="798"/>
                  </a:cubicBezTo>
                  <a:cubicBezTo>
                    <a:pt x="3581" y="831"/>
                    <a:pt x="3624" y="846"/>
                    <a:pt x="3667" y="846"/>
                  </a:cubicBezTo>
                  <a:cubicBezTo>
                    <a:pt x="3732" y="846"/>
                    <a:pt x="3798" y="813"/>
                    <a:pt x="3834" y="763"/>
                  </a:cubicBezTo>
                  <a:cubicBezTo>
                    <a:pt x="3870" y="679"/>
                    <a:pt x="3858" y="560"/>
                    <a:pt x="3774" y="489"/>
                  </a:cubicBezTo>
                  <a:cubicBezTo>
                    <a:pt x="3334" y="179"/>
                    <a:pt x="2846" y="1"/>
                    <a:pt x="2310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0" name="Google Shape;11132;p77">
              <a:extLst>
                <a:ext uri="{FF2B5EF4-FFF2-40B4-BE49-F238E27FC236}">
                  <a16:creationId xmlns:a16="http://schemas.microsoft.com/office/drawing/2014/main" id="{2222CECE-E577-4542-B530-EE2C77B2D721}"/>
                </a:ext>
              </a:extLst>
            </p:cNvPr>
            <p:cNvSpPr/>
            <p:nvPr/>
          </p:nvSpPr>
          <p:spPr>
            <a:xfrm>
              <a:off x="5816847" y="4230039"/>
              <a:ext cx="124797" cy="193610"/>
            </a:xfrm>
            <a:custGeom>
              <a:avLst/>
              <a:gdLst/>
              <a:ahLst/>
              <a:cxnLst/>
              <a:rect l="l" t="t" r="r" b="b"/>
              <a:pathLst>
                <a:path w="3930" h="6097" extrusionOk="0">
                  <a:moveTo>
                    <a:pt x="3513" y="417"/>
                  </a:moveTo>
                  <a:lnTo>
                    <a:pt x="3513" y="2441"/>
                  </a:lnTo>
                  <a:lnTo>
                    <a:pt x="822" y="2441"/>
                  </a:lnTo>
                  <a:lnTo>
                    <a:pt x="1834" y="714"/>
                  </a:lnTo>
                  <a:cubicBezTo>
                    <a:pt x="1930" y="524"/>
                    <a:pt x="2144" y="417"/>
                    <a:pt x="2346" y="417"/>
                  </a:cubicBezTo>
                  <a:close/>
                  <a:moveTo>
                    <a:pt x="2346" y="0"/>
                  </a:moveTo>
                  <a:cubicBezTo>
                    <a:pt x="1989" y="0"/>
                    <a:pt x="1644" y="203"/>
                    <a:pt x="1465" y="512"/>
                  </a:cubicBezTo>
                  <a:lnTo>
                    <a:pt x="60" y="2917"/>
                  </a:lnTo>
                  <a:cubicBezTo>
                    <a:pt x="1" y="3024"/>
                    <a:pt x="25" y="3143"/>
                    <a:pt x="132" y="3203"/>
                  </a:cubicBezTo>
                  <a:cubicBezTo>
                    <a:pt x="155" y="3215"/>
                    <a:pt x="203" y="3239"/>
                    <a:pt x="239" y="3239"/>
                  </a:cubicBezTo>
                  <a:cubicBezTo>
                    <a:pt x="310" y="3239"/>
                    <a:pt x="370" y="3203"/>
                    <a:pt x="417" y="3131"/>
                  </a:cubicBezTo>
                  <a:lnTo>
                    <a:pt x="572" y="2846"/>
                  </a:lnTo>
                  <a:lnTo>
                    <a:pt x="3513" y="2846"/>
                  </a:lnTo>
                  <a:lnTo>
                    <a:pt x="3513" y="5882"/>
                  </a:lnTo>
                  <a:cubicBezTo>
                    <a:pt x="3513" y="6001"/>
                    <a:pt x="3596" y="6096"/>
                    <a:pt x="3715" y="6096"/>
                  </a:cubicBezTo>
                  <a:cubicBezTo>
                    <a:pt x="3835" y="6096"/>
                    <a:pt x="3930" y="6001"/>
                    <a:pt x="3930" y="5882"/>
                  </a:cubicBezTo>
                  <a:lnTo>
                    <a:pt x="3930" y="203"/>
                  </a:lnTo>
                  <a:cubicBezTo>
                    <a:pt x="3918" y="95"/>
                    <a:pt x="3823" y="0"/>
                    <a:pt x="371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1" name="Google Shape;11133;p77">
              <a:extLst>
                <a:ext uri="{FF2B5EF4-FFF2-40B4-BE49-F238E27FC236}">
                  <a16:creationId xmlns:a16="http://schemas.microsoft.com/office/drawing/2014/main" id="{6C67AAA0-B3ED-4A83-BA9D-C06AA1349534}"/>
                </a:ext>
              </a:extLst>
            </p:cNvPr>
            <p:cNvSpPr/>
            <p:nvPr/>
          </p:nvSpPr>
          <p:spPr>
            <a:xfrm>
              <a:off x="5954474" y="4230039"/>
              <a:ext cx="120256" cy="102854"/>
            </a:xfrm>
            <a:custGeom>
              <a:avLst/>
              <a:gdLst/>
              <a:ahLst/>
              <a:cxnLst/>
              <a:rect l="l" t="t" r="r" b="b"/>
              <a:pathLst>
                <a:path w="3787" h="3239" extrusionOk="0">
                  <a:moveTo>
                    <a:pt x="203" y="0"/>
                  </a:moveTo>
                  <a:cubicBezTo>
                    <a:pt x="84" y="0"/>
                    <a:pt x="1" y="95"/>
                    <a:pt x="1" y="214"/>
                  </a:cubicBezTo>
                  <a:lnTo>
                    <a:pt x="1" y="3024"/>
                  </a:lnTo>
                  <a:cubicBezTo>
                    <a:pt x="1" y="3143"/>
                    <a:pt x="84" y="3239"/>
                    <a:pt x="203" y="3239"/>
                  </a:cubicBezTo>
                  <a:cubicBezTo>
                    <a:pt x="322" y="3239"/>
                    <a:pt x="417" y="3143"/>
                    <a:pt x="417" y="3024"/>
                  </a:cubicBezTo>
                  <a:lnTo>
                    <a:pt x="417" y="405"/>
                  </a:lnTo>
                  <a:lnTo>
                    <a:pt x="1977" y="405"/>
                  </a:lnTo>
                  <a:cubicBezTo>
                    <a:pt x="2132" y="405"/>
                    <a:pt x="2322" y="512"/>
                    <a:pt x="2429" y="655"/>
                  </a:cubicBezTo>
                  <a:lnTo>
                    <a:pt x="3287" y="1786"/>
                  </a:lnTo>
                  <a:cubicBezTo>
                    <a:pt x="3346" y="1869"/>
                    <a:pt x="3358" y="1941"/>
                    <a:pt x="3358" y="2024"/>
                  </a:cubicBezTo>
                  <a:cubicBezTo>
                    <a:pt x="3358" y="2250"/>
                    <a:pt x="3180" y="2429"/>
                    <a:pt x="2953" y="2429"/>
                  </a:cubicBezTo>
                  <a:lnTo>
                    <a:pt x="1013" y="2429"/>
                  </a:lnTo>
                  <a:cubicBezTo>
                    <a:pt x="894" y="2429"/>
                    <a:pt x="798" y="2524"/>
                    <a:pt x="798" y="2643"/>
                  </a:cubicBezTo>
                  <a:cubicBezTo>
                    <a:pt x="798" y="2762"/>
                    <a:pt x="882" y="2846"/>
                    <a:pt x="1013" y="2846"/>
                  </a:cubicBezTo>
                  <a:lnTo>
                    <a:pt x="2977" y="2846"/>
                  </a:lnTo>
                  <a:cubicBezTo>
                    <a:pt x="3418" y="2846"/>
                    <a:pt x="3787" y="2489"/>
                    <a:pt x="3787" y="2024"/>
                  </a:cubicBezTo>
                  <a:cubicBezTo>
                    <a:pt x="3787" y="1846"/>
                    <a:pt x="3727" y="1691"/>
                    <a:pt x="3632" y="1536"/>
                  </a:cubicBezTo>
                  <a:lnTo>
                    <a:pt x="2775" y="405"/>
                  </a:lnTo>
                  <a:cubicBezTo>
                    <a:pt x="2584" y="155"/>
                    <a:pt x="2287" y="0"/>
                    <a:pt x="196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" name="Google Shape;11134;p77">
              <a:extLst>
                <a:ext uri="{FF2B5EF4-FFF2-40B4-BE49-F238E27FC236}">
                  <a16:creationId xmlns:a16="http://schemas.microsoft.com/office/drawing/2014/main" id="{CAC2DC8E-FFE3-4FDB-B146-79206A9312EE}"/>
                </a:ext>
              </a:extLst>
            </p:cNvPr>
            <p:cNvSpPr/>
            <p:nvPr/>
          </p:nvSpPr>
          <p:spPr>
            <a:xfrm>
              <a:off x="5876198" y="4333243"/>
              <a:ext cx="39376" cy="13274"/>
            </a:xfrm>
            <a:custGeom>
              <a:avLst/>
              <a:gdLst/>
              <a:ahLst/>
              <a:cxnLst/>
              <a:rect l="l" t="t" r="r" b="b"/>
              <a:pathLst>
                <a:path w="1240" h="418" extrusionOk="0">
                  <a:moveTo>
                    <a:pt x="215" y="1"/>
                  </a:moveTo>
                  <a:cubicBezTo>
                    <a:pt x="96" y="1"/>
                    <a:pt x="1" y="84"/>
                    <a:pt x="1" y="203"/>
                  </a:cubicBezTo>
                  <a:cubicBezTo>
                    <a:pt x="1" y="322"/>
                    <a:pt x="96" y="417"/>
                    <a:pt x="215" y="417"/>
                  </a:cubicBezTo>
                  <a:lnTo>
                    <a:pt x="1025" y="417"/>
                  </a:lnTo>
                  <a:cubicBezTo>
                    <a:pt x="1144" y="417"/>
                    <a:pt x="1239" y="322"/>
                    <a:pt x="1239" y="203"/>
                  </a:cubicBezTo>
                  <a:cubicBezTo>
                    <a:pt x="1239" y="84"/>
                    <a:pt x="1156" y="1"/>
                    <a:pt x="1025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" name="Google Shape;11135;p77">
              <a:extLst>
                <a:ext uri="{FF2B5EF4-FFF2-40B4-BE49-F238E27FC236}">
                  <a16:creationId xmlns:a16="http://schemas.microsoft.com/office/drawing/2014/main" id="{B75F9973-0050-4DB8-A1E7-CA119B69AC76}"/>
                </a:ext>
              </a:extLst>
            </p:cNvPr>
            <p:cNvSpPr/>
            <p:nvPr/>
          </p:nvSpPr>
          <p:spPr>
            <a:xfrm>
              <a:off x="5979433" y="4333243"/>
              <a:ext cx="39344" cy="13274"/>
            </a:xfrm>
            <a:custGeom>
              <a:avLst/>
              <a:gdLst/>
              <a:ahLst/>
              <a:cxnLst/>
              <a:rect l="l" t="t" r="r" b="b"/>
              <a:pathLst>
                <a:path w="1239" h="418" extrusionOk="0">
                  <a:moveTo>
                    <a:pt x="203" y="1"/>
                  </a:moveTo>
                  <a:cubicBezTo>
                    <a:pt x="84" y="1"/>
                    <a:pt x="0" y="84"/>
                    <a:pt x="0" y="203"/>
                  </a:cubicBezTo>
                  <a:cubicBezTo>
                    <a:pt x="0" y="322"/>
                    <a:pt x="84" y="417"/>
                    <a:pt x="203" y="417"/>
                  </a:cubicBezTo>
                  <a:lnTo>
                    <a:pt x="1024" y="417"/>
                  </a:lnTo>
                  <a:cubicBezTo>
                    <a:pt x="1143" y="417"/>
                    <a:pt x="1239" y="322"/>
                    <a:pt x="1239" y="203"/>
                  </a:cubicBezTo>
                  <a:cubicBezTo>
                    <a:pt x="1239" y="84"/>
                    <a:pt x="1143" y="1"/>
                    <a:pt x="1024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</p:spTree>
    <p:extLst>
      <p:ext uri="{BB962C8B-B14F-4D97-AF65-F5344CB8AC3E}">
        <p14:creationId xmlns:p14="http://schemas.microsoft.com/office/powerpoint/2010/main" val="33127889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9" name="Google Shape;1239;p35"/>
          <p:cNvPicPr preferRelativeResize="0"/>
          <p:nvPr/>
        </p:nvPicPr>
        <p:blipFill rotWithShape="1">
          <a:blip r:embed="rId3">
            <a:alphaModFix/>
          </a:blip>
          <a:srcRect l="25537" t="7152" r="23467" b="5838"/>
          <a:stretch/>
        </p:blipFill>
        <p:spPr>
          <a:xfrm>
            <a:off x="5198299" y="70850"/>
            <a:ext cx="1920000" cy="1842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0" name="Google Shape;1240;p35"/>
          <p:cNvPicPr preferRelativeResize="0"/>
          <p:nvPr/>
        </p:nvPicPr>
        <p:blipFill rotWithShape="1">
          <a:blip r:embed="rId4">
            <a:alphaModFix/>
          </a:blip>
          <a:srcRect l="22009" r="18455"/>
          <a:stretch/>
        </p:blipFill>
        <p:spPr>
          <a:xfrm rot="-1020085">
            <a:off x="7029503" y="3396240"/>
            <a:ext cx="1187445" cy="11219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7" name="Google Shape;1247;p35"/>
          <p:cNvPicPr preferRelativeResize="0"/>
          <p:nvPr/>
        </p:nvPicPr>
        <p:blipFill rotWithShape="1">
          <a:blip r:embed="rId5">
            <a:alphaModFix/>
          </a:blip>
          <a:srcRect l="18647" t="7960" r="8852" b="8336"/>
          <a:stretch/>
        </p:blipFill>
        <p:spPr>
          <a:xfrm rot="-1152297">
            <a:off x="6577050" y="457137"/>
            <a:ext cx="1647827" cy="1070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B580E08-42B5-42E3-B48F-CF117D51C193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/>
          <a:stretch/>
        </p:blipFill>
        <p:spPr>
          <a:xfrm>
            <a:off x="5136390" y="156201"/>
            <a:ext cx="1828800" cy="18288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129FD65-C88E-44EA-8346-E9730AE21D96}"/>
              </a:ext>
            </a:extLst>
          </p:cNvPr>
          <p:cNvSpPr txBox="1"/>
          <p:nvPr/>
        </p:nvSpPr>
        <p:spPr>
          <a:xfrm>
            <a:off x="751100" y="1941317"/>
            <a:ext cx="7641799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a-IR" sz="38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ماشین های خودران در هوش مصنوعی</a:t>
            </a:r>
            <a:endParaRPr lang="en-US" sz="3800" dirty="0">
              <a:solidFill>
                <a:schemeClr val="tx1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6FA57A-6591-4010-A672-EE174BB3B8BA}"/>
              </a:ext>
            </a:extLst>
          </p:cNvPr>
          <p:cNvSpPr txBox="1"/>
          <p:nvPr/>
        </p:nvSpPr>
        <p:spPr>
          <a:xfrm>
            <a:off x="3018680" y="2724800"/>
            <a:ext cx="45048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a-IR" sz="2000" dirty="0">
                <a:solidFill>
                  <a:schemeClr val="tx1"/>
                </a:solidFill>
                <a:cs typeface="Yekan" pitchFamily="2" charset="-78"/>
              </a:rPr>
              <a:t>استاد : دکتر نورایی</a:t>
            </a:r>
          </a:p>
          <a:p>
            <a:pPr algn="r"/>
            <a:r>
              <a:rPr lang="fa-IR" sz="2000" dirty="0">
                <a:solidFill>
                  <a:schemeClr val="tx1"/>
                </a:solidFill>
                <a:cs typeface="Yekan" pitchFamily="2" charset="-78"/>
              </a:rPr>
              <a:t>ارائه دهندگان : مبینا زنگوئی و هدیه نوروزی</a:t>
            </a:r>
            <a:endParaRPr lang="en-US" sz="2000" dirty="0">
              <a:solidFill>
                <a:schemeClr val="tx1"/>
              </a:solidFill>
              <a:cs typeface="Yekan" pitchFamily="2" charset="-78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E1F4B5A-099A-4C3F-AABD-B95508906FCE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r="935" b="25516"/>
          <a:stretch/>
        </p:blipFill>
        <p:spPr>
          <a:xfrm>
            <a:off x="-255536" y="3432686"/>
            <a:ext cx="3473726" cy="169723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grpSp>
        <p:nvGrpSpPr>
          <p:cNvPr id="16" name="Google Shape;11119;p77">
            <a:extLst>
              <a:ext uri="{FF2B5EF4-FFF2-40B4-BE49-F238E27FC236}">
                <a16:creationId xmlns:a16="http://schemas.microsoft.com/office/drawing/2014/main" id="{E96DC52E-3811-4A5A-BF36-A83B1012A992}"/>
              </a:ext>
            </a:extLst>
          </p:cNvPr>
          <p:cNvGrpSpPr/>
          <p:nvPr/>
        </p:nvGrpSpPr>
        <p:grpSpPr>
          <a:xfrm>
            <a:off x="4176240" y="683079"/>
            <a:ext cx="397763" cy="262804"/>
            <a:chOff x="5206262" y="4174817"/>
            <a:chExt cx="397763" cy="262804"/>
          </a:xfrm>
        </p:grpSpPr>
        <p:sp>
          <p:nvSpPr>
            <p:cNvPr id="17" name="Google Shape;11120;p77">
              <a:extLst>
                <a:ext uri="{FF2B5EF4-FFF2-40B4-BE49-F238E27FC236}">
                  <a16:creationId xmlns:a16="http://schemas.microsoft.com/office/drawing/2014/main" id="{C99AAAF0-FCF2-41E4-80F4-0CC12EB3B387}"/>
                </a:ext>
              </a:extLst>
            </p:cNvPr>
            <p:cNvSpPr/>
            <p:nvPr/>
          </p:nvSpPr>
          <p:spPr>
            <a:xfrm>
              <a:off x="5206262" y="4177104"/>
              <a:ext cx="397763" cy="260518"/>
            </a:xfrm>
            <a:custGeom>
              <a:avLst/>
              <a:gdLst/>
              <a:ahLst/>
              <a:cxnLst/>
              <a:rect l="l" t="t" r="r" b="b"/>
              <a:pathLst>
                <a:path w="12526" h="8204" extrusionOk="0">
                  <a:moveTo>
                    <a:pt x="3655" y="381"/>
                  </a:moveTo>
                  <a:cubicBezTo>
                    <a:pt x="3989" y="381"/>
                    <a:pt x="4298" y="500"/>
                    <a:pt x="4536" y="738"/>
                  </a:cubicBezTo>
                  <a:lnTo>
                    <a:pt x="7049" y="3120"/>
                  </a:lnTo>
                  <a:lnTo>
                    <a:pt x="5644" y="3120"/>
                  </a:lnTo>
                  <a:lnTo>
                    <a:pt x="3512" y="381"/>
                  </a:lnTo>
                  <a:close/>
                  <a:moveTo>
                    <a:pt x="10585" y="3477"/>
                  </a:moveTo>
                  <a:cubicBezTo>
                    <a:pt x="10882" y="3501"/>
                    <a:pt x="11156" y="3620"/>
                    <a:pt x="11382" y="3846"/>
                  </a:cubicBezTo>
                  <a:lnTo>
                    <a:pt x="11502" y="3965"/>
                  </a:lnTo>
                  <a:lnTo>
                    <a:pt x="10763" y="3965"/>
                  </a:lnTo>
                  <a:lnTo>
                    <a:pt x="10763" y="3953"/>
                  </a:lnTo>
                  <a:cubicBezTo>
                    <a:pt x="10656" y="3953"/>
                    <a:pt x="10585" y="3858"/>
                    <a:pt x="10585" y="3775"/>
                  </a:cubicBezTo>
                  <a:lnTo>
                    <a:pt x="10585" y="3477"/>
                  </a:lnTo>
                  <a:close/>
                  <a:moveTo>
                    <a:pt x="7906" y="4263"/>
                  </a:moveTo>
                  <a:lnTo>
                    <a:pt x="4536" y="7430"/>
                  </a:lnTo>
                  <a:cubicBezTo>
                    <a:pt x="4298" y="7656"/>
                    <a:pt x="3989" y="7787"/>
                    <a:pt x="3655" y="7787"/>
                  </a:cubicBezTo>
                  <a:lnTo>
                    <a:pt x="3512" y="7787"/>
                  </a:lnTo>
                  <a:lnTo>
                    <a:pt x="6263" y="4263"/>
                  </a:lnTo>
                  <a:close/>
                  <a:moveTo>
                    <a:pt x="3381" y="0"/>
                  </a:moveTo>
                  <a:cubicBezTo>
                    <a:pt x="3262" y="0"/>
                    <a:pt x="3155" y="60"/>
                    <a:pt x="3108" y="179"/>
                  </a:cubicBezTo>
                  <a:cubicBezTo>
                    <a:pt x="3060" y="286"/>
                    <a:pt x="3060" y="405"/>
                    <a:pt x="3143" y="512"/>
                  </a:cubicBezTo>
                  <a:lnTo>
                    <a:pt x="5167" y="3120"/>
                  </a:lnTo>
                  <a:lnTo>
                    <a:pt x="2512" y="3120"/>
                  </a:lnTo>
                  <a:cubicBezTo>
                    <a:pt x="2405" y="3120"/>
                    <a:pt x="2310" y="3060"/>
                    <a:pt x="2250" y="2965"/>
                  </a:cubicBezTo>
                  <a:lnTo>
                    <a:pt x="1429" y="1536"/>
                  </a:lnTo>
                  <a:cubicBezTo>
                    <a:pt x="1310" y="1334"/>
                    <a:pt x="1084" y="1215"/>
                    <a:pt x="845" y="1215"/>
                  </a:cubicBezTo>
                  <a:lnTo>
                    <a:pt x="310" y="1215"/>
                  </a:lnTo>
                  <a:cubicBezTo>
                    <a:pt x="143" y="1215"/>
                    <a:pt x="0" y="1346"/>
                    <a:pt x="0" y="1524"/>
                  </a:cubicBezTo>
                  <a:lnTo>
                    <a:pt x="0" y="4394"/>
                  </a:lnTo>
                  <a:cubicBezTo>
                    <a:pt x="0" y="4763"/>
                    <a:pt x="310" y="5084"/>
                    <a:pt x="679" y="5084"/>
                  </a:cubicBezTo>
                  <a:lnTo>
                    <a:pt x="2262" y="5084"/>
                  </a:lnTo>
                  <a:cubicBezTo>
                    <a:pt x="2369" y="5084"/>
                    <a:pt x="2441" y="4989"/>
                    <a:pt x="2441" y="4906"/>
                  </a:cubicBezTo>
                  <a:cubicBezTo>
                    <a:pt x="2441" y="4810"/>
                    <a:pt x="2346" y="4727"/>
                    <a:pt x="2262" y="4727"/>
                  </a:cubicBezTo>
                  <a:lnTo>
                    <a:pt x="679" y="4727"/>
                  </a:lnTo>
                  <a:cubicBezTo>
                    <a:pt x="500" y="4727"/>
                    <a:pt x="369" y="4572"/>
                    <a:pt x="369" y="4406"/>
                  </a:cubicBezTo>
                  <a:lnTo>
                    <a:pt x="369" y="1596"/>
                  </a:lnTo>
                  <a:lnTo>
                    <a:pt x="845" y="1596"/>
                  </a:lnTo>
                  <a:cubicBezTo>
                    <a:pt x="965" y="1596"/>
                    <a:pt x="1060" y="1655"/>
                    <a:pt x="1119" y="1750"/>
                  </a:cubicBezTo>
                  <a:lnTo>
                    <a:pt x="1929" y="3179"/>
                  </a:lnTo>
                  <a:cubicBezTo>
                    <a:pt x="2048" y="3382"/>
                    <a:pt x="2274" y="3513"/>
                    <a:pt x="2512" y="3513"/>
                  </a:cubicBezTo>
                  <a:lnTo>
                    <a:pt x="10192" y="3513"/>
                  </a:lnTo>
                  <a:lnTo>
                    <a:pt x="10192" y="3834"/>
                  </a:lnTo>
                  <a:cubicBezTo>
                    <a:pt x="10192" y="4132"/>
                    <a:pt x="10442" y="4382"/>
                    <a:pt x="10740" y="4382"/>
                  </a:cubicBezTo>
                  <a:lnTo>
                    <a:pt x="11835" y="4382"/>
                  </a:lnTo>
                  <a:lnTo>
                    <a:pt x="12049" y="4620"/>
                  </a:lnTo>
                  <a:cubicBezTo>
                    <a:pt x="12085" y="4644"/>
                    <a:pt x="12109" y="4703"/>
                    <a:pt x="12133" y="4751"/>
                  </a:cubicBezTo>
                  <a:lnTo>
                    <a:pt x="7942" y="4751"/>
                  </a:lnTo>
                  <a:lnTo>
                    <a:pt x="8454" y="4275"/>
                  </a:lnTo>
                  <a:cubicBezTo>
                    <a:pt x="8513" y="4227"/>
                    <a:pt x="8525" y="4144"/>
                    <a:pt x="8501" y="4072"/>
                  </a:cubicBezTo>
                  <a:cubicBezTo>
                    <a:pt x="8465" y="3989"/>
                    <a:pt x="8406" y="3953"/>
                    <a:pt x="8334" y="3953"/>
                  </a:cubicBezTo>
                  <a:lnTo>
                    <a:pt x="6203" y="3953"/>
                  </a:lnTo>
                  <a:cubicBezTo>
                    <a:pt x="6120" y="3953"/>
                    <a:pt x="6025" y="3989"/>
                    <a:pt x="5965" y="4072"/>
                  </a:cubicBezTo>
                  <a:lnTo>
                    <a:pt x="5441" y="4739"/>
                  </a:lnTo>
                  <a:lnTo>
                    <a:pt x="3120" y="4739"/>
                  </a:lnTo>
                  <a:cubicBezTo>
                    <a:pt x="3024" y="4739"/>
                    <a:pt x="2941" y="4822"/>
                    <a:pt x="2941" y="4918"/>
                  </a:cubicBezTo>
                  <a:cubicBezTo>
                    <a:pt x="2941" y="5001"/>
                    <a:pt x="3036" y="5096"/>
                    <a:pt x="3120" y="5096"/>
                  </a:cubicBezTo>
                  <a:lnTo>
                    <a:pt x="5167" y="5096"/>
                  </a:lnTo>
                  <a:lnTo>
                    <a:pt x="3143" y="7704"/>
                  </a:lnTo>
                  <a:cubicBezTo>
                    <a:pt x="3060" y="7787"/>
                    <a:pt x="3048" y="7918"/>
                    <a:pt x="3108" y="8025"/>
                  </a:cubicBezTo>
                  <a:cubicBezTo>
                    <a:pt x="3155" y="8132"/>
                    <a:pt x="3274" y="8204"/>
                    <a:pt x="3381" y="8204"/>
                  </a:cubicBezTo>
                  <a:lnTo>
                    <a:pt x="3643" y="8204"/>
                  </a:lnTo>
                  <a:cubicBezTo>
                    <a:pt x="4060" y="8204"/>
                    <a:pt x="4477" y="8037"/>
                    <a:pt x="4775" y="7763"/>
                  </a:cubicBezTo>
                  <a:lnTo>
                    <a:pt x="7572" y="5108"/>
                  </a:lnTo>
                  <a:lnTo>
                    <a:pt x="12252" y="5108"/>
                  </a:lnTo>
                  <a:cubicBezTo>
                    <a:pt x="12395" y="5108"/>
                    <a:pt x="12525" y="4989"/>
                    <a:pt x="12525" y="4822"/>
                  </a:cubicBezTo>
                  <a:cubicBezTo>
                    <a:pt x="12525" y="4584"/>
                    <a:pt x="12466" y="4406"/>
                    <a:pt x="12335" y="4286"/>
                  </a:cubicBezTo>
                  <a:lnTo>
                    <a:pt x="11621" y="3572"/>
                  </a:lnTo>
                  <a:cubicBezTo>
                    <a:pt x="11311" y="3263"/>
                    <a:pt x="10894" y="3096"/>
                    <a:pt x="10466" y="3096"/>
                  </a:cubicBezTo>
                  <a:lnTo>
                    <a:pt x="7572" y="3096"/>
                  </a:lnTo>
                  <a:lnTo>
                    <a:pt x="4775" y="453"/>
                  </a:lnTo>
                  <a:cubicBezTo>
                    <a:pt x="4465" y="155"/>
                    <a:pt x="4060" y="0"/>
                    <a:pt x="3643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" name="Google Shape;11121;p77">
              <a:extLst>
                <a:ext uri="{FF2B5EF4-FFF2-40B4-BE49-F238E27FC236}">
                  <a16:creationId xmlns:a16="http://schemas.microsoft.com/office/drawing/2014/main" id="{4452FB7A-E70F-4ABD-BF93-89186CA71F31}"/>
                </a:ext>
              </a:extLst>
            </p:cNvPr>
            <p:cNvSpPr/>
            <p:nvPr/>
          </p:nvSpPr>
          <p:spPr>
            <a:xfrm>
              <a:off x="5434231" y="4174817"/>
              <a:ext cx="167539" cy="70369"/>
            </a:xfrm>
            <a:custGeom>
              <a:avLst/>
              <a:gdLst/>
              <a:ahLst/>
              <a:cxnLst/>
              <a:rect l="l" t="t" r="r" b="b"/>
              <a:pathLst>
                <a:path w="5276" h="2216" extrusionOk="0">
                  <a:moveTo>
                    <a:pt x="2596" y="1"/>
                  </a:moveTo>
                  <a:cubicBezTo>
                    <a:pt x="1965" y="1"/>
                    <a:pt x="1417" y="418"/>
                    <a:pt x="1251" y="1013"/>
                  </a:cubicBezTo>
                  <a:cubicBezTo>
                    <a:pt x="1179" y="1001"/>
                    <a:pt x="1108" y="1001"/>
                    <a:pt x="1048" y="1001"/>
                  </a:cubicBezTo>
                  <a:cubicBezTo>
                    <a:pt x="465" y="1001"/>
                    <a:pt x="1" y="1465"/>
                    <a:pt x="1" y="2037"/>
                  </a:cubicBezTo>
                  <a:cubicBezTo>
                    <a:pt x="24" y="2132"/>
                    <a:pt x="96" y="2203"/>
                    <a:pt x="203" y="2203"/>
                  </a:cubicBezTo>
                  <a:lnTo>
                    <a:pt x="3358" y="2203"/>
                  </a:lnTo>
                  <a:cubicBezTo>
                    <a:pt x="3465" y="2203"/>
                    <a:pt x="3537" y="2120"/>
                    <a:pt x="3537" y="2025"/>
                  </a:cubicBezTo>
                  <a:cubicBezTo>
                    <a:pt x="3537" y="1918"/>
                    <a:pt x="3441" y="1846"/>
                    <a:pt x="3358" y="1846"/>
                  </a:cubicBezTo>
                  <a:lnTo>
                    <a:pt x="405" y="1846"/>
                  </a:lnTo>
                  <a:cubicBezTo>
                    <a:pt x="489" y="1561"/>
                    <a:pt x="751" y="1358"/>
                    <a:pt x="1048" y="1358"/>
                  </a:cubicBezTo>
                  <a:cubicBezTo>
                    <a:pt x="1144" y="1358"/>
                    <a:pt x="1239" y="1370"/>
                    <a:pt x="1334" y="1418"/>
                  </a:cubicBezTo>
                  <a:cubicBezTo>
                    <a:pt x="1359" y="1428"/>
                    <a:pt x="1384" y="1431"/>
                    <a:pt x="1409" y="1431"/>
                  </a:cubicBezTo>
                  <a:cubicBezTo>
                    <a:pt x="1442" y="1431"/>
                    <a:pt x="1473" y="1425"/>
                    <a:pt x="1501" y="1418"/>
                  </a:cubicBezTo>
                  <a:cubicBezTo>
                    <a:pt x="1536" y="1382"/>
                    <a:pt x="1584" y="1346"/>
                    <a:pt x="1584" y="1287"/>
                  </a:cubicBezTo>
                  <a:cubicBezTo>
                    <a:pt x="1644" y="763"/>
                    <a:pt x="2096" y="370"/>
                    <a:pt x="2608" y="370"/>
                  </a:cubicBezTo>
                  <a:cubicBezTo>
                    <a:pt x="3084" y="370"/>
                    <a:pt x="3489" y="691"/>
                    <a:pt x="3608" y="1144"/>
                  </a:cubicBezTo>
                  <a:cubicBezTo>
                    <a:pt x="3620" y="1191"/>
                    <a:pt x="3656" y="1239"/>
                    <a:pt x="3703" y="1263"/>
                  </a:cubicBezTo>
                  <a:cubicBezTo>
                    <a:pt x="3726" y="1286"/>
                    <a:pt x="3758" y="1294"/>
                    <a:pt x="3791" y="1294"/>
                  </a:cubicBezTo>
                  <a:cubicBezTo>
                    <a:pt x="3810" y="1294"/>
                    <a:pt x="3829" y="1291"/>
                    <a:pt x="3846" y="1287"/>
                  </a:cubicBezTo>
                  <a:cubicBezTo>
                    <a:pt x="3930" y="1251"/>
                    <a:pt x="4025" y="1239"/>
                    <a:pt x="4120" y="1239"/>
                  </a:cubicBezTo>
                  <a:cubicBezTo>
                    <a:pt x="4501" y="1239"/>
                    <a:pt x="4811" y="1501"/>
                    <a:pt x="4906" y="1858"/>
                  </a:cubicBezTo>
                  <a:lnTo>
                    <a:pt x="4215" y="1858"/>
                  </a:lnTo>
                  <a:cubicBezTo>
                    <a:pt x="4120" y="1858"/>
                    <a:pt x="4037" y="1953"/>
                    <a:pt x="4037" y="2037"/>
                  </a:cubicBezTo>
                  <a:cubicBezTo>
                    <a:pt x="4037" y="2132"/>
                    <a:pt x="4132" y="2215"/>
                    <a:pt x="4215" y="2215"/>
                  </a:cubicBezTo>
                  <a:lnTo>
                    <a:pt x="5096" y="2215"/>
                  </a:lnTo>
                  <a:cubicBezTo>
                    <a:pt x="5204" y="2215"/>
                    <a:pt x="5275" y="2132"/>
                    <a:pt x="5275" y="2037"/>
                  </a:cubicBezTo>
                  <a:cubicBezTo>
                    <a:pt x="5275" y="1406"/>
                    <a:pt x="4751" y="870"/>
                    <a:pt x="4096" y="870"/>
                  </a:cubicBezTo>
                  <a:cubicBezTo>
                    <a:pt x="4025" y="870"/>
                    <a:pt x="3965" y="870"/>
                    <a:pt x="3894" y="882"/>
                  </a:cubicBezTo>
                  <a:cubicBezTo>
                    <a:pt x="3680" y="358"/>
                    <a:pt x="3180" y="1"/>
                    <a:pt x="2596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" name="Google Shape;11122;p77">
              <a:extLst>
                <a:ext uri="{FF2B5EF4-FFF2-40B4-BE49-F238E27FC236}">
                  <a16:creationId xmlns:a16="http://schemas.microsoft.com/office/drawing/2014/main" id="{CE590D08-B6D3-4B26-958A-0673B1E7BAB5}"/>
                </a:ext>
              </a:extLst>
            </p:cNvPr>
            <p:cNvSpPr/>
            <p:nvPr/>
          </p:nvSpPr>
          <p:spPr>
            <a:xfrm>
              <a:off x="5360877" y="4298852"/>
              <a:ext cx="15147" cy="15147"/>
            </a:xfrm>
            <a:custGeom>
              <a:avLst/>
              <a:gdLst/>
              <a:ahLst/>
              <a:cxnLst/>
              <a:rect l="l" t="t" r="r" b="b"/>
              <a:pathLst>
                <a:path w="477" h="477" extrusionOk="0">
                  <a:moveTo>
                    <a:pt x="239" y="0"/>
                  </a:moveTo>
                  <a:cubicBezTo>
                    <a:pt x="96" y="0"/>
                    <a:pt x="1" y="95"/>
                    <a:pt x="1" y="238"/>
                  </a:cubicBezTo>
                  <a:cubicBezTo>
                    <a:pt x="1" y="369"/>
                    <a:pt x="96" y="476"/>
                    <a:pt x="239" y="476"/>
                  </a:cubicBezTo>
                  <a:cubicBezTo>
                    <a:pt x="370" y="476"/>
                    <a:pt x="477" y="381"/>
                    <a:pt x="477" y="238"/>
                  </a:cubicBezTo>
                  <a:cubicBezTo>
                    <a:pt x="477" y="95"/>
                    <a:pt x="370" y="0"/>
                    <a:pt x="239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" name="Google Shape;11123;p77">
              <a:extLst>
                <a:ext uri="{FF2B5EF4-FFF2-40B4-BE49-F238E27FC236}">
                  <a16:creationId xmlns:a16="http://schemas.microsoft.com/office/drawing/2014/main" id="{AAC24F77-7188-48D2-8F6C-FF4EB8871CD8}"/>
                </a:ext>
              </a:extLst>
            </p:cNvPr>
            <p:cNvSpPr/>
            <p:nvPr/>
          </p:nvSpPr>
          <p:spPr>
            <a:xfrm>
              <a:off x="5329503" y="4298852"/>
              <a:ext cx="15147" cy="15147"/>
            </a:xfrm>
            <a:custGeom>
              <a:avLst/>
              <a:gdLst/>
              <a:ahLst/>
              <a:cxnLst/>
              <a:rect l="l" t="t" r="r" b="b"/>
              <a:pathLst>
                <a:path w="477" h="477" extrusionOk="0">
                  <a:moveTo>
                    <a:pt x="239" y="0"/>
                  </a:moveTo>
                  <a:cubicBezTo>
                    <a:pt x="108" y="0"/>
                    <a:pt x="1" y="95"/>
                    <a:pt x="1" y="238"/>
                  </a:cubicBezTo>
                  <a:cubicBezTo>
                    <a:pt x="1" y="369"/>
                    <a:pt x="108" y="476"/>
                    <a:pt x="239" y="476"/>
                  </a:cubicBezTo>
                  <a:cubicBezTo>
                    <a:pt x="370" y="476"/>
                    <a:pt x="477" y="381"/>
                    <a:pt x="477" y="238"/>
                  </a:cubicBezTo>
                  <a:cubicBezTo>
                    <a:pt x="477" y="95"/>
                    <a:pt x="370" y="0"/>
                    <a:pt x="239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" name="Google Shape;11124;p77">
              <a:extLst>
                <a:ext uri="{FF2B5EF4-FFF2-40B4-BE49-F238E27FC236}">
                  <a16:creationId xmlns:a16="http://schemas.microsoft.com/office/drawing/2014/main" id="{C9E71D27-82D5-4F80-A6E9-71E891DFC36F}"/>
                </a:ext>
              </a:extLst>
            </p:cNvPr>
            <p:cNvSpPr/>
            <p:nvPr/>
          </p:nvSpPr>
          <p:spPr>
            <a:xfrm>
              <a:off x="5298511" y="4299202"/>
              <a:ext cx="14766" cy="15179"/>
            </a:xfrm>
            <a:custGeom>
              <a:avLst/>
              <a:gdLst/>
              <a:ahLst/>
              <a:cxnLst/>
              <a:rect l="l" t="t" r="r" b="b"/>
              <a:pathLst>
                <a:path w="465" h="478" extrusionOk="0">
                  <a:moveTo>
                    <a:pt x="238" y="1"/>
                  </a:moveTo>
                  <a:cubicBezTo>
                    <a:pt x="95" y="1"/>
                    <a:pt x="0" y="108"/>
                    <a:pt x="0" y="239"/>
                  </a:cubicBezTo>
                  <a:cubicBezTo>
                    <a:pt x="0" y="370"/>
                    <a:pt x="95" y="477"/>
                    <a:pt x="238" y="477"/>
                  </a:cubicBezTo>
                  <a:cubicBezTo>
                    <a:pt x="369" y="477"/>
                    <a:pt x="465" y="370"/>
                    <a:pt x="465" y="239"/>
                  </a:cubicBezTo>
                  <a:cubicBezTo>
                    <a:pt x="465" y="108"/>
                    <a:pt x="369" y="1"/>
                    <a:pt x="238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" name="Google Shape;11125;p77">
              <a:extLst>
                <a:ext uri="{FF2B5EF4-FFF2-40B4-BE49-F238E27FC236}">
                  <a16:creationId xmlns:a16="http://schemas.microsoft.com/office/drawing/2014/main" id="{50C44EA9-8524-4238-BE00-13754AABE6A6}"/>
                </a:ext>
              </a:extLst>
            </p:cNvPr>
            <p:cNvSpPr/>
            <p:nvPr/>
          </p:nvSpPr>
          <p:spPr>
            <a:xfrm>
              <a:off x="5267137" y="4298852"/>
              <a:ext cx="15147" cy="15147"/>
            </a:xfrm>
            <a:custGeom>
              <a:avLst/>
              <a:gdLst/>
              <a:ahLst/>
              <a:cxnLst/>
              <a:rect l="l" t="t" r="r" b="b"/>
              <a:pathLst>
                <a:path w="477" h="477" extrusionOk="0">
                  <a:moveTo>
                    <a:pt x="238" y="0"/>
                  </a:moveTo>
                  <a:cubicBezTo>
                    <a:pt x="107" y="0"/>
                    <a:pt x="0" y="95"/>
                    <a:pt x="0" y="238"/>
                  </a:cubicBezTo>
                  <a:cubicBezTo>
                    <a:pt x="0" y="369"/>
                    <a:pt x="107" y="476"/>
                    <a:pt x="238" y="476"/>
                  </a:cubicBezTo>
                  <a:cubicBezTo>
                    <a:pt x="369" y="476"/>
                    <a:pt x="476" y="369"/>
                    <a:pt x="476" y="238"/>
                  </a:cubicBezTo>
                  <a:cubicBezTo>
                    <a:pt x="476" y="95"/>
                    <a:pt x="369" y="0"/>
                    <a:pt x="238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" name="Google Shape;11126;p77">
              <a:extLst>
                <a:ext uri="{FF2B5EF4-FFF2-40B4-BE49-F238E27FC236}">
                  <a16:creationId xmlns:a16="http://schemas.microsoft.com/office/drawing/2014/main" id="{D9F2AEF1-920F-4617-88A9-1EB31426E8EB}"/>
                </a:ext>
              </a:extLst>
            </p:cNvPr>
            <p:cNvSpPr/>
            <p:nvPr/>
          </p:nvSpPr>
          <p:spPr>
            <a:xfrm>
              <a:off x="5492470" y="4298852"/>
              <a:ext cx="15147" cy="15147"/>
            </a:xfrm>
            <a:custGeom>
              <a:avLst/>
              <a:gdLst/>
              <a:ahLst/>
              <a:cxnLst/>
              <a:rect l="l" t="t" r="r" b="b"/>
              <a:pathLst>
                <a:path w="477" h="477" extrusionOk="0">
                  <a:moveTo>
                    <a:pt x="238" y="0"/>
                  </a:moveTo>
                  <a:cubicBezTo>
                    <a:pt x="107" y="0"/>
                    <a:pt x="0" y="95"/>
                    <a:pt x="0" y="238"/>
                  </a:cubicBezTo>
                  <a:cubicBezTo>
                    <a:pt x="0" y="369"/>
                    <a:pt x="107" y="476"/>
                    <a:pt x="238" y="476"/>
                  </a:cubicBezTo>
                  <a:cubicBezTo>
                    <a:pt x="381" y="476"/>
                    <a:pt x="476" y="381"/>
                    <a:pt x="476" y="238"/>
                  </a:cubicBezTo>
                  <a:cubicBezTo>
                    <a:pt x="476" y="95"/>
                    <a:pt x="381" y="0"/>
                    <a:pt x="238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24" name="Google Shape;11127;p77">
            <a:extLst>
              <a:ext uri="{FF2B5EF4-FFF2-40B4-BE49-F238E27FC236}">
                <a16:creationId xmlns:a16="http://schemas.microsoft.com/office/drawing/2014/main" id="{665FA433-6451-4D4B-96EA-9AF0C613EC8A}"/>
              </a:ext>
            </a:extLst>
          </p:cNvPr>
          <p:cNvGrpSpPr/>
          <p:nvPr/>
        </p:nvGrpSpPr>
        <p:grpSpPr>
          <a:xfrm>
            <a:off x="8213781" y="1564908"/>
            <a:ext cx="440505" cy="290018"/>
            <a:chOff x="5727616" y="4204699"/>
            <a:chExt cx="440505" cy="290018"/>
          </a:xfrm>
        </p:grpSpPr>
        <p:sp>
          <p:nvSpPr>
            <p:cNvPr id="25" name="Google Shape;11128;p77">
              <a:extLst>
                <a:ext uri="{FF2B5EF4-FFF2-40B4-BE49-F238E27FC236}">
                  <a16:creationId xmlns:a16="http://schemas.microsoft.com/office/drawing/2014/main" id="{6A9437F2-9DA3-40E5-9F83-D0DBCBCF31B5}"/>
                </a:ext>
              </a:extLst>
            </p:cNvPr>
            <p:cNvSpPr/>
            <p:nvPr/>
          </p:nvSpPr>
          <p:spPr>
            <a:xfrm>
              <a:off x="5727616" y="4204699"/>
              <a:ext cx="440505" cy="290018"/>
            </a:xfrm>
            <a:custGeom>
              <a:avLst/>
              <a:gdLst/>
              <a:ahLst/>
              <a:cxnLst/>
              <a:rect l="l" t="t" r="r" b="b"/>
              <a:pathLst>
                <a:path w="13872" h="9133" extrusionOk="0">
                  <a:moveTo>
                    <a:pt x="13145" y="4465"/>
                  </a:moveTo>
                  <a:lnTo>
                    <a:pt x="13145" y="4870"/>
                  </a:lnTo>
                  <a:lnTo>
                    <a:pt x="12752" y="4870"/>
                  </a:lnTo>
                  <a:lnTo>
                    <a:pt x="12752" y="4465"/>
                  </a:lnTo>
                  <a:close/>
                  <a:moveTo>
                    <a:pt x="1275" y="3941"/>
                  </a:moveTo>
                  <a:lnTo>
                    <a:pt x="1275" y="4430"/>
                  </a:lnTo>
                  <a:cubicBezTo>
                    <a:pt x="1275" y="4775"/>
                    <a:pt x="1013" y="5049"/>
                    <a:pt x="668" y="5049"/>
                  </a:cubicBezTo>
                  <a:lnTo>
                    <a:pt x="418" y="5049"/>
                  </a:lnTo>
                  <a:cubicBezTo>
                    <a:pt x="501" y="4549"/>
                    <a:pt x="810" y="4120"/>
                    <a:pt x="1275" y="3941"/>
                  </a:cubicBezTo>
                  <a:close/>
                  <a:moveTo>
                    <a:pt x="9121" y="417"/>
                  </a:moveTo>
                  <a:cubicBezTo>
                    <a:pt x="9562" y="417"/>
                    <a:pt x="9978" y="620"/>
                    <a:pt x="10252" y="977"/>
                  </a:cubicBezTo>
                  <a:lnTo>
                    <a:pt x="12205" y="3584"/>
                  </a:lnTo>
                  <a:cubicBezTo>
                    <a:pt x="12240" y="3632"/>
                    <a:pt x="12300" y="3656"/>
                    <a:pt x="12360" y="3656"/>
                  </a:cubicBezTo>
                  <a:lnTo>
                    <a:pt x="13312" y="3656"/>
                  </a:lnTo>
                  <a:cubicBezTo>
                    <a:pt x="13431" y="3656"/>
                    <a:pt x="13514" y="3775"/>
                    <a:pt x="13467" y="3882"/>
                  </a:cubicBezTo>
                  <a:lnTo>
                    <a:pt x="13372" y="4060"/>
                  </a:lnTo>
                  <a:lnTo>
                    <a:pt x="12574" y="4060"/>
                  </a:lnTo>
                  <a:cubicBezTo>
                    <a:pt x="12455" y="4060"/>
                    <a:pt x="12360" y="4156"/>
                    <a:pt x="12360" y="4275"/>
                  </a:cubicBezTo>
                  <a:lnTo>
                    <a:pt x="12360" y="5084"/>
                  </a:lnTo>
                  <a:cubicBezTo>
                    <a:pt x="12360" y="5203"/>
                    <a:pt x="12455" y="5299"/>
                    <a:pt x="12574" y="5299"/>
                  </a:cubicBezTo>
                  <a:lnTo>
                    <a:pt x="13181" y="5299"/>
                  </a:lnTo>
                  <a:lnTo>
                    <a:pt x="13181" y="5596"/>
                  </a:lnTo>
                  <a:cubicBezTo>
                    <a:pt x="13181" y="5787"/>
                    <a:pt x="13252" y="5977"/>
                    <a:pt x="13395" y="6096"/>
                  </a:cubicBezTo>
                  <a:cubicBezTo>
                    <a:pt x="13455" y="6156"/>
                    <a:pt x="13479" y="6227"/>
                    <a:pt x="13479" y="6323"/>
                  </a:cubicBezTo>
                  <a:lnTo>
                    <a:pt x="13479" y="6692"/>
                  </a:lnTo>
                  <a:lnTo>
                    <a:pt x="13443" y="6692"/>
                  </a:lnTo>
                  <a:cubicBezTo>
                    <a:pt x="13443" y="7037"/>
                    <a:pt x="13181" y="7311"/>
                    <a:pt x="12836" y="7311"/>
                  </a:cubicBezTo>
                  <a:lnTo>
                    <a:pt x="12526" y="7311"/>
                  </a:lnTo>
                  <a:cubicBezTo>
                    <a:pt x="12419" y="6501"/>
                    <a:pt x="11740" y="5894"/>
                    <a:pt x="10919" y="5894"/>
                  </a:cubicBezTo>
                  <a:cubicBezTo>
                    <a:pt x="10097" y="5894"/>
                    <a:pt x="9419" y="6513"/>
                    <a:pt x="9312" y="7311"/>
                  </a:cubicBezTo>
                  <a:lnTo>
                    <a:pt x="4061" y="7311"/>
                  </a:lnTo>
                  <a:cubicBezTo>
                    <a:pt x="3954" y="6501"/>
                    <a:pt x="3275" y="5894"/>
                    <a:pt x="2454" y="5894"/>
                  </a:cubicBezTo>
                  <a:cubicBezTo>
                    <a:pt x="1632" y="5894"/>
                    <a:pt x="965" y="6501"/>
                    <a:pt x="846" y="7275"/>
                  </a:cubicBezTo>
                  <a:cubicBezTo>
                    <a:pt x="608" y="7204"/>
                    <a:pt x="429" y="6966"/>
                    <a:pt x="429" y="6692"/>
                  </a:cubicBezTo>
                  <a:lnTo>
                    <a:pt x="429" y="5465"/>
                  </a:lnTo>
                  <a:lnTo>
                    <a:pt x="691" y="5465"/>
                  </a:lnTo>
                  <a:cubicBezTo>
                    <a:pt x="1263" y="5465"/>
                    <a:pt x="1703" y="5001"/>
                    <a:pt x="1703" y="4453"/>
                  </a:cubicBezTo>
                  <a:lnTo>
                    <a:pt x="1703" y="3822"/>
                  </a:lnTo>
                  <a:lnTo>
                    <a:pt x="2406" y="3644"/>
                  </a:lnTo>
                  <a:cubicBezTo>
                    <a:pt x="2465" y="3632"/>
                    <a:pt x="2513" y="3596"/>
                    <a:pt x="2525" y="3560"/>
                  </a:cubicBezTo>
                  <a:lnTo>
                    <a:pt x="3954" y="1120"/>
                  </a:lnTo>
                  <a:cubicBezTo>
                    <a:pt x="4204" y="679"/>
                    <a:pt x="4680" y="417"/>
                    <a:pt x="5180" y="417"/>
                  </a:cubicBezTo>
                  <a:close/>
                  <a:moveTo>
                    <a:pt x="2430" y="6275"/>
                  </a:moveTo>
                  <a:cubicBezTo>
                    <a:pt x="3108" y="6275"/>
                    <a:pt x="3656" y="6823"/>
                    <a:pt x="3656" y="7501"/>
                  </a:cubicBezTo>
                  <a:cubicBezTo>
                    <a:pt x="3656" y="8168"/>
                    <a:pt x="3108" y="8716"/>
                    <a:pt x="2430" y="8716"/>
                  </a:cubicBezTo>
                  <a:cubicBezTo>
                    <a:pt x="1763" y="8716"/>
                    <a:pt x="1215" y="8168"/>
                    <a:pt x="1215" y="7501"/>
                  </a:cubicBezTo>
                  <a:cubicBezTo>
                    <a:pt x="1215" y="6823"/>
                    <a:pt x="1763" y="6275"/>
                    <a:pt x="2430" y="6275"/>
                  </a:cubicBezTo>
                  <a:close/>
                  <a:moveTo>
                    <a:pt x="10919" y="6275"/>
                  </a:moveTo>
                  <a:cubicBezTo>
                    <a:pt x="11586" y="6275"/>
                    <a:pt x="12145" y="6823"/>
                    <a:pt x="12145" y="7501"/>
                  </a:cubicBezTo>
                  <a:cubicBezTo>
                    <a:pt x="12145" y="8168"/>
                    <a:pt x="11586" y="8716"/>
                    <a:pt x="10919" y="8716"/>
                  </a:cubicBezTo>
                  <a:cubicBezTo>
                    <a:pt x="10252" y="8716"/>
                    <a:pt x="9693" y="8168"/>
                    <a:pt x="9693" y="7501"/>
                  </a:cubicBezTo>
                  <a:cubicBezTo>
                    <a:pt x="9693" y="6823"/>
                    <a:pt x="10252" y="6275"/>
                    <a:pt x="10919" y="6275"/>
                  </a:cubicBezTo>
                  <a:close/>
                  <a:moveTo>
                    <a:pt x="5144" y="0"/>
                  </a:moveTo>
                  <a:cubicBezTo>
                    <a:pt x="4501" y="0"/>
                    <a:pt x="3894" y="334"/>
                    <a:pt x="3573" y="905"/>
                  </a:cubicBezTo>
                  <a:lnTo>
                    <a:pt x="2180" y="3275"/>
                  </a:lnTo>
                  <a:lnTo>
                    <a:pt x="1430" y="3465"/>
                  </a:lnTo>
                  <a:cubicBezTo>
                    <a:pt x="489" y="3703"/>
                    <a:pt x="1" y="4477"/>
                    <a:pt x="1" y="5251"/>
                  </a:cubicBezTo>
                  <a:lnTo>
                    <a:pt x="1" y="6692"/>
                  </a:lnTo>
                  <a:cubicBezTo>
                    <a:pt x="1" y="7180"/>
                    <a:pt x="358" y="7608"/>
                    <a:pt x="810" y="7692"/>
                  </a:cubicBezTo>
                  <a:cubicBezTo>
                    <a:pt x="906" y="8501"/>
                    <a:pt x="1584" y="9132"/>
                    <a:pt x="2418" y="9132"/>
                  </a:cubicBezTo>
                  <a:cubicBezTo>
                    <a:pt x="3251" y="9132"/>
                    <a:pt x="3930" y="8513"/>
                    <a:pt x="4025" y="7728"/>
                  </a:cubicBezTo>
                  <a:lnTo>
                    <a:pt x="9300" y="7728"/>
                  </a:lnTo>
                  <a:cubicBezTo>
                    <a:pt x="9407" y="8525"/>
                    <a:pt x="10085" y="9132"/>
                    <a:pt x="10907" y="9132"/>
                  </a:cubicBezTo>
                  <a:cubicBezTo>
                    <a:pt x="11740" y="9132"/>
                    <a:pt x="12407" y="8513"/>
                    <a:pt x="12514" y="7728"/>
                  </a:cubicBezTo>
                  <a:lnTo>
                    <a:pt x="12824" y="7728"/>
                  </a:lnTo>
                  <a:cubicBezTo>
                    <a:pt x="13395" y="7728"/>
                    <a:pt x="13836" y="7263"/>
                    <a:pt x="13836" y="6716"/>
                  </a:cubicBezTo>
                  <a:lnTo>
                    <a:pt x="13836" y="6299"/>
                  </a:lnTo>
                  <a:cubicBezTo>
                    <a:pt x="13848" y="6096"/>
                    <a:pt x="13776" y="5918"/>
                    <a:pt x="13645" y="5787"/>
                  </a:cubicBezTo>
                  <a:cubicBezTo>
                    <a:pt x="13586" y="5727"/>
                    <a:pt x="13550" y="5656"/>
                    <a:pt x="13550" y="5561"/>
                  </a:cubicBezTo>
                  <a:lnTo>
                    <a:pt x="13550" y="4572"/>
                  </a:lnTo>
                  <a:lnTo>
                    <a:pt x="13788" y="4037"/>
                  </a:lnTo>
                  <a:cubicBezTo>
                    <a:pt x="13872" y="3846"/>
                    <a:pt x="13872" y="3656"/>
                    <a:pt x="13764" y="3501"/>
                  </a:cubicBezTo>
                  <a:cubicBezTo>
                    <a:pt x="13657" y="3334"/>
                    <a:pt x="13479" y="3239"/>
                    <a:pt x="13288" y="3239"/>
                  </a:cubicBezTo>
                  <a:lnTo>
                    <a:pt x="12443" y="3239"/>
                  </a:lnTo>
                  <a:lnTo>
                    <a:pt x="10550" y="727"/>
                  </a:lnTo>
                  <a:cubicBezTo>
                    <a:pt x="10204" y="262"/>
                    <a:pt x="9657" y="0"/>
                    <a:pt x="908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" name="Google Shape;11129;p77">
              <a:extLst>
                <a:ext uri="{FF2B5EF4-FFF2-40B4-BE49-F238E27FC236}">
                  <a16:creationId xmlns:a16="http://schemas.microsoft.com/office/drawing/2014/main" id="{577DC755-37CA-476D-9684-8E0657709CEE}"/>
                </a:ext>
              </a:extLst>
            </p:cNvPr>
            <p:cNvSpPr/>
            <p:nvPr/>
          </p:nvSpPr>
          <p:spPr>
            <a:xfrm>
              <a:off x="5779789" y="4416409"/>
              <a:ext cx="52205" cy="51475"/>
            </a:xfrm>
            <a:custGeom>
              <a:avLst/>
              <a:gdLst/>
              <a:ahLst/>
              <a:cxnLst/>
              <a:rect l="l" t="t" r="r" b="b"/>
              <a:pathLst>
                <a:path w="1644" h="1621" extrusionOk="0">
                  <a:moveTo>
                    <a:pt x="811" y="1"/>
                  </a:moveTo>
                  <a:cubicBezTo>
                    <a:pt x="584" y="1"/>
                    <a:pt x="394" y="84"/>
                    <a:pt x="239" y="239"/>
                  </a:cubicBezTo>
                  <a:cubicBezTo>
                    <a:pt x="96" y="382"/>
                    <a:pt x="1" y="596"/>
                    <a:pt x="1" y="799"/>
                  </a:cubicBezTo>
                  <a:cubicBezTo>
                    <a:pt x="1" y="1263"/>
                    <a:pt x="382" y="1620"/>
                    <a:pt x="822" y="1620"/>
                  </a:cubicBezTo>
                  <a:cubicBezTo>
                    <a:pt x="1275" y="1620"/>
                    <a:pt x="1644" y="1263"/>
                    <a:pt x="1644" y="799"/>
                  </a:cubicBezTo>
                  <a:cubicBezTo>
                    <a:pt x="1644" y="739"/>
                    <a:pt x="1632" y="668"/>
                    <a:pt x="1608" y="608"/>
                  </a:cubicBezTo>
                  <a:cubicBezTo>
                    <a:pt x="1557" y="546"/>
                    <a:pt x="1478" y="484"/>
                    <a:pt x="1389" y="484"/>
                  </a:cubicBezTo>
                  <a:cubicBezTo>
                    <a:pt x="1375" y="484"/>
                    <a:pt x="1361" y="486"/>
                    <a:pt x="1346" y="489"/>
                  </a:cubicBezTo>
                  <a:cubicBezTo>
                    <a:pt x="1239" y="525"/>
                    <a:pt x="1168" y="620"/>
                    <a:pt x="1192" y="727"/>
                  </a:cubicBezTo>
                  <a:cubicBezTo>
                    <a:pt x="1203" y="763"/>
                    <a:pt x="1203" y="787"/>
                    <a:pt x="1203" y="822"/>
                  </a:cubicBezTo>
                  <a:cubicBezTo>
                    <a:pt x="1203" y="1037"/>
                    <a:pt x="1025" y="1215"/>
                    <a:pt x="811" y="1215"/>
                  </a:cubicBezTo>
                  <a:cubicBezTo>
                    <a:pt x="584" y="1215"/>
                    <a:pt x="406" y="1037"/>
                    <a:pt x="406" y="822"/>
                  </a:cubicBezTo>
                  <a:cubicBezTo>
                    <a:pt x="406" y="596"/>
                    <a:pt x="584" y="418"/>
                    <a:pt x="811" y="418"/>
                  </a:cubicBezTo>
                  <a:cubicBezTo>
                    <a:pt x="930" y="418"/>
                    <a:pt x="1013" y="322"/>
                    <a:pt x="1013" y="203"/>
                  </a:cubicBezTo>
                  <a:cubicBezTo>
                    <a:pt x="1013" y="84"/>
                    <a:pt x="930" y="1"/>
                    <a:pt x="81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" name="Google Shape;11130;p77">
              <a:extLst>
                <a:ext uri="{FF2B5EF4-FFF2-40B4-BE49-F238E27FC236}">
                  <a16:creationId xmlns:a16="http://schemas.microsoft.com/office/drawing/2014/main" id="{DD682135-6D9E-4BA8-8A45-B1E8F1CE7C66}"/>
                </a:ext>
              </a:extLst>
            </p:cNvPr>
            <p:cNvSpPr/>
            <p:nvPr/>
          </p:nvSpPr>
          <p:spPr>
            <a:xfrm>
              <a:off x="6048627" y="4416409"/>
              <a:ext cx="52205" cy="51856"/>
            </a:xfrm>
            <a:custGeom>
              <a:avLst/>
              <a:gdLst/>
              <a:ahLst/>
              <a:cxnLst/>
              <a:rect l="l" t="t" r="r" b="b"/>
              <a:pathLst>
                <a:path w="1644" h="1633" extrusionOk="0">
                  <a:moveTo>
                    <a:pt x="822" y="1"/>
                  </a:moveTo>
                  <a:cubicBezTo>
                    <a:pt x="596" y="1"/>
                    <a:pt x="405" y="84"/>
                    <a:pt x="238" y="239"/>
                  </a:cubicBezTo>
                  <a:cubicBezTo>
                    <a:pt x="95" y="382"/>
                    <a:pt x="0" y="596"/>
                    <a:pt x="0" y="822"/>
                  </a:cubicBezTo>
                  <a:cubicBezTo>
                    <a:pt x="0" y="1263"/>
                    <a:pt x="381" y="1632"/>
                    <a:pt x="822" y="1632"/>
                  </a:cubicBezTo>
                  <a:cubicBezTo>
                    <a:pt x="1274" y="1632"/>
                    <a:pt x="1643" y="1275"/>
                    <a:pt x="1643" y="822"/>
                  </a:cubicBezTo>
                  <a:cubicBezTo>
                    <a:pt x="1643" y="763"/>
                    <a:pt x="1631" y="680"/>
                    <a:pt x="1608" y="620"/>
                  </a:cubicBezTo>
                  <a:cubicBezTo>
                    <a:pt x="1577" y="548"/>
                    <a:pt x="1492" y="484"/>
                    <a:pt x="1400" y="484"/>
                  </a:cubicBezTo>
                  <a:cubicBezTo>
                    <a:pt x="1386" y="484"/>
                    <a:pt x="1372" y="486"/>
                    <a:pt x="1358" y="489"/>
                  </a:cubicBezTo>
                  <a:cubicBezTo>
                    <a:pt x="1250" y="525"/>
                    <a:pt x="1179" y="620"/>
                    <a:pt x="1215" y="727"/>
                  </a:cubicBezTo>
                  <a:cubicBezTo>
                    <a:pt x="1227" y="763"/>
                    <a:pt x="1227" y="787"/>
                    <a:pt x="1227" y="822"/>
                  </a:cubicBezTo>
                  <a:cubicBezTo>
                    <a:pt x="1227" y="1037"/>
                    <a:pt x="1048" y="1215"/>
                    <a:pt x="822" y="1215"/>
                  </a:cubicBezTo>
                  <a:cubicBezTo>
                    <a:pt x="596" y="1215"/>
                    <a:pt x="417" y="1037"/>
                    <a:pt x="417" y="822"/>
                  </a:cubicBezTo>
                  <a:cubicBezTo>
                    <a:pt x="417" y="596"/>
                    <a:pt x="596" y="418"/>
                    <a:pt x="822" y="418"/>
                  </a:cubicBezTo>
                  <a:cubicBezTo>
                    <a:pt x="941" y="418"/>
                    <a:pt x="1036" y="322"/>
                    <a:pt x="1036" y="203"/>
                  </a:cubicBezTo>
                  <a:cubicBezTo>
                    <a:pt x="1036" y="84"/>
                    <a:pt x="941" y="1"/>
                    <a:pt x="822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8" name="Google Shape;11131;p77">
              <a:extLst>
                <a:ext uri="{FF2B5EF4-FFF2-40B4-BE49-F238E27FC236}">
                  <a16:creationId xmlns:a16="http://schemas.microsoft.com/office/drawing/2014/main" id="{471E6041-5F9A-400E-A8B4-DD20A98221F0}"/>
                </a:ext>
              </a:extLst>
            </p:cNvPr>
            <p:cNvSpPr/>
            <p:nvPr/>
          </p:nvSpPr>
          <p:spPr>
            <a:xfrm>
              <a:off x="6000995" y="4365379"/>
              <a:ext cx="122892" cy="58016"/>
            </a:xfrm>
            <a:custGeom>
              <a:avLst/>
              <a:gdLst/>
              <a:ahLst/>
              <a:cxnLst/>
              <a:rect l="l" t="t" r="r" b="b"/>
              <a:pathLst>
                <a:path w="3870" h="1827" extrusionOk="0">
                  <a:moveTo>
                    <a:pt x="2310" y="1"/>
                  </a:moveTo>
                  <a:cubicBezTo>
                    <a:pt x="1810" y="1"/>
                    <a:pt x="1334" y="143"/>
                    <a:pt x="929" y="429"/>
                  </a:cubicBezTo>
                  <a:cubicBezTo>
                    <a:pt x="524" y="715"/>
                    <a:pt x="226" y="1096"/>
                    <a:pt x="48" y="1548"/>
                  </a:cubicBezTo>
                  <a:cubicBezTo>
                    <a:pt x="0" y="1656"/>
                    <a:pt x="60" y="1775"/>
                    <a:pt x="167" y="1810"/>
                  </a:cubicBezTo>
                  <a:cubicBezTo>
                    <a:pt x="192" y="1822"/>
                    <a:pt x="218" y="1827"/>
                    <a:pt x="244" y="1827"/>
                  </a:cubicBezTo>
                  <a:cubicBezTo>
                    <a:pt x="326" y="1827"/>
                    <a:pt x="404" y="1773"/>
                    <a:pt x="441" y="1691"/>
                  </a:cubicBezTo>
                  <a:cubicBezTo>
                    <a:pt x="738" y="917"/>
                    <a:pt x="1488" y="405"/>
                    <a:pt x="2322" y="405"/>
                  </a:cubicBezTo>
                  <a:cubicBezTo>
                    <a:pt x="2774" y="405"/>
                    <a:pt x="3191" y="536"/>
                    <a:pt x="3548" y="798"/>
                  </a:cubicBezTo>
                  <a:cubicBezTo>
                    <a:pt x="3581" y="831"/>
                    <a:pt x="3624" y="846"/>
                    <a:pt x="3667" y="846"/>
                  </a:cubicBezTo>
                  <a:cubicBezTo>
                    <a:pt x="3732" y="846"/>
                    <a:pt x="3798" y="813"/>
                    <a:pt x="3834" y="763"/>
                  </a:cubicBezTo>
                  <a:cubicBezTo>
                    <a:pt x="3870" y="679"/>
                    <a:pt x="3858" y="560"/>
                    <a:pt x="3774" y="489"/>
                  </a:cubicBezTo>
                  <a:cubicBezTo>
                    <a:pt x="3334" y="179"/>
                    <a:pt x="2846" y="1"/>
                    <a:pt x="2310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9" name="Google Shape;11132;p77">
              <a:extLst>
                <a:ext uri="{FF2B5EF4-FFF2-40B4-BE49-F238E27FC236}">
                  <a16:creationId xmlns:a16="http://schemas.microsoft.com/office/drawing/2014/main" id="{26400CD2-21C6-4FD6-A3C7-713DB60B5B48}"/>
                </a:ext>
              </a:extLst>
            </p:cNvPr>
            <p:cNvSpPr/>
            <p:nvPr/>
          </p:nvSpPr>
          <p:spPr>
            <a:xfrm>
              <a:off x="5816847" y="4230039"/>
              <a:ext cx="124797" cy="193610"/>
            </a:xfrm>
            <a:custGeom>
              <a:avLst/>
              <a:gdLst/>
              <a:ahLst/>
              <a:cxnLst/>
              <a:rect l="l" t="t" r="r" b="b"/>
              <a:pathLst>
                <a:path w="3930" h="6097" extrusionOk="0">
                  <a:moveTo>
                    <a:pt x="3513" y="417"/>
                  </a:moveTo>
                  <a:lnTo>
                    <a:pt x="3513" y="2441"/>
                  </a:lnTo>
                  <a:lnTo>
                    <a:pt x="822" y="2441"/>
                  </a:lnTo>
                  <a:lnTo>
                    <a:pt x="1834" y="714"/>
                  </a:lnTo>
                  <a:cubicBezTo>
                    <a:pt x="1930" y="524"/>
                    <a:pt x="2144" y="417"/>
                    <a:pt x="2346" y="417"/>
                  </a:cubicBezTo>
                  <a:close/>
                  <a:moveTo>
                    <a:pt x="2346" y="0"/>
                  </a:moveTo>
                  <a:cubicBezTo>
                    <a:pt x="1989" y="0"/>
                    <a:pt x="1644" y="203"/>
                    <a:pt x="1465" y="512"/>
                  </a:cubicBezTo>
                  <a:lnTo>
                    <a:pt x="60" y="2917"/>
                  </a:lnTo>
                  <a:cubicBezTo>
                    <a:pt x="1" y="3024"/>
                    <a:pt x="25" y="3143"/>
                    <a:pt x="132" y="3203"/>
                  </a:cubicBezTo>
                  <a:cubicBezTo>
                    <a:pt x="155" y="3215"/>
                    <a:pt x="203" y="3239"/>
                    <a:pt x="239" y="3239"/>
                  </a:cubicBezTo>
                  <a:cubicBezTo>
                    <a:pt x="310" y="3239"/>
                    <a:pt x="370" y="3203"/>
                    <a:pt x="417" y="3131"/>
                  </a:cubicBezTo>
                  <a:lnTo>
                    <a:pt x="572" y="2846"/>
                  </a:lnTo>
                  <a:lnTo>
                    <a:pt x="3513" y="2846"/>
                  </a:lnTo>
                  <a:lnTo>
                    <a:pt x="3513" y="5882"/>
                  </a:lnTo>
                  <a:cubicBezTo>
                    <a:pt x="3513" y="6001"/>
                    <a:pt x="3596" y="6096"/>
                    <a:pt x="3715" y="6096"/>
                  </a:cubicBezTo>
                  <a:cubicBezTo>
                    <a:pt x="3835" y="6096"/>
                    <a:pt x="3930" y="6001"/>
                    <a:pt x="3930" y="5882"/>
                  </a:cubicBezTo>
                  <a:lnTo>
                    <a:pt x="3930" y="203"/>
                  </a:lnTo>
                  <a:cubicBezTo>
                    <a:pt x="3918" y="95"/>
                    <a:pt x="3823" y="0"/>
                    <a:pt x="371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0" name="Google Shape;11133;p77">
              <a:extLst>
                <a:ext uri="{FF2B5EF4-FFF2-40B4-BE49-F238E27FC236}">
                  <a16:creationId xmlns:a16="http://schemas.microsoft.com/office/drawing/2014/main" id="{30E252AB-2B32-41CC-8274-C5A700D38010}"/>
                </a:ext>
              </a:extLst>
            </p:cNvPr>
            <p:cNvSpPr/>
            <p:nvPr/>
          </p:nvSpPr>
          <p:spPr>
            <a:xfrm>
              <a:off x="5954474" y="4230039"/>
              <a:ext cx="120256" cy="102854"/>
            </a:xfrm>
            <a:custGeom>
              <a:avLst/>
              <a:gdLst/>
              <a:ahLst/>
              <a:cxnLst/>
              <a:rect l="l" t="t" r="r" b="b"/>
              <a:pathLst>
                <a:path w="3787" h="3239" extrusionOk="0">
                  <a:moveTo>
                    <a:pt x="203" y="0"/>
                  </a:moveTo>
                  <a:cubicBezTo>
                    <a:pt x="84" y="0"/>
                    <a:pt x="1" y="95"/>
                    <a:pt x="1" y="214"/>
                  </a:cubicBezTo>
                  <a:lnTo>
                    <a:pt x="1" y="3024"/>
                  </a:lnTo>
                  <a:cubicBezTo>
                    <a:pt x="1" y="3143"/>
                    <a:pt x="84" y="3239"/>
                    <a:pt x="203" y="3239"/>
                  </a:cubicBezTo>
                  <a:cubicBezTo>
                    <a:pt x="322" y="3239"/>
                    <a:pt x="417" y="3143"/>
                    <a:pt x="417" y="3024"/>
                  </a:cubicBezTo>
                  <a:lnTo>
                    <a:pt x="417" y="405"/>
                  </a:lnTo>
                  <a:lnTo>
                    <a:pt x="1977" y="405"/>
                  </a:lnTo>
                  <a:cubicBezTo>
                    <a:pt x="2132" y="405"/>
                    <a:pt x="2322" y="512"/>
                    <a:pt x="2429" y="655"/>
                  </a:cubicBezTo>
                  <a:lnTo>
                    <a:pt x="3287" y="1786"/>
                  </a:lnTo>
                  <a:cubicBezTo>
                    <a:pt x="3346" y="1869"/>
                    <a:pt x="3358" y="1941"/>
                    <a:pt x="3358" y="2024"/>
                  </a:cubicBezTo>
                  <a:cubicBezTo>
                    <a:pt x="3358" y="2250"/>
                    <a:pt x="3180" y="2429"/>
                    <a:pt x="2953" y="2429"/>
                  </a:cubicBezTo>
                  <a:lnTo>
                    <a:pt x="1013" y="2429"/>
                  </a:lnTo>
                  <a:cubicBezTo>
                    <a:pt x="894" y="2429"/>
                    <a:pt x="798" y="2524"/>
                    <a:pt x="798" y="2643"/>
                  </a:cubicBezTo>
                  <a:cubicBezTo>
                    <a:pt x="798" y="2762"/>
                    <a:pt x="882" y="2846"/>
                    <a:pt x="1013" y="2846"/>
                  </a:cubicBezTo>
                  <a:lnTo>
                    <a:pt x="2977" y="2846"/>
                  </a:lnTo>
                  <a:cubicBezTo>
                    <a:pt x="3418" y="2846"/>
                    <a:pt x="3787" y="2489"/>
                    <a:pt x="3787" y="2024"/>
                  </a:cubicBezTo>
                  <a:cubicBezTo>
                    <a:pt x="3787" y="1846"/>
                    <a:pt x="3727" y="1691"/>
                    <a:pt x="3632" y="1536"/>
                  </a:cubicBezTo>
                  <a:lnTo>
                    <a:pt x="2775" y="405"/>
                  </a:lnTo>
                  <a:cubicBezTo>
                    <a:pt x="2584" y="155"/>
                    <a:pt x="2287" y="0"/>
                    <a:pt x="196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1" name="Google Shape;11134;p77">
              <a:extLst>
                <a:ext uri="{FF2B5EF4-FFF2-40B4-BE49-F238E27FC236}">
                  <a16:creationId xmlns:a16="http://schemas.microsoft.com/office/drawing/2014/main" id="{32A4917C-7C89-43B9-B6E7-82C3ACD0FD22}"/>
                </a:ext>
              </a:extLst>
            </p:cNvPr>
            <p:cNvSpPr/>
            <p:nvPr/>
          </p:nvSpPr>
          <p:spPr>
            <a:xfrm>
              <a:off x="5876198" y="4333243"/>
              <a:ext cx="39376" cy="13274"/>
            </a:xfrm>
            <a:custGeom>
              <a:avLst/>
              <a:gdLst/>
              <a:ahLst/>
              <a:cxnLst/>
              <a:rect l="l" t="t" r="r" b="b"/>
              <a:pathLst>
                <a:path w="1240" h="418" extrusionOk="0">
                  <a:moveTo>
                    <a:pt x="215" y="1"/>
                  </a:moveTo>
                  <a:cubicBezTo>
                    <a:pt x="96" y="1"/>
                    <a:pt x="1" y="84"/>
                    <a:pt x="1" y="203"/>
                  </a:cubicBezTo>
                  <a:cubicBezTo>
                    <a:pt x="1" y="322"/>
                    <a:pt x="96" y="417"/>
                    <a:pt x="215" y="417"/>
                  </a:cubicBezTo>
                  <a:lnTo>
                    <a:pt x="1025" y="417"/>
                  </a:lnTo>
                  <a:cubicBezTo>
                    <a:pt x="1144" y="417"/>
                    <a:pt x="1239" y="322"/>
                    <a:pt x="1239" y="203"/>
                  </a:cubicBezTo>
                  <a:cubicBezTo>
                    <a:pt x="1239" y="84"/>
                    <a:pt x="1156" y="1"/>
                    <a:pt x="1025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" name="Google Shape;11135;p77">
              <a:extLst>
                <a:ext uri="{FF2B5EF4-FFF2-40B4-BE49-F238E27FC236}">
                  <a16:creationId xmlns:a16="http://schemas.microsoft.com/office/drawing/2014/main" id="{7AC277F3-72DA-4085-BD82-0FB14F7C61B3}"/>
                </a:ext>
              </a:extLst>
            </p:cNvPr>
            <p:cNvSpPr/>
            <p:nvPr/>
          </p:nvSpPr>
          <p:spPr>
            <a:xfrm>
              <a:off x="5979433" y="4333243"/>
              <a:ext cx="39344" cy="13274"/>
            </a:xfrm>
            <a:custGeom>
              <a:avLst/>
              <a:gdLst/>
              <a:ahLst/>
              <a:cxnLst/>
              <a:rect l="l" t="t" r="r" b="b"/>
              <a:pathLst>
                <a:path w="1239" h="418" extrusionOk="0">
                  <a:moveTo>
                    <a:pt x="203" y="1"/>
                  </a:moveTo>
                  <a:cubicBezTo>
                    <a:pt x="84" y="1"/>
                    <a:pt x="0" y="84"/>
                    <a:pt x="0" y="203"/>
                  </a:cubicBezTo>
                  <a:cubicBezTo>
                    <a:pt x="0" y="322"/>
                    <a:pt x="84" y="417"/>
                    <a:pt x="203" y="417"/>
                  </a:cubicBezTo>
                  <a:lnTo>
                    <a:pt x="1024" y="417"/>
                  </a:lnTo>
                  <a:cubicBezTo>
                    <a:pt x="1143" y="417"/>
                    <a:pt x="1239" y="322"/>
                    <a:pt x="1239" y="203"/>
                  </a:cubicBezTo>
                  <a:cubicBezTo>
                    <a:pt x="1239" y="84"/>
                    <a:pt x="1143" y="1"/>
                    <a:pt x="1024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</p:spTree>
    <p:extLst>
      <p:ext uri="{BB962C8B-B14F-4D97-AF65-F5344CB8AC3E}">
        <p14:creationId xmlns:p14="http://schemas.microsoft.com/office/powerpoint/2010/main" val="23078170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5" name="Google Shape;1295;p37"/>
          <p:cNvPicPr preferRelativeResize="0"/>
          <p:nvPr/>
        </p:nvPicPr>
        <p:blipFill rotWithShape="1">
          <a:blip r:embed="rId3">
            <a:alphaModFix/>
          </a:blip>
          <a:srcRect l="18647" t="7960" r="8852" b="8336"/>
          <a:stretch/>
        </p:blipFill>
        <p:spPr>
          <a:xfrm rot="-9296825">
            <a:off x="7261373" y="109212"/>
            <a:ext cx="1647828" cy="107015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543974D-4AEE-49D4-B8B9-DDED68560560}"/>
              </a:ext>
            </a:extLst>
          </p:cNvPr>
          <p:cNvSpPr txBox="1"/>
          <p:nvPr/>
        </p:nvSpPr>
        <p:spPr>
          <a:xfrm>
            <a:off x="720000" y="631967"/>
            <a:ext cx="770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a-IR" sz="28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فهرست مطالب</a:t>
            </a:r>
            <a:endParaRPr lang="en-US" sz="2800" dirty="0">
              <a:solidFill>
                <a:schemeClr val="tx1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</p:txBody>
      </p:sp>
      <p:pic>
        <p:nvPicPr>
          <p:cNvPr id="41" name="Image 0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A0017282-F3D5-47BA-B9CD-E4185A5A037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8981" l="3750" r="90000">
                        <a14:foregroundMark x1="24861" y1="37500" x2="24861" y2="37500"/>
                        <a14:foregroundMark x1="5139" y1="30463" x2="5139" y2="30463"/>
                        <a14:foregroundMark x1="4167" y1="29907" x2="4167" y2="29907"/>
                        <a14:foregroundMark x1="4167" y1="29907" x2="4167" y2="29907"/>
                        <a14:foregroundMark x1="14722" y1="29259" x2="14722" y2="29259"/>
                        <a14:foregroundMark x1="14722" y1="29259" x2="14722" y2="29259"/>
                        <a14:foregroundMark x1="14722" y1="29259" x2="14722" y2="29259"/>
                        <a14:foregroundMark x1="14722" y1="29259" x2="14722" y2="29259"/>
                        <a14:foregroundMark x1="35972" y1="31389" x2="35972" y2="31389"/>
                        <a14:foregroundMark x1="35972" y1="31389" x2="35972" y2="31389"/>
                        <a14:foregroundMark x1="11528" y1="26852" x2="11528" y2="26852"/>
                        <a14:foregroundMark x1="11528" y1="26852" x2="11528" y2="26852"/>
                        <a14:foregroundMark x1="11528" y1="26852" x2="11528" y2="26852"/>
                        <a14:foregroundMark x1="18611" y1="40370" x2="18611" y2="40370"/>
                        <a14:foregroundMark x1="18611" y1="40370" x2="18611" y2="40370"/>
                        <a14:foregroundMark x1="18611" y1="40370" x2="18611" y2="40370"/>
                        <a14:foregroundMark x1="16667" y1="43241" x2="16667" y2="43241"/>
                        <a14:foregroundMark x1="16667" y1="43241" x2="16667" y2="43241"/>
                        <a14:foregroundMark x1="16667" y1="43241" x2="16667" y2="43241"/>
                        <a14:foregroundMark x1="15000" y1="51852" x2="15000" y2="51852"/>
                        <a14:foregroundMark x1="15000" y1="51852" x2="15000" y2="51852"/>
                        <a14:foregroundMark x1="15000" y1="51852" x2="15000" y2="51852"/>
                        <a14:foregroundMark x1="15000" y1="51852" x2="15000" y2="51852"/>
                        <a14:foregroundMark x1="15000" y1="51852" x2="15000" y2="51852"/>
                        <a14:foregroundMark x1="25972" y1="56481" x2="25972" y2="56481"/>
                        <a14:foregroundMark x1="25972" y1="56481" x2="25972" y2="56481"/>
                        <a14:foregroundMark x1="11944" y1="66944" x2="11944" y2="66944"/>
                        <a14:foregroundMark x1="11944" y1="66944" x2="11944" y2="66944"/>
                        <a14:foregroundMark x1="3750" y1="50741" x2="3750" y2="50741"/>
                        <a14:foregroundMark x1="3750" y1="50741" x2="3750" y2="50741"/>
                        <a14:foregroundMark x1="3750" y1="50741" x2="3750" y2="50741"/>
                        <a14:foregroundMark x1="3750" y1="50741" x2="3750" y2="50741"/>
                        <a14:foregroundMark x1="3750" y1="50741" x2="22361" y2="67963"/>
                        <a14:foregroundMark x1="22361" y1="67963" x2="23472" y2="68333"/>
                        <a14:foregroundMark x1="37500" y1="65278" x2="37500" y2="65278"/>
                        <a14:foregroundMark x1="37500" y1="65278" x2="37500" y2="65278"/>
                        <a14:foregroundMark x1="43889" y1="52963" x2="43889" y2="52963"/>
                        <a14:foregroundMark x1="43889" y1="52963" x2="43889" y2="52963"/>
                        <a14:foregroundMark x1="43472" y1="54630" x2="43472" y2="54630"/>
                        <a14:foregroundMark x1="43472" y1="54630" x2="43472" y2="54630"/>
                        <a14:foregroundMark x1="43194" y1="54167" x2="43194" y2="54167"/>
                        <a14:foregroundMark x1="43194" y1="54167" x2="43194" y2="54167"/>
                        <a14:foregroundMark x1="43194" y1="54167" x2="43194" y2="54167"/>
                        <a14:foregroundMark x1="42639" y1="52315" x2="42639" y2="52315"/>
                        <a14:foregroundMark x1="42639" y1="52315" x2="42639" y2="52315"/>
                        <a14:foregroundMark x1="42639" y1="52315" x2="42639" y2="52315"/>
                        <a14:foregroundMark x1="42639" y1="51574" x2="42639" y2="51574"/>
                        <a14:foregroundMark x1="42639" y1="51574" x2="42639" y2="51574"/>
                        <a14:foregroundMark x1="42639" y1="51574" x2="42639" y2="51574"/>
                        <a14:foregroundMark x1="42639" y1="51574" x2="42639" y2="51574"/>
                        <a14:foregroundMark x1="42500" y1="52593" x2="42500" y2="52593"/>
                        <a14:foregroundMark x1="42500" y1="52593" x2="42500" y2="52593"/>
                        <a14:foregroundMark x1="42500" y1="52593" x2="42500" y2="52593"/>
                        <a14:foregroundMark x1="60417" y1="64444" x2="60417" y2="64444"/>
                        <a14:foregroundMark x1="60417" y1="64444" x2="60417" y2="64444"/>
                        <a14:foregroundMark x1="25972" y1="77963" x2="25972" y2="77963"/>
                        <a14:foregroundMark x1="25972" y1="77963" x2="25972" y2="77963"/>
                        <a14:foregroundMark x1="25972" y1="77963" x2="25972" y2="77963"/>
                        <a14:foregroundMark x1="28056" y1="73704" x2="28056" y2="73704"/>
                        <a14:foregroundMark x1="28056" y1="73704" x2="28056" y2="73704"/>
                        <a14:foregroundMark x1="28056" y1="73704" x2="28056" y2="73704"/>
                        <a14:foregroundMark x1="17917" y1="42130" x2="17917" y2="42130"/>
                        <a14:foregroundMark x1="17917" y1="42130" x2="17917" y2="42130"/>
                        <a14:foregroundMark x1="17917" y1="42130" x2="17917" y2="42130"/>
                        <a14:foregroundMark x1="17917" y1="42130" x2="17917" y2="42130"/>
                        <a14:foregroundMark x1="15139" y1="42778" x2="15139" y2="42778"/>
                        <a14:foregroundMark x1="15139" y1="42778" x2="15139" y2="42778"/>
                        <a14:foregroundMark x1="15139" y1="42778" x2="15139" y2="42778"/>
                        <a14:foregroundMark x1="12361" y1="66019" x2="12361" y2="66019"/>
                        <a14:foregroundMark x1="12361" y1="66019" x2="12361" y2="66019"/>
                        <a14:foregroundMark x1="10694" y1="66667" x2="10694" y2="66667"/>
                        <a14:foregroundMark x1="10694" y1="66667" x2="10694" y2="66667"/>
                        <a14:foregroundMark x1="20833" y1="94259" x2="20833" y2="94259"/>
                        <a14:foregroundMark x1="20833" y1="94259" x2="20833" y2="94259"/>
                        <a14:foregroundMark x1="20833" y1="94259" x2="20833" y2="94259"/>
                        <a14:foregroundMark x1="20833" y1="93981" x2="16944" y2="87130"/>
                        <a14:foregroundMark x1="16944" y1="87130" x2="17778" y2="90648"/>
                        <a14:foregroundMark x1="17778" y1="90648" x2="17778" y2="90648"/>
                        <a14:foregroundMark x1="17222" y1="86111" x2="15972" y2="79167"/>
                        <a14:foregroundMark x1="11806" y1="98241" x2="27083" y2="98981"/>
                      </a14:backgroundRemoval>
                    </a14:imgEffect>
                  </a14:imgLayer>
                </a14:imgProps>
              </a:ext>
            </a:extLst>
          </a:blip>
          <a:srcRect t="19090" r="28132"/>
          <a:stretch/>
        </p:blipFill>
        <p:spPr>
          <a:xfrm>
            <a:off x="0" y="1394460"/>
            <a:ext cx="3156352" cy="3749040"/>
          </a:xfrm>
          <a:prstGeom prst="actionButtonBlank">
            <a:avLst/>
          </a:prstGeom>
        </p:spPr>
      </p:pic>
      <p:sp>
        <p:nvSpPr>
          <p:cNvPr id="80" name="Rectangle: Rounded Corners 79">
            <a:extLst>
              <a:ext uri="{FF2B5EF4-FFF2-40B4-BE49-F238E27FC236}">
                <a16:creationId xmlns:a16="http://schemas.microsoft.com/office/drawing/2014/main" id="{AE865B07-7D80-4349-9156-1A50F850FD15}"/>
              </a:ext>
            </a:extLst>
          </p:cNvPr>
          <p:cNvSpPr/>
          <p:nvPr/>
        </p:nvSpPr>
        <p:spPr>
          <a:xfrm>
            <a:off x="3121039" y="5984137"/>
            <a:ext cx="2468700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0B1F929A-CA52-4FB2-9542-E62737A8B3B4}"/>
              </a:ext>
            </a:extLst>
          </p:cNvPr>
          <p:cNvSpPr/>
          <p:nvPr/>
        </p:nvSpPr>
        <p:spPr>
          <a:xfrm>
            <a:off x="3153388" y="6820153"/>
            <a:ext cx="2468700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888C7367-1F9A-46AC-8139-CECF6D3DAF63}"/>
              </a:ext>
            </a:extLst>
          </p:cNvPr>
          <p:cNvSpPr/>
          <p:nvPr/>
        </p:nvSpPr>
        <p:spPr>
          <a:xfrm>
            <a:off x="3121039" y="7653634"/>
            <a:ext cx="2468700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3" name="Rectangle: Rounded Corners 82">
            <a:extLst>
              <a:ext uri="{FF2B5EF4-FFF2-40B4-BE49-F238E27FC236}">
                <a16:creationId xmlns:a16="http://schemas.microsoft.com/office/drawing/2014/main" id="{8C59ACB4-95B4-4E2B-ACFA-C2601F8D9BB1}"/>
              </a:ext>
            </a:extLst>
          </p:cNvPr>
          <p:cNvSpPr/>
          <p:nvPr/>
        </p:nvSpPr>
        <p:spPr>
          <a:xfrm>
            <a:off x="3153388" y="5148121"/>
            <a:ext cx="2468700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B49A3EC7-4CF7-4ABD-A6F8-8C9D40951EE3}"/>
              </a:ext>
            </a:extLst>
          </p:cNvPr>
          <p:cNvSpPr txBox="1"/>
          <p:nvPr/>
        </p:nvSpPr>
        <p:spPr>
          <a:xfrm>
            <a:off x="3182773" y="5247515"/>
            <a:ext cx="2471664" cy="3231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5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چالش ها و موانع</a:t>
            </a:r>
            <a:endParaRPr lang="en-US" sz="1500" dirty="0">
              <a:solidFill>
                <a:schemeClr val="tx1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F567886A-539A-46E4-BA39-63EFCA0A2B0F}"/>
              </a:ext>
            </a:extLst>
          </p:cNvPr>
          <p:cNvSpPr txBox="1"/>
          <p:nvPr/>
        </p:nvSpPr>
        <p:spPr>
          <a:xfrm>
            <a:off x="3118075" y="6082897"/>
            <a:ext cx="2471664" cy="3231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5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مزایا و معایب</a:t>
            </a:r>
            <a:endParaRPr lang="en-US" sz="1500" dirty="0">
              <a:solidFill>
                <a:schemeClr val="tx1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BFAB65E7-F43A-4E7B-AF8F-6EA2C8C9BCF5}"/>
              </a:ext>
            </a:extLst>
          </p:cNvPr>
          <p:cNvSpPr txBox="1"/>
          <p:nvPr/>
        </p:nvSpPr>
        <p:spPr>
          <a:xfrm>
            <a:off x="3133149" y="6918913"/>
            <a:ext cx="2471664" cy="3231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5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آینده ماشین های خودران</a:t>
            </a:r>
            <a:endParaRPr lang="en-US" sz="1500" dirty="0">
              <a:solidFill>
                <a:schemeClr val="tx1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B09F1BC-885E-4A38-8D2C-5C8523DA4A34}"/>
              </a:ext>
            </a:extLst>
          </p:cNvPr>
          <p:cNvSpPr txBox="1"/>
          <p:nvPr/>
        </p:nvSpPr>
        <p:spPr>
          <a:xfrm>
            <a:off x="3118075" y="7753661"/>
            <a:ext cx="2471664" cy="3231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5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منابع</a:t>
            </a:r>
            <a:endParaRPr lang="en-US" sz="1500" dirty="0">
              <a:solidFill>
                <a:schemeClr val="tx1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</p:txBody>
      </p:sp>
      <p:sp>
        <p:nvSpPr>
          <p:cNvPr id="88" name="Rectangle: Rounded Corners 87">
            <a:extLst>
              <a:ext uri="{FF2B5EF4-FFF2-40B4-BE49-F238E27FC236}">
                <a16:creationId xmlns:a16="http://schemas.microsoft.com/office/drawing/2014/main" id="{3B121CAE-2975-4BA9-B200-11EE862F3A71}"/>
              </a:ext>
            </a:extLst>
          </p:cNvPr>
          <p:cNvSpPr/>
          <p:nvPr/>
        </p:nvSpPr>
        <p:spPr>
          <a:xfrm>
            <a:off x="5955300" y="5984137"/>
            <a:ext cx="2468700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9" name="Rectangle: Rounded Corners 88">
            <a:extLst>
              <a:ext uri="{FF2B5EF4-FFF2-40B4-BE49-F238E27FC236}">
                <a16:creationId xmlns:a16="http://schemas.microsoft.com/office/drawing/2014/main" id="{679EC5CB-57E6-4F6D-8AEA-D8DD43EF50DC}"/>
              </a:ext>
            </a:extLst>
          </p:cNvPr>
          <p:cNvSpPr/>
          <p:nvPr/>
        </p:nvSpPr>
        <p:spPr>
          <a:xfrm>
            <a:off x="5987649" y="6820153"/>
            <a:ext cx="2468700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0" name="Rectangle: Rounded Corners 89">
            <a:extLst>
              <a:ext uri="{FF2B5EF4-FFF2-40B4-BE49-F238E27FC236}">
                <a16:creationId xmlns:a16="http://schemas.microsoft.com/office/drawing/2014/main" id="{8A9AC626-B067-4F60-A17B-79CC0535A8D7}"/>
              </a:ext>
            </a:extLst>
          </p:cNvPr>
          <p:cNvSpPr/>
          <p:nvPr/>
        </p:nvSpPr>
        <p:spPr>
          <a:xfrm>
            <a:off x="5955300" y="7653634"/>
            <a:ext cx="2468700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1" name="Rectangle: Rounded Corners 90">
            <a:extLst>
              <a:ext uri="{FF2B5EF4-FFF2-40B4-BE49-F238E27FC236}">
                <a16:creationId xmlns:a16="http://schemas.microsoft.com/office/drawing/2014/main" id="{7E5FCCB2-AC5D-4B69-9116-ED72AC2F85EB}"/>
              </a:ext>
            </a:extLst>
          </p:cNvPr>
          <p:cNvSpPr/>
          <p:nvPr/>
        </p:nvSpPr>
        <p:spPr>
          <a:xfrm>
            <a:off x="5987649" y="5148121"/>
            <a:ext cx="2468700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85BE1D1-08F6-4DFC-9716-E5AE83479F96}"/>
              </a:ext>
            </a:extLst>
          </p:cNvPr>
          <p:cNvSpPr txBox="1"/>
          <p:nvPr/>
        </p:nvSpPr>
        <p:spPr>
          <a:xfrm>
            <a:off x="6017034" y="5247515"/>
            <a:ext cx="2471664" cy="3231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5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نحوه عملکرد</a:t>
            </a:r>
            <a:endParaRPr lang="en-US" sz="1500" dirty="0">
              <a:solidFill>
                <a:schemeClr val="tx1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2194D9F6-DA45-4EE4-92CD-C86F7CCF3202}"/>
              </a:ext>
            </a:extLst>
          </p:cNvPr>
          <p:cNvSpPr txBox="1"/>
          <p:nvPr/>
        </p:nvSpPr>
        <p:spPr>
          <a:xfrm>
            <a:off x="5952336" y="6082897"/>
            <a:ext cx="2471664" cy="5539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5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چالش ها و موانع</a:t>
            </a:r>
            <a:endParaRPr lang="en-US" sz="1500" dirty="0">
              <a:solidFill>
                <a:schemeClr val="tx1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  <a:p>
            <a:pPr algn="ctr"/>
            <a:endParaRPr lang="en-US" sz="1500" dirty="0">
              <a:solidFill>
                <a:schemeClr val="tx1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1B304CB1-A3E4-4017-AB9D-076EA5E1A0CD}"/>
              </a:ext>
            </a:extLst>
          </p:cNvPr>
          <p:cNvSpPr txBox="1"/>
          <p:nvPr/>
        </p:nvSpPr>
        <p:spPr>
          <a:xfrm>
            <a:off x="5967410" y="6918913"/>
            <a:ext cx="2471664" cy="3231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5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آینده ماشین های خودران</a:t>
            </a:r>
            <a:endParaRPr lang="en-US" sz="1500" dirty="0">
              <a:solidFill>
                <a:schemeClr val="tx1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E84D3B88-84DD-4588-A7C4-505CBFCE4A70}"/>
              </a:ext>
            </a:extLst>
          </p:cNvPr>
          <p:cNvSpPr txBox="1"/>
          <p:nvPr/>
        </p:nvSpPr>
        <p:spPr>
          <a:xfrm>
            <a:off x="5952336" y="7753661"/>
            <a:ext cx="2471664" cy="3231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5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منابع</a:t>
            </a:r>
            <a:endParaRPr lang="en-US" sz="1500" dirty="0">
              <a:solidFill>
                <a:schemeClr val="tx1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</p:txBody>
      </p:sp>
      <p:sp>
        <p:nvSpPr>
          <p:cNvPr id="112" name="Rectangle: Rounded Corners 111">
            <a:extLst>
              <a:ext uri="{FF2B5EF4-FFF2-40B4-BE49-F238E27FC236}">
                <a16:creationId xmlns:a16="http://schemas.microsoft.com/office/drawing/2014/main" id="{C5AC887E-DC33-41B5-9CDE-6AC4F956750D}"/>
              </a:ext>
            </a:extLst>
          </p:cNvPr>
          <p:cNvSpPr/>
          <p:nvPr/>
        </p:nvSpPr>
        <p:spPr>
          <a:xfrm>
            <a:off x="3143269" y="5153018"/>
            <a:ext cx="2468700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3" name="Rectangle: Rounded Corners 112">
            <a:extLst>
              <a:ext uri="{FF2B5EF4-FFF2-40B4-BE49-F238E27FC236}">
                <a16:creationId xmlns:a16="http://schemas.microsoft.com/office/drawing/2014/main" id="{184017FF-59DA-4250-A1A8-5D63DD4C0C8E}"/>
              </a:ext>
            </a:extLst>
          </p:cNvPr>
          <p:cNvSpPr/>
          <p:nvPr/>
        </p:nvSpPr>
        <p:spPr>
          <a:xfrm>
            <a:off x="3143269" y="5986499"/>
            <a:ext cx="2468700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4" name="Rectangle: Rounded Corners 113">
            <a:extLst>
              <a:ext uri="{FF2B5EF4-FFF2-40B4-BE49-F238E27FC236}">
                <a16:creationId xmlns:a16="http://schemas.microsoft.com/office/drawing/2014/main" id="{08E0E5EA-B3A9-4AA4-8C14-2B69F61C31B0}"/>
              </a:ext>
            </a:extLst>
          </p:cNvPr>
          <p:cNvSpPr/>
          <p:nvPr/>
        </p:nvSpPr>
        <p:spPr>
          <a:xfrm>
            <a:off x="3143269" y="6819980"/>
            <a:ext cx="2468700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5" name="Rectangle: Rounded Corners 114">
            <a:extLst>
              <a:ext uri="{FF2B5EF4-FFF2-40B4-BE49-F238E27FC236}">
                <a16:creationId xmlns:a16="http://schemas.microsoft.com/office/drawing/2014/main" id="{2EA476F4-08DB-4C34-9A1A-152269A29FA7}"/>
              </a:ext>
            </a:extLst>
          </p:cNvPr>
          <p:cNvSpPr/>
          <p:nvPr/>
        </p:nvSpPr>
        <p:spPr>
          <a:xfrm>
            <a:off x="3143269" y="7653461"/>
            <a:ext cx="2468700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0F7A33D9-36C6-456E-AE47-FB4BF3B33DDA}"/>
              </a:ext>
            </a:extLst>
          </p:cNvPr>
          <p:cNvSpPr txBox="1"/>
          <p:nvPr/>
        </p:nvSpPr>
        <p:spPr>
          <a:xfrm>
            <a:off x="3140305" y="5251874"/>
            <a:ext cx="2471664" cy="3231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5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معرفی ماشین های خودران</a:t>
            </a:r>
            <a:endParaRPr lang="en-US" sz="1500" dirty="0">
              <a:solidFill>
                <a:schemeClr val="tx1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6E999E3A-2977-4FE3-BA2D-346C25909B86}"/>
              </a:ext>
            </a:extLst>
          </p:cNvPr>
          <p:cNvSpPr txBox="1"/>
          <p:nvPr/>
        </p:nvSpPr>
        <p:spPr>
          <a:xfrm>
            <a:off x="3143269" y="6083991"/>
            <a:ext cx="2468700" cy="3231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5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تاریخچه و تکامل</a:t>
            </a:r>
            <a:endParaRPr lang="en-US" sz="1500" dirty="0">
              <a:solidFill>
                <a:schemeClr val="tx1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49EB2E58-AA88-4B18-8AB5-43E7B4EDC425}"/>
              </a:ext>
            </a:extLst>
          </p:cNvPr>
          <p:cNvSpPr txBox="1"/>
          <p:nvPr/>
        </p:nvSpPr>
        <p:spPr>
          <a:xfrm>
            <a:off x="3143269" y="6920007"/>
            <a:ext cx="2468700" cy="3231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5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چرا ماشین های خودران؟</a:t>
            </a:r>
            <a:endParaRPr lang="en-US" sz="1500" dirty="0">
              <a:solidFill>
                <a:schemeClr val="tx1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1C775387-6C7F-4486-8546-330C9D0DA432}"/>
              </a:ext>
            </a:extLst>
          </p:cNvPr>
          <p:cNvSpPr txBox="1"/>
          <p:nvPr/>
        </p:nvSpPr>
        <p:spPr>
          <a:xfrm>
            <a:off x="3143269" y="7754186"/>
            <a:ext cx="2468700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600" dirty="0">
                <a:solidFill>
                  <a:schemeClr val="tx1"/>
                </a:solidFill>
                <a:latin typeface="Segoe UI Variable Text Semiligh" pitchFamily="2" charset="0"/>
                <a:ea typeface="Source Sans Pro" panose="020B0503030403020204" pitchFamily="34" charset="0"/>
                <a:cs typeface="Vazir" panose="020B0603030804020204" pitchFamily="34" charset="-78"/>
              </a:rPr>
              <a:t>اجزای اصلی</a:t>
            </a:r>
            <a:endParaRPr lang="en-US" sz="1600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grpSp>
        <p:nvGrpSpPr>
          <p:cNvPr id="144" name="Google Shape;11127;p77">
            <a:extLst>
              <a:ext uri="{FF2B5EF4-FFF2-40B4-BE49-F238E27FC236}">
                <a16:creationId xmlns:a16="http://schemas.microsoft.com/office/drawing/2014/main" id="{5C9901CE-6B77-410B-A0E0-AA3EA3B82256}"/>
              </a:ext>
            </a:extLst>
          </p:cNvPr>
          <p:cNvGrpSpPr/>
          <p:nvPr/>
        </p:nvGrpSpPr>
        <p:grpSpPr>
          <a:xfrm>
            <a:off x="1357923" y="499266"/>
            <a:ext cx="440505" cy="290018"/>
            <a:chOff x="5727616" y="4204699"/>
            <a:chExt cx="440505" cy="290018"/>
          </a:xfrm>
        </p:grpSpPr>
        <p:sp>
          <p:nvSpPr>
            <p:cNvPr id="145" name="Google Shape;11128;p77">
              <a:extLst>
                <a:ext uri="{FF2B5EF4-FFF2-40B4-BE49-F238E27FC236}">
                  <a16:creationId xmlns:a16="http://schemas.microsoft.com/office/drawing/2014/main" id="{2EB17A39-55EC-4D86-AB80-92726CA57759}"/>
                </a:ext>
              </a:extLst>
            </p:cNvPr>
            <p:cNvSpPr/>
            <p:nvPr/>
          </p:nvSpPr>
          <p:spPr>
            <a:xfrm>
              <a:off x="5727616" y="4204699"/>
              <a:ext cx="440505" cy="290018"/>
            </a:xfrm>
            <a:custGeom>
              <a:avLst/>
              <a:gdLst/>
              <a:ahLst/>
              <a:cxnLst/>
              <a:rect l="l" t="t" r="r" b="b"/>
              <a:pathLst>
                <a:path w="13872" h="9133" extrusionOk="0">
                  <a:moveTo>
                    <a:pt x="13145" y="4465"/>
                  </a:moveTo>
                  <a:lnTo>
                    <a:pt x="13145" y="4870"/>
                  </a:lnTo>
                  <a:lnTo>
                    <a:pt x="12752" y="4870"/>
                  </a:lnTo>
                  <a:lnTo>
                    <a:pt x="12752" y="4465"/>
                  </a:lnTo>
                  <a:close/>
                  <a:moveTo>
                    <a:pt x="1275" y="3941"/>
                  </a:moveTo>
                  <a:lnTo>
                    <a:pt x="1275" y="4430"/>
                  </a:lnTo>
                  <a:cubicBezTo>
                    <a:pt x="1275" y="4775"/>
                    <a:pt x="1013" y="5049"/>
                    <a:pt x="668" y="5049"/>
                  </a:cubicBezTo>
                  <a:lnTo>
                    <a:pt x="418" y="5049"/>
                  </a:lnTo>
                  <a:cubicBezTo>
                    <a:pt x="501" y="4549"/>
                    <a:pt x="810" y="4120"/>
                    <a:pt x="1275" y="3941"/>
                  </a:cubicBezTo>
                  <a:close/>
                  <a:moveTo>
                    <a:pt x="9121" y="417"/>
                  </a:moveTo>
                  <a:cubicBezTo>
                    <a:pt x="9562" y="417"/>
                    <a:pt x="9978" y="620"/>
                    <a:pt x="10252" y="977"/>
                  </a:cubicBezTo>
                  <a:lnTo>
                    <a:pt x="12205" y="3584"/>
                  </a:lnTo>
                  <a:cubicBezTo>
                    <a:pt x="12240" y="3632"/>
                    <a:pt x="12300" y="3656"/>
                    <a:pt x="12360" y="3656"/>
                  </a:cubicBezTo>
                  <a:lnTo>
                    <a:pt x="13312" y="3656"/>
                  </a:lnTo>
                  <a:cubicBezTo>
                    <a:pt x="13431" y="3656"/>
                    <a:pt x="13514" y="3775"/>
                    <a:pt x="13467" y="3882"/>
                  </a:cubicBezTo>
                  <a:lnTo>
                    <a:pt x="13372" y="4060"/>
                  </a:lnTo>
                  <a:lnTo>
                    <a:pt x="12574" y="4060"/>
                  </a:lnTo>
                  <a:cubicBezTo>
                    <a:pt x="12455" y="4060"/>
                    <a:pt x="12360" y="4156"/>
                    <a:pt x="12360" y="4275"/>
                  </a:cubicBezTo>
                  <a:lnTo>
                    <a:pt x="12360" y="5084"/>
                  </a:lnTo>
                  <a:cubicBezTo>
                    <a:pt x="12360" y="5203"/>
                    <a:pt x="12455" y="5299"/>
                    <a:pt x="12574" y="5299"/>
                  </a:cubicBezTo>
                  <a:lnTo>
                    <a:pt x="13181" y="5299"/>
                  </a:lnTo>
                  <a:lnTo>
                    <a:pt x="13181" y="5596"/>
                  </a:lnTo>
                  <a:cubicBezTo>
                    <a:pt x="13181" y="5787"/>
                    <a:pt x="13252" y="5977"/>
                    <a:pt x="13395" y="6096"/>
                  </a:cubicBezTo>
                  <a:cubicBezTo>
                    <a:pt x="13455" y="6156"/>
                    <a:pt x="13479" y="6227"/>
                    <a:pt x="13479" y="6323"/>
                  </a:cubicBezTo>
                  <a:lnTo>
                    <a:pt x="13479" y="6692"/>
                  </a:lnTo>
                  <a:lnTo>
                    <a:pt x="13443" y="6692"/>
                  </a:lnTo>
                  <a:cubicBezTo>
                    <a:pt x="13443" y="7037"/>
                    <a:pt x="13181" y="7311"/>
                    <a:pt x="12836" y="7311"/>
                  </a:cubicBezTo>
                  <a:lnTo>
                    <a:pt x="12526" y="7311"/>
                  </a:lnTo>
                  <a:cubicBezTo>
                    <a:pt x="12419" y="6501"/>
                    <a:pt x="11740" y="5894"/>
                    <a:pt x="10919" y="5894"/>
                  </a:cubicBezTo>
                  <a:cubicBezTo>
                    <a:pt x="10097" y="5894"/>
                    <a:pt x="9419" y="6513"/>
                    <a:pt x="9312" y="7311"/>
                  </a:cubicBezTo>
                  <a:lnTo>
                    <a:pt x="4061" y="7311"/>
                  </a:lnTo>
                  <a:cubicBezTo>
                    <a:pt x="3954" y="6501"/>
                    <a:pt x="3275" y="5894"/>
                    <a:pt x="2454" y="5894"/>
                  </a:cubicBezTo>
                  <a:cubicBezTo>
                    <a:pt x="1632" y="5894"/>
                    <a:pt x="965" y="6501"/>
                    <a:pt x="846" y="7275"/>
                  </a:cubicBezTo>
                  <a:cubicBezTo>
                    <a:pt x="608" y="7204"/>
                    <a:pt x="429" y="6966"/>
                    <a:pt x="429" y="6692"/>
                  </a:cubicBezTo>
                  <a:lnTo>
                    <a:pt x="429" y="5465"/>
                  </a:lnTo>
                  <a:lnTo>
                    <a:pt x="691" y="5465"/>
                  </a:lnTo>
                  <a:cubicBezTo>
                    <a:pt x="1263" y="5465"/>
                    <a:pt x="1703" y="5001"/>
                    <a:pt x="1703" y="4453"/>
                  </a:cubicBezTo>
                  <a:lnTo>
                    <a:pt x="1703" y="3822"/>
                  </a:lnTo>
                  <a:lnTo>
                    <a:pt x="2406" y="3644"/>
                  </a:lnTo>
                  <a:cubicBezTo>
                    <a:pt x="2465" y="3632"/>
                    <a:pt x="2513" y="3596"/>
                    <a:pt x="2525" y="3560"/>
                  </a:cubicBezTo>
                  <a:lnTo>
                    <a:pt x="3954" y="1120"/>
                  </a:lnTo>
                  <a:cubicBezTo>
                    <a:pt x="4204" y="679"/>
                    <a:pt x="4680" y="417"/>
                    <a:pt x="5180" y="417"/>
                  </a:cubicBezTo>
                  <a:close/>
                  <a:moveTo>
                    <a:pt x="2430" y="6275"/>
                  </a:moveTo>
                  <a:cubicBezTo>
                    <a:pt x="3108" y="6275"/>
                    <a:pt x="3656" y="6823"/>
                    <a:pt x="3656" y="7501"/>
                  </a:cubicBezTo>
                  <a:cubicBezTo>
                    <a:pt x="3656" y="8168"/>
                    <a:pt x="3108" y="8716"/>
                    <a:pt x="2430" y="8716"/>
                  </a:cubicBezTo>
                  <a:cubicBezTo>
                    <a:pt x="1763" y="8716"/>
                    <a:pt x="1215" y="8168"/>
                    <a:pt x="1215" y="7501"/>
                  </a:cubicBezTo>
                  <a:cubicBezTo>
                    <a:pt x="1215" y="6823"/>
                    <a:pt x="1763" y="6275"/>
                    <a:pt x="2430" y="6275"/>
                  </a:cubicBezTo>
                  <a:close/>
                  <a:moveTo>
                    <a:pt x="10919" y="6275"/>
                  </a:moveTo>
                  <a:cubicBezTo>
                    <a:pt x="11586" y="6275"/>
                    <a:pt x="12145" y="6823"/>
                    <a:pt x="12145" y="7501"/>
                  </a:cubicBezTo>
                  <a:cubicBezTo>
                    <a:pt x="12145" y="8168"/>
                    <a:pt x="11586" y="8716"/>
                    <a:pt x="10919" y="8716"/>
                  </a:cubicBezTo>
                  <a:cubicBezTo>
                    <a:pt x="10252" y="8716"/>
                    <a:pt x="9693" y="8168"/>
                    <a:pt x="9693" y="7501"/>
                  </a:cubicBezTo>
                  <a:cubicBezTo>
                    <a:pt x="9693" y="6823"/>
                    <a:pt x="10252" y="6275"/>
                    <a:pt x="10919" y="6275"/>
                  </a:cubicBezTo>
                  <a:close/>
                  <a:moveTo>
                    <a:pt x="5144" y="0"/>
                  </a:moveTo>
                  <a:cubicBezTo>
                    <a:pt x="4501" y="0"/>
                    <a:pt x="3894" y="334"/>
                    <a:pt x="3573" y="905"/>
                  </a:cubicBezTo>
                  <a:lnTo>
                    <a:pt x="2180" y="3275"/>
                  </a:lnTo>
                  <a:lnTo>
                    <a:pt x="1430" y="3465"/>
                  </a:lnTo>
                  <a:cubicBezTo>
                    <a:pt x="489" y="3703"/>
                    <a:pt x="1" y="4477"/>
                    <a:pt x="1" y="5251"/>
                  </a:cubicBezTo>
                  <a:lnTo>
                    <a:pt x="1" y="6692"/>
                  </a:lnTo>
                  <a:cubicBezTo>
                    <a:pt x="1" y="7180"/>
                    <a:pt x="358" y="7608"/>
                    <a:pt x="810" y="7692"/>
                  </a:cubicBezTo>
                  <a:cubicBezTo>
                    <a:pt x="906" y="8501"/>
                    <a:pt x="1584" y="9132"/>
                    <a:pt x="2418" y="9132"/>
                  </a:cubicBezTo>
                  <a:cubicBezTo>
                    <a:pt x="3251" y="9132"/>
                    <a:pt x="3930" y="8513"/>
                    <a:pt x="4025" y="7728"/>
                  </a:cubicBezTo>
                  <a:lnTo>
                    <a:pt x="9300" y="7728"/>
                  </a:lnTo>
                  <a:cubicBezTo>
                    <a:pt x="9407" y="8525"/>
                    <a:pt x="10085" y="9132"/>
                    <a:pt x="10907" y="9132"/>
                  </a:cubicBezTo>
                  <a:cubicBezTo>
                    <a:pt x="11740" y="9132"/>
                    <a:pt x="12407" y="8513"/>
                    <a:pt x="12514" y="7728"/>
                  </a:cubicBezTo>
                  <a:lnTo>
                    <a:pt x="12824" y="7728"/>
                  </a:lnTo>
                  <a:cubicBezTo>
                    <a:pt x="13395" y="7728"/>
                    <a:pt x="13836" y="7263"/>
                    <a:pt x="13836" y="6716"/>
                  </a:cubicBezTo>
                  <a:lnTo>
                    <a:pt x="13836" y="6299"/>
                  </a:lnTo>
                  <a:cubicBezTo>
                    <a:pt x="13848" y="6096"/>
                    <a:pt x="13776" y="5918"/>
                    <a:pt x="13645" y="5787"/>
                  </a:cubicBezTo>
                  <a:cubicBezTo>
                    <a:pt x="13586" y="5727"/>
                    <a:pt x="13550" y="5656"/>
                    <a:pt x="13550" y="5561"/>
                  </a:cubicBezTo>
                  <a:lnTo>
                    <a:pt x="13550" y="4572"/>
                  </a:lnTo>
                  <a:lnTo>
                    <a:pt x="13788" y="4037"/>
                  </a:lnTo>
                  <a:cubicBezTo>
                    <a:pt x="13872" y="3846"/>
                    <a:pt x="13872" y="3656"/>
                    <a:pt x="13764" y="3501"/>
                  </a:cubicBezTo>
                  <a:cubicBezTo>
                    <a:pt x="13657" y="3334"/>
                    <a:pt x="13479" y="3239"/>
                    <a:pt x="13288" y="3239"/>
                  </a:cubicBezTo>
                  <a:lnTo>
                    <a:pt x="12443" y="3239"/>
                  </a:lnTo>
                  <a:lnTo>
                    <a:pt x="10550" y="727"/>
                  </a:lnTo>
                  <a:cubicBezTo>
                    <a:pt x="10204" y="262"/>
                    <a:pt x="9657" y="0"/>
                    <a:pt x="908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6" name="Google Shape;11129;p77">
              <a:extLst>
                <a:ext uri="{FF2B5EF4-FFF2-40B4-BE49-F238E27FC236}">
                  <a16:creationId xmlns:a16="http://schemas.microsoft.com/office/drawing/2014/main" id="{6B8BCDD2-1D99-48D1-B9C1-B63CE497720B}"/>
                </a:ext>
              </a:extLst>
            </p:cNvPr>
            <p:cNvSpPr/>
            <p:nvPr/>
          </p:nvSpPr>
          <p:spPr>
            <a:xfrm>
              <a:off x="5779789" y="4416409"/>
              <a:ext cx="52205" cy="51475"/>
            </a:xfrm>
            <a:custGeom>
              <a:avLst/>
              <a:gdLst/>
              <a:ahLst/>
              <a:cxnLst/>
              <a:rect l="l" t="t" r="r" b="b"/>
              <a:pathLst>
                <a:path w="1644" h="1621" extrusionOk="0">
                  <a:moveTo>
                    <a:pt x="811" y="1"/>
                  </a:moveTo>
                  <a:cubicBezTo>
                    <a:pt x="584" y="1"/>
                    <a:pt x="394" y="84"/>
                    <a:pt x="239" y="239"/>
                  </a:cubicBezTo>
                  <a:cubicBezTo>
                    <a:pt x="96" y="382"/>
                    <a:pt x="1" y="596"/>
                    <a:pt x="1" y="799"/>
                  </a:cubicBezTo>
                  <a:cubicBezTo>
                    <a:pt x="1" y="1263"/>
                    <a:pt x="382" y="1620"/>
                    <a:pt x="822" y="1620"/>
                  </a:cubicBezTo>
                  <a:cubicBezTo>
                    <a:pt x="1275" y="1620"/>
                    <a:pt x="1644" y="1263"/>
                    <a:pt x="1644" y="799"/>
                  </a:cubicBezTo>
                  <a:cubicBezTo>
                    <a:pt x="1644" y="739"/>
                    <a:pt x="1632" y="668"/>
                    <a:pt x="1608" y="608"/>
                  </a:cubicBezTo>
                  <a:cubicBezTo>
                    <a:pt x="1557" y="546"/>
                    <a:pt x="1478" y="484"/>
                    <a:pt x="1389" y="484"/>
                  </a:cubicBezTo>
                  <a:cubicBezTo>
                    <a:pt x="1375" y="484"/>
                    <a:pt x="1361" y="486"/>
                    <a:pt x="1346" y="489"/>
                  </a:cubicBezTo>
                  <a:cubicBezTo>
                    <a:pt x="1239" y="525"/>
                    <a:pt x="1168" y="620"/>
                    <a:pt x="1192" y="727"/>
                  </a:cubicBezTo>
                  <a:cubicBezTo>
                    <a:pt x="1203" y="763"/>
                    <a:pt x="1203" y="787"/>
                    <a:pt x="1203" y="822"/>
                  </a:cubicBezTo>
                  <a:cubicBezTo>
                    <a:pt x="1203" y="1037"/>
                    <a:pt x="1025" y="1215"/>
                    <a:pt x="811" y="1215"/>
                  </a:cubicBezTo>
                  <a:cubicBezTo>
                    <a:pt x="584" y="1215"/>
                    <a:pt x="406" y="1037"/>
                    <a:pt x="406" y="822"/>
                  </a:cubicBezTo>
                  <a:cubicBezTo>
                    <a:pt x="406" y="596"/>
                    <a:pt x="584" y="418"/>
                    <a:pt x="811" y="418"/>
                  </a:cubicBezTo>
                  <a:cubicBezTo>
                    <a:pt x="930" y="418"/>
                    <a:pt x="1013" y="322"/>
                    <a:pt x="1013" y="203"/>
                  </a:cubicBezTo>
                  <a:cubicBezTo>
                    <a:pt x="1013" y="84"/>
                    <a:pt x="930" y="1"/>
                    <a:pt x="81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7" name="Google Shape;11130;p77">
              <a:extLst>
                <a:ext uri="{FF2B5EF4-FFF2-40B4-BE49-F238E27FC236}">
                  <a16:creationId xmlns:a16="http://schemas.microsoft.com/office/drawing/2014/main" id="{C0718989-7CA1-4089-93AC-18AE16B0C9AB}"/>
                </a:ext>
              </a:extLst>
            </p:cNvPr>
            <p:cNvSpPr/>
            <p:nvPr/>
          </p:nvSpPr>
          <p:spPr>
            <a:xfrm>
              <a:off x="6048627" y="4416409"/>
              <a:ext cx="52205" cy="51856"/>
            </a:xfrm>
            <a:custGeom>
              <a:avLst/>
              <a:gdLst/>
              <a:ahLst/>
              <a:cxnLst/>
              <a:rect l="l" t="t" r="r" b="b"/>
              <a:pathLst>
                <a:path w="1644" h="1633" extrusionOk="0">
                  <a:moveTo>
                    <a:pt x="822" y="1"/>
                  </a:moveTo>
                  <a:cubicBezTo>
                    <a:pt x="596" y="1"/>
                    <a:pt x="405" y="84"/>
                    <a:pt x="238" y="239"/>
                  </a:cubicBezTo>
                  <a:cubicBezTo>
                    <a:pt x="95" y="382"/>
                    <a:pt x="0" y="596"/>
                    <a:pt x="0" y="822"/>
                  </a:cubicBezTo>
                  <a:cubicBezTo>
                    <a:pt x="0" y="1263"/>
                    <a:pt x="381" y="1632"/>
                    <a:pt x="822" y="1632"/>
                  </a:cubicBezTo>
                  <a:cubicBezTo>
                    <a:pt x="1274" y="1632"/>
                    <a:pt x="1643" y="1275"/>
                    <a:pt x="1643" y="822"/>
                  </a:cubicBezTo>
                  <a:cubicBezTo>
                    <a:pt x="1643" y="763"/>
                    <a:pt x="1631" y="680"/>
                    <a:pt x="1608" y="620"/>
                  </a:cubicBezTo>
                  <a:cubicBezTo>
                    <a:pt x="1577" y="548"/>
                    <a:pt x="1492" y="484"/>
                    <a:pt x="1400" y="484"/>
                  </a:cubicBezTo>
                  <a:cubicBezTo>
                    <a:pt x="1386" y="484"/>
                    <a:pt x="1372" y="486"/>
                    <a:pt x="1358" y="489"/>
                  </a:cubicBezTo>
                  <a:cubicBezTo>
                    <a:pt x="1250" y="525"/>
                    <a:pt x="1179" y="620"/>
                    <a:pt x="1215" y="727"/>
                  </a:cubicBezTo>
                  <a:cubicBezTo>
                    <a:pt x="1227" y="763"/>
                    <a:pt x="1227" y="787"/>
                    <a:pt x="1227" y="822"/>
                  </a:cubicBezTo>
                  <a:cubicBezTo>
                    <a:pt x="1227" y="1037"/>
                    <a:pt x="1048" y="1215"/>
                    <a:pt x="822" y="1215"/>
                  </a:cubicBezTo>
                  <a:cubicBezTo>
                    <a:pt x="596" y="1215"/>
                    <a:pt x="417" y="1037"/>
                    <a:pt x="417" y="822"/>
                  </a:cubicBezTo>
                  <a:cubicBezTo>
                    <a:pt x="417" y="596"/>
                    <a:pt x="596" y="418"/>
                    <a:pt x="822" y="418"/>
                  </a:cubicBezTo>
                  <a:cubicBezTo>
                    <a:pt x="941" y="418"/>
                    <a:pt x="1036" y="322"/>
                    <a:pt x="1036" y="203"/>
                  </a:cubicBezTo>
                  <a:cubicBezTo>
                    <a:pt x="1036" y="84"/>
                    <a:pt x="941" y="1"/>
                    <a:pt x="822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8" name="Google Shape;11131;p77">
              <a:extLst>
                <a:ext uri="{FF2B5EF4-FFF2-40B4-BE49-F238E27FC236}">
                  <a16:creationId xmlns:a16="http://schemas.microsoft.com/office/drawing/2014/main" id="{37C900BC-1856-44B8-9567-64D28BA0550E}"/>
                </a:ext>
              </a:extLst>
            </p:cNvPr>
            <p:cNvSpPr/>
            <p:nvPr/>
          </p:nvSpPr>
          <p:spPr>
            <a:xfrm>
              <a:off x="6000995" y="4365379"/>
              <a:ext cx="122892" cy="58016"/>
            </a:xfrm>
            <a:custGeom>
              <a:avLst/>
              <a:gdLst/>
              <a:ahLst/>
              <a:cxnLst/>
              <a:rect l="l" t="t" r="r" b="b"/>
              <a:pathLst>
                <a:path w="3870" h="1827" extrusionOk="0">
                  <a:moveTo>
                    <a:pt x="2310" y="1"/>
                  </a:moveTo>
                  <a:cubicBezTo>
                    <a:pt x="1810" y="1"/>
                    <a:pt x="1334" y="143"/>
                    <a:pt x="929" y="429"/>
                  </a:cubicBezTo>
                  <a:cubicBezTo>
                    <a:pt x="524" y="715"/>
                    <a:pt x="226" y="1096"/>
                    <a:pt x="48" y="1548"/>
                  </a:cubicBezTo>
                  <a:cubicBezTo>
                    <a:pt x="0" y="1656"/>
                    <a:pt x="60" y="1775"/>
                    <a:pt x="167" y="1810"/>
                  </a:cubicBezTo>
                  <a:cubicBezTo>
                    <a:pt x="192" y="1822"/>
                    <a:pt x="218" y="1827"/>
                    <a:pt x="244" y="1827"/>
                  </a:cubicBezTo>
                  <a:cubicBezTo>
                    <a:pt x="326" y="1827"/>
                    <a:pt x="404" y="1773"/>
                    <a:pt x="441" y="1691"/>
                  </a:cubicBezTo>
                  <a:cubicBezTo>
                    <a:pt x="738" y="917"/>
                    <a:pt x="1488" y="405"/>
                    <a:pt x="2322" y="405"/>
                  </a:cubicBezTo>
                  <a:cubicBezTo>
                    <a:pt x="2774" y="405"/>
                    <a:pt x="3191" y="536"/>
                    <a:pt x="3548" y="798"/>
                  </a:cubicBezTo>
                  <a:cubicBezTo>
                    <a:pt x="3581" y="831"/>
                    <a:pt x="3624" y="846"/>
                    <a:pt x="3667" y="846"/>
                  </a:cubicBezTo>
                  <a:cubicBezTo>
                    <a:pt x="3732" y="846"/>
                    <a:pt x="3798" y="813"/>
                    <a:pt x="3834" y="763"/>
                  </a:cubicBezTo>
                  <a:cubicBezTo>
                    <a:pt x="3870" y="679"/>
                    <a:pt x="3858" y="560"/>
                    <a:pt x="3774" y="489"/>
                  </a:cubicBezTo>
                  <a:cubicBezTo>
                    <a:pt x="3334" y="179"/>
                    <a:pt x="2846" y="1"/>
                    <a:pt x="2310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9" name="Google Shape;11132;p77">
              <a:extLst>
                <a:ext uri="{FF2B5EF4-FFF2-40B4-BE49-F238E27FC236}">
                  <a16:creationId xmlns:a16="http://schemas.microsoft.com/office/drawing/2014/main" id="{99B9D5C1-16CC-4490-A5DB-D1029F686F0C}"/>
                </a:ext>
              </a:extLst>
            </p:cNvPr>
            <p:cNvSpPr/>
            <p:nvPr/>
          </p:nvSpPr>
          <p:spPr>
            <a:xfrm>
              <a:off x="5816847" y="4230039"/>
              <a:ext cx="124797" cy="193610"/>
            </a:xfrm>
            <a:custGeom>
              <a:avLst/>
              <a:gdLst/>
              <a:ahLst/>
              <a:cxnLst/>
              <a:rect l="l" t="t" r="r" b="b"/>
              <a:pathLst>
                <a:path w="3930" h="6097" extrusionOk="0">
                  <a:moveTo>
                    <a:pt x="3513" y="417"/>
                  </a:moveTo>
                  <a:lnTo>
                    <a:pt x="3513" y="2441"/>
                  </a:lnTo>
                  <a:lnTo>
                    <a:pt x="822" y="2441"/>
                  </a:lnTo>
                  <a:lnTo>
                    <a:pt x="1834" y="714"/>
                  </a:lnTo>
                  <a:cubicBezTo>
                    <a:pt x="1930" y="524"/>
                    <a:pt x="2144" y="417"/>
                    <a:pt x="2346" y="417"/>
                  </a:cubicBezTo>
                  <a:close/>
                  <a:moveTo>
                    <a:pt x="2346" y="0"/>
                  </a:moveTo>
                  <a:cubicBezTo>
                    <a:pt x="1989" y="0"/>
                    <a:pt x="1644" y="203"/>
                    <a:pt x="1465" y="512"/>
                  </a:cubicBezTo>
                  <a:lnTo>
                    <a:pt x="60" y="2917"/>
                  </a:lnTo>
                  <a:cubicBezTo>
                    <a:pt x="1" y="3024"/>
                    <a:pt x="25" y="3143"/>
                    <a:pt x="132" y="3203"/>
                  </a:cubicBezTo>
                  <a:cubicBezTo>
                    <a:pt x="155" y="3215"/>
                    <a:pt x="203" y="3239"/>
                    <a:pt x="239" y="3239"/>
                  </a:cubicBezTo>
                  <a:cubicBezTo>
                    <a:pt x="310" y="3239"/>
                    <a:pt x="370" y="3203"/>
                    <a:pt x="417" y="3131"/>
                  </a:cubicBezTo>
                  <a:lnTo>
                    <a:pt x="572" y="2846"/>
                  </a:lnTo>
                  <a:lnTo>
                    <a:pt x="3513" y="2846"/>
                  </a:lnTo>
                  <a:lnTo>
                    <a:pt x="3513" y="5882"/>
                  </a:lnTo>
                  <a:cubicBezTo>
                    <a:pt x="3513" y="6001"/>
                    <a:pt x="3596" y="6096"/>
                    <a:pt x="3715" y="6096"/>
                  </a:cubicBezTo>
                  <a:cubicBezTo>
                    <a:pt x="3835" y="6096"/>
                    <a:pt x="3930" y="6001"/>
                    <a:pt x="3930" y="5882"/>
                  </a:cubicBezTo>
                  <a:lnTo>
                    <a:pt x="3930" y="203"/>
                  </a:lnTo>
                  <a:cubicBezTo>
                    <a:pt x="3918" y="95"/>
                    <a:pt x="3823" y="0"/>
                    <a:pt x="371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0" name="Google Shape;11133;p77">
              <a:extLst>
                <a:ext uri="{FF2B5EF4-FFF2-40B4-BE49-F238E27FC236}">
                  <a16:creationId xmlns:a16="http://schemas.microsoft.com/office/drawing/2014/main" id="{8C178219-94DC-45DC-888C-946BE9BAC111}"/>
                </a:ext>
              </a:extLst>
            </p:cNvPr>
            <p:cNvSpPr/>
            <p:nvPr/>
          </p:nvSpPr>
          <p:spPr>
            <a:xfrm>
              <a:off x="5954474" y="4230039"/>
              <a:ext cx="120256" cy="102854"/>
            </a:xfrm>
            <a:custGeom>
              <a:avLst/>
              <a:gdLst/>
              <a:ahLst/>
              <a:cxnLst/>
              <a:rect l="l" t="t" r="r" b="b"/>
              <a:pathLst>
                <a:path w="3787" h="3239" extrusionOk="0">
                  <a:moveTo>
                    <a:pt x="203" y="0"/>
                  </a:moveTo>
                  <a:cubicBezTo>
                    <a:pt x="84" y="0"/>
                    <a:pt x="1" y="95"/>
                    <a:pt x="1" y="214"/>
                  </a:cubicBezTo>
                  <a:lnTo>
                    <a:pt x="1" y="3024"/>
                  </a:lnTo>
                  <a:cubicBezTo>
                    <a:pt x="1" y="3143"/>
                    <a:pt x="84" y="3239"/>
                    <a:pt x="203" y="3239"/>
                  </a:cubicBezTo>
                  <a:cubicBezTo>
                    <a:pt x="322" y="3239"/>
                    <a:pt x="417" y="3143"/>
                    <a:pt x="417" y="3024"/>
                  </a:cubicBezTo>
                  <a:lnTo>
                    <a:pt x="417" y="405"/>
                  </a:lnTo>
                  <a:lnTo>
                    <a:pt x="1977" y="405"/>
                  </a:lnTo>
                  <a:cubicBezTo>
                    <a:pt x="2132" y="405"/>
                    <a:pt x="2322" y="512"/>
                    <a:pt x="2429" y="655"/>
                  </a:cubicBezTo>
                  <a:lnTo>
                    <a:pt x="3287" y="1786"/>
                  </a:lnTo>
                  <a:cubicBezTo>
                    <a:pt x="3346" y="1869"/>
                    <a:pt x="3358" y="1941"/>
                    <a:pt x="3358" y="2024"/>
                  </a:cubicBezTo>
                  <a:cubicBezTo>
                    <a:pt x="3358" y="2250"/>
                    <a:pt x="3180" y="2429"/>
                    <a:pt x="2953" y="2429"/>
                  </a:cubicBezTo>
                  <a:lnTo>
                    <a:pt x="1013" y="2429"/>
                  </a:lnTo>
                  <a:cubicBezTo>
                    <a:pt x="894" y="2429"/>
                    <a:pt x="798" y="2524"/>
                    <a:pt x="798" y="2643"/>
                  </a:cubicBezTo>
                  <a:cubicBezTo>
                    <a:pt x="798" y="2762"/>
                    <a:pt x="882" y="2846"/>
                    <a:pt x="1013" y="2846"/>
                  </a:cubicBezTo>
                  <a:lnTo>
                    <a:pt x="2977" y="2846"/>
                  </a:lnTo>
                  <a:cubicBezTo>
                    <a:pt x="3418" y="2846"/>
                    <a:pt x="3787" y="2489"/>
                    <a:pt x="3787" y="2024"/>
                  </a:cubicBezTo>
                  <a:cubicBezTo>
                    <a:pt x="3787" y="1846"/>
                    <a:pt x="3727" y="1691"/>
                    <a:pt x="3632" y="1536"/>
                  </a:cubicBezTo>
                  <a:lnTo>
                    <a:pt x="2775" y="405"/>
                  </a:lnTo>
                  <a:cubicBezTo>
                    <a:pt x="2584" y="155"/>
                    <a:pt x="2287" y="0"/>
                    <a:pt x="196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1" name="Google Shape;11134;p77">
              <a:extLst>
                <a:ext uri="{FF2B5EF4-FFF2-40B4-BE49-F238E27FC236}">
                  <a16:creationId xmlns:a16="http://schemas.microsoft.com/office/drawing/2014/main" id="{A58D5445-DDBB-4FDD-B047-5BCB68A24803}"/>
                </a:ext>
              </a:extLst>
            </p:cNvPr>
            <p:cNvSpPr/>
            <p:nvPr/>
          </p:nvSpPr>
          <p:spPr>
            <a:xfrm>
              <a:off x="5876198" y="4333243"/>
              <a:ext cx="39376" cy="13274"/>
            </a:xfrm>
            <a:custGeom>
              <a:avLst/>
              <a:gdLst/>
              <a:ahLst/>
              <a:cxnLst/>
              <a:rect l="l" t="t" r="r" b="b"/>
              <a:pathLst>
                <a:path w="1240" h="418" extrusionOk="0">
                  <a:moveTo>
                    <a:pt x="215" y="1"/>
                  </a:moveTo>
                  <a:cubicBezTo>
                    <a:pt x="96" y="1"/>
                    <a:pt x="1" y="84"/>
                    <a:pt x="1" y="203"/>
                  </a:cubicBezTo>
                  <a:cubicBezTo>
                    <a:pt x="1" y="322"/>
                    <a:pt x="96" y="417"/>
                    <a:pt x="215" y="417"/>
                  </a:cubicBezTo>
                  <a:lnTo>
                    <a:pt x="1025" y="417"/>
                  </a:lnTo>
                  <a:cubicBezTo>
                    <a:pt x="1144" y="417"/>
                    <a:pt x="1239" y="322"/>
                    <a:pt x="1239" y="203"/>
                  </a:cubicBezTo>
                  <a:cubicBezTo>
                    <a:pt x="1239" y="84"/>
                    <a:pt x="1156" y="1"/>
                    <a:pt x="1025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2" name="Google Shape;11135;p77">
              <a:extLst>
                <a:ext uri="{FF2B5EF4-FFF2-40B4-BE49-F238E27FC236}">
                  <a16:creationId xmlns:a16="http://schemas.microsoft.com/office/drawing/2014/main" id="{535F3A8B-488D-4268-A687-A4DF600FE53A}"/>
                </a:ext>
              </a:extLst>
            </p:cNvPr>
            <p:cNvSpPr/>
            <p:nvPr/>
          </p:nvSpPr>
          <p:spPr>
            <a:xfrm>
              <a:off x="5979433" y="4333243"/>
              <a:ext cx="39344" cy="13274"/>
            </a:xfrm>
            <a:custGeom>
              <a:avLst/>
              <a:gdLst/>
              <a:ahLst/>
              <a:cxnLst/>
              <a:rect l="l" t="t" r="r" b="b"/>
              <a:pathLst>
                <a:path w="1239" h="418" extrusionOk="0">
                  <a:moveTo>
                    <a:pt x="203" y="1"/>
                  </a:moveTo>
                  <a:cubicBezTo>
                    <a:pt x="84" y="1"/>
                    <a:pt x="0" y="84"/>
                    <a:pt x="0" y="203"/>
                  </a:cubicBezTo>
                  <a:cubicBezTo>
                    <a:pt x="0" y="322"/>
                    <a:pt x="84" y="417"/>
                    <a:pt x="203" y="417"/>
                  </a:cubicBezTo>
                  <a:lnTo>
                    <a:pt x="1024" y="417"/>
                  </a:lnTo>
                  <a:cubicBezTo>
                    <a:pt x="1143" y="417"/>
                    <a:pt x="1239" y="322"/>
                    <a:pt x="1239" y="203"/>
                  </a:cubicBezTo>
                  <a:cubicBezTo>
                    <a:pt x="1239" y="84"/>
                    <a:pt x="1143" y="1"/>
                    <a:pt x="1024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</p:spTree>
    <p:extLst>
      <p:ext uri="{BB962C8B-B14F-4D97-AF65-F5344CB8AC3E}">
        <p14:creationId xmlns:p14="http://schemas.microsoft.com/office/powerpoint/2010/main" val="18455952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5" name="Google Shape;1295;p37"/>
          <p:cNvPicPr preferRelativeResize="0"/>
          <p:nvPr/>
        </p:nvPicPr>
        <p:blipFill rotWithShape="1">
          <a:blip r:embed="rId3">
            <a:alphaModFix/>
          </a:blip>
          <a:srcRect l="18647" t="7960" r="8852" b="8336"/>
          <a:stretch/>
        </p:blipFill>
        <p:spPr>
          <a:xfrm rot="-9296825">
            <a:off x="7261373" y="109212"/>
            <a:ext cx="1647828" cy="107015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543974D-4AEE-49D4-B8B9-DDED68560560}"/>
              </a:ext>
            </a:extLst>
          </p:cNvPr>
          <p:cNvSpPr txBox="1"/>
          <p:nvPr/>
        </p:nvSpPr>
        <p:spPr>
          <a:xfrm>
            <a:off x="720000" y="631215"/>
            <a:ext cx="770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a-IR" sz="28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فهرست مطالب</a:t>
            </a:r>
            <a:endParaRPr lang="en-US" sz="2800" dirty="0">
              <a:solidFill>
                <a:schemeClr val="tx1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</p:txBody>
      </p:sp>
      <p:pic>
        <p:nvPicPr>
          <p:cNvPr id="41" name="Image 0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A0017282-F3D5-47BA-B9CD-E4185A5A037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8981" l="3750" r="90000">
                        <a14:foregroundMark x1="24861" y1="37500" x2="24861" y2="37500"/>
                        <a14:foregroundMark x1="5139" y1="30463" x2="5139" y2="30463"/>
                        <a14:foregroundMark x1="4167" y1="29907" x2="4167" y2="29907"/>
                        <a14:foregroundMark x1="4167" y1="29907" x2="4167" y2="29907"/>
                        <a14:foregroundMark x1="14722" y1="29259" x2="14722" y2="29259"/>
                        <a14:foregroundMark x1="14722" y1="29259" x2="14722" y2="29259"/>
                        <a14:foregroundMark x1="14722" y1="29259" x2="14722" y2="29259"/>
                        <a14:foregroundMark x1="14722" y1="29259" x2="14722" y2="29259"/>
                        <a14:foregroundMark x1="35972" y1="31389" x2="35972" y2="31389"/>
                        <a14:foregroundMark x1="35972" y1="31389" x2="35972" y2="31389"/>
                        <a14:foregroundMark x1="11528" y1="26852" x2="11528" y2="26852"/>
                        <a14:foregroundMark x1="11528" y1="26852" x2="11528" y2="26852"/>
                        <a14:foregroundMark x1="11528" y1="26852" x2="11528" y2="26852"/>
                        <a14:foregroundMark x1="18611" y1="40370" x2="18611" y2="40370"/>
                        <a14:foregroundMark x1="18611" y1="40370" x2="18611" y2="40370"/>
                        <a14:foregroundMark x1="18611" y1="40370" x2="18611" y2="40370"/>
                        <a14:foregroundMark x1="16667" y1="43241" x2="16667" y2="43241"/>
                        <a14:foregroundMark x1="16667" y1="43241" x2="16667" y2="43241"/>
                        <a14:foregroundMark x1="16667" y1="43241" x2="16667" y2="43241"/>
                        <a14:foregroundMark x1="15000" y1="51852" x2="15000" y2="51852"/>
                        <a14:foregroundMark x1="15000" y1="51852" x2="15000" y2="51852"/>
                        <a14:foregroundMark x1="15000" y1="51852" x2="15000" y2="51852"/>
                        <a14:foregroundMark x1="15000" y1="51852" x2="15000" y2="51852"/>
                        <a14:foregroundMark x1="15000" y1="51852" x2="15000" y2="51852"/>
                        <a14:foregroundMark x1="25972" y1="56481" x2="25972" y2="56481"/>
                        <a14:foregroundMark x1="25972" y1="56481" x2="25972" y2="56481"/>
                        <a14:foregroundMark x1="11944" y1="66944" x2="11944" y2="66944"/>
                        <a14:foregroundMark x1="11944" y1="66944" x2="11944" y2="66944"/>
                        <a14:foregroundMark x1="3750" y1="50741" x2="3750" y2="50741"/>
                        <a14:foregroundMark x1="3750" y1="50741" x2="3750" y2="50741"/>
                        <a14:foregroundMark x1="3750" y1="50741" x2="3750" y2="50741"/>
                        <a14:foregroundMark x1="3750" y1="50741" x2="3750" y2="50741"/>
                        <a14:foregroundMark x1="3750" y1="50741" x2="22361" y2="67963"/>
                        <a14:foregroundMark x1="22361" y1="67963" x2="23472" y2="68333"/>
                        <a14:foregroundMark x1="37500" y1="65278" x2="37500" y2="65278"/>
                        <a14:foregroundMark x1="37500" y1="65278" x2="37500" y2="65278"/>
                        <a14:foregroundMark x1="43889" y1="52963" x2="43889" y2="52963"/>
                        <a14:foregroundMark x1="43889" y1="52963" x2="43889" y2="52963"/>
                        <a14:foregroundMark x1="43472" y1="54630" x2="43472" y2="54630"/>
                        <a14:foregroundMark x1="43472" y1="54630" x2="43472" y2="54630"/>
                        <a14:foregroundMark x1="43194" y1="54167" x2="43194" y2="54167"/>
                        <a14:foregroundMark x1="43194" y1="54167" x2="43194" y2="54167"/>
                        <a14:foregroundMark x1="43194" y1="54167" x2="43194" y2="54167"/>
                        <a14:foregroundMark x1="42639" y1="52315" x2="42639" y2="52315"/>
                        <a14:foregroundMark x1="42639" y1="52315" x2="42639" y2="52315"/>
                        <a14:foregroundMark x1="42639" y1="52315" x2="42639" y2="52315"/>
                        <a14:foregroundMark x1="42639" y1="51574" x2="42639" y2="51574"/>
                        <a14:foregroundMark x1="42639" y1="51574" x2="42639" y2="51574"/>
                        <a14:foregroundMark x1="42639" y1="51574" x2="42639" y2="51574"/>
                        <a14:foregroundMark x1="42639" y1="51574" x2="42639" y2="51574"/>
                        <a14:foregroundMark x1="42500" y1="52593" x2="42500" y2="52593"/>
                        <a14:foregroundMark x1="42500" y1="52593" x2="42500" y2="52593"/>
                        <a14:foregroundMark x1="42500" y1="52593" x2="42500" y2="52593"/>
                        <a14:foregroundMark x1="60417" y1="64444" x2="60417" y2="64444"/>
                        <a14:foregroundMark x1="60417" y1="64444" x2="60417" y2="64444"/>
                        <a14:foregroundMark x1="25972" y1="77963" x2="25972" y2="77963"/>
                        <a14:foregroundMark x1="25972" y1="77963" x2="25972" y2="77963"/>
                        <a14:foregroundMark x1="25972" y1="77963" x2="25972" y2="77963"/>
                        <a14:foregroundMark x1="28056" y1="73704" x2="28056" y2="73704"/>
                        <a14:foregroundMark x1="28056" y1="73704" x2="28056" y2="73704"/>
                        <a14:foregroundMark x1="28056" y1="73704" x2="28056" y2="73704"/>
                        <a14:foregroundMark x1="17917" y1="42130" x2="17917" y2="42130"/>
                        <a14:foregroundMark x1="17917" y1="42130" x2="17917" y2="42130"/>
                        <a14:foregroundMark x1="17917" y1="42130" x2="17917" y2="42130"/>
                        <a14:foregroundMark x1="17917" y1="42130" x2="17917" y2="42130"/>
                        <a14:foregroundMark x1="15139" y1="42778" x2="15139" y2="42778"/>
                        <a14:foregroundMark x1="15139" y1="42778" x2="15139" y2="42778"/>
                        <a14:foregroundMark x1="15139" y1="42778" x2="15139" y2="42778"/>
                        <a14:foregroundMark x1="12361" y1="66019" x2="12361" y2="66019"/>
                        <a14:foregroundMark x1="12361" y1="66019" x2="12361" y2="66019"/>
                        <a14:foregroundMark x1="10694" y1="66667" x2="10694" y2="66667"/>
                        <a14:foregroundMark x1="10694" y1="66667" x2="10694" y2="66667"/>
                        <a14:foregroundMark x1="20833" y1="94259" x2="20833" y2="94259"/>
                        <a14:foregroundMark x1="20833" y1="94259" x2="20833" y2="94259"/>
                        <a14:foregroundMark x1="20833" y1="94259" x2="20833" y2="94259"/>
                        <a14:foregroundMark x1="20833" y1="93981" x2="16944" y2="87130"/>
                        <a14:foregroundMark x1="16944" y1="87130" x2="17778" y2="90648"/>
                        <a14:foregroundMark x1="17778" y1="90648" x2="17778" y2="90648"/>
                        <a14:foregroundMark x1="17222" y1="86111" x2="15972" y2="79167"/>
                        <a14:foregroundMark x1="11806" y1="98241" x2="27083" y2="98981"/>
                      </a14:backgroundRemoval>
                    </a14:imgEffect>
                  </a14:imgLayer>
                </a14:imgProps>
              </a:ext>
            </a:extLst>
          </a:blip>
          <a:srcRect t="19090" r="28132"/>
          <a:stretch/>
        </p:blipFill>
        <p:spPr>
          <a:xfrm>
            <a:off x="0" y="1394460"/>
            <a:ext cx="3156352" cy="3749040"/>
          </a:xfrm>
          <a:prstGeom prst="actionButtonBlank">
            <a:avLst/>
          </a:prstGeom>
        </p:spPr>
      </p:pic>
      <p:sp>
        <p:nvSpPr>
          <p:cNvPr id="88" name="Rectangle: Rounded Corners 87">
            <a:extLst>
              <a:ext uri="{FF2B5EF4-FFF2-40B4-BE49-F238E27FC236}">
                <a16:creationId xmlns:a16="http://schemas.microsoft.com/office/drawing/2014/main" id="{3B121CAE-2975-4BA9-B200-11EE862F3A71}"/>
              </a:ext>
            </a:extLst>
          </p:cNvPr>
          <p:cNvSpPr/>
          <p:nvPr/>
        </p:nvSpPr>
        <p:spPr>
          <a:xfrm>
            <a:off x="5955300" y="5984137"/>
            <a:ext cx="2468700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9" name="Rectangle: Rounded Corners 88">
            <a:extLst>
              <a:ext uri="{FF2B5EF4-FFF2-40B4-BE49-F238E27FC236}">
                <a16:creationId xmlns:a16="http://schemas.microsoft.com/office/drawing/2014/main" id="{679EC5CB-57E6-4F6D-8AEA-D8DD43EF50DC}"/>
              </a:ext>
            </a:extLst>
          </p:cNvPr>
          <p:cNvSpPr/>
          <p:nvPr/>
        </p:nvSpPr>
        <p:spPr>
          <a:xfrm>
            <a:off x="5987649" y="6820153"/>
            <a:ext cx="2468700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0" name="Rectangle: Rounded Corners 89">
            <a:extLst>
              <a:ext uri="{FF2B5EF4-FFF2-40B4-BE49-F238E27FC236}">
                <a16:creationId xmlns:a16="http://schemas.microsoft.com/office/drawing/2014/main" id="{8A9AC626-B067-4F60-A17B-79CC0535A8D7}"/>
              </a:ext>
            </a:extLst>
          </p:cNvPr>
          <p:cNvSpPr/>
          <p:nvPr/>
        </p:nvSpPr>
        <p:spPr>
          <a:xfrm>
            <a:off x="5955300" y="7653634"/>
            <a:ext cx="2468700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1" name="Rectangle: Rounded Corners 90">
            <a:extLst>
              <a:ext uri="{FF2B5EF4-FFF2-40B4-BE49-F238E27FC236}">
                <a16:creationId xmlns:a16="http://schemas.microsoft.com/office/drawing/2014/main" id="{7E5FCCB2-AC5D-4B69-9116-ED72AC2F85EB}"/>
              </a:ext>
            </a:extLst>
          </p:cNvPr>
          <p:cNvSpPr/>
          <p:nvPr/>
        </p:nvSpPr>
        <p:spPr>
          <a:xfrm>
            <a:off x="5987649" y="5148121"/>
            <a:ext cx="2468700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85BE1D1-08F6-4DFC-9716-E5AE83479F96}"/>
              </a:ext>
            </a:extLst>
          </p:cNvPr>
          <p:cNvSpPr txBox="1"/>
          <p:nvPr/>
        </p:nvSpPr>
        <p:spPr>
          <a:xfrm>
            <a:off x="5987649" y="5247515"/>
            <a:ext cx="2471664" cy="3231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5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نحوه عملکرد</a:t>
            </a:r>
            <a:endParaRPr lang="en-US" sz="1500" dirty="0">
              <a:solidFill>
                <a:schemeClr val="tx1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2194D9F6-DA45-4EE4-92CD-C86F7CCF3202}"/>
              </a:ext>
            </a:extLst>
          </p:cNvPr>
          <p:cNvSpPr txBox="1"/>
          <p:nvPr/>
        </p:nvSpPr>
        <p:spPr>
          <a:xfrm>
            <a:off x="5952336" y="6082897"/>
            <a:ext cx="2471664" cy="5539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5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 چالش ها و موانع</a:t>
            </a:r>
            <a:endParaRPr lang="en-US" sz="1500" dirty="0">
              <a:solidFill>
                <a:schemeClr val="tx1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  <a:p>
            <a:pPr algn="ctr"/>
            <a:endParaRPr lang="en-US" sz="1500" dirty="0">
              <a:solidFill>
                <a:schemeClr val="tx1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1B304CB1-A3E4-4017-AB9D-076EA5E1A0CD}"/>
              </a:ext>
            </a:extLst>
          </p:cNvPr>
          <p:cNvSpPr txBox="1"/>
          <p:nvPr/>
        </p:nvSpPr>
        <p:spPr>
          <a:xfrm>
            <a:off x="5967410" y="6918913"/>
            <a:ext cx="2471664" cy="3231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5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آینده ماشین های خودران</a:t>
            </a:r>
            <a:endParaRPr lang="en-US" sz="1500" dirty="0">
              <a:solidFill>
                <a:schemeClr val="tx1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E84D3B88-84DD-4588-A7C4-505CBFCE4A70}"/>
              </a:ext>
            </a:extLst>
          </p:cNvPr>
          <p:cNvSpPr txBox="1"/>
          <p:nvPr/>
        </p:nvSpPr>
        <p:spPr>
          <a:xfrm>
            <a:off x="5952336" y="7753661"/>
            <a:ext cx="2471664" cy="3231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5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منابع</a:t>
            </a:r>
            <a:endParaRPr lang="en-US" sz="1500" dirty="0">
              <a:solidFill>
                <a:schemeClr val="tx1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F22CF889-74F1-4FF0-87A3-A6E278FFEDA0}"/>
              </a:ext>
            </a:extLst>
          </p:cNvPr>
          <p:cNvSpPr/>
          <p:nvPr/>
        </p:nvSpPr>
        <p:spPr>
          <a:xfrm>
            <a:off x="5955300" y="1587952"/>
            <a:ext cx="2468700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D02818EC-B41D-4BC1-B2B5-E2C5AE6878FF}"/>
              </a:ext>
            </a:extLst>
          </p:cNvPr>
          <p:cNvSpPr/>
          <p:nvPr/>
        </p:nvSpPr>
        <p:spPr>
          <a:xfrm>
            <a:off x="5955300" y="2421433"/>
            <a:ext cx="2468700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9ED0ACF7-DD35-463D-B6E3-43E6C2001F7C}"/>
              </a:ext>
            </a:extLst>
          </p:cNvPr>
          <p:cNvSpPr/>
          <p:nvPr/>
        </p:nvSpPr>
        <p:spPr>
          <a:xfrm>
            <a:off x="5955300" y="3254914"/>
            <a:ext cx="2468700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3A1576B2-1D64-4620-A27F-BB50E7AEBFAC}"/>
              </a:ext>
            </a:extLst>
          </p:cNvPr>
          <p:cNvSpPr/>
          <p:nvPr/>
        </p:nvSpPr>
        <p:spPr>
          <a:xfrm>
            <a:off x="5955300" y="4088395"/>
            <a:ext cx="2468700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17B8E99-CB52-414D-AAF2-59A0D5EB4701}"/>
              </a:ext>
            </a:extLst>
          </p:cNvPr>
          <p:cNvSpPr txBox="1"/>
          <p:nvPr/>
        </p:nvSpPr>
        <p:spPr>
          <a:xfrm>
            <a:off x="5952336" y="1686808"/>
            <a:ext cx="2471664" cy="3231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5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معرفی ماشین های خودران</a:t>
            </a:r>
            <a:endParaRPr lang="en-US" sz="1500" dirty="0">
              <a:solidFill>
                <a:schemeClr val="tx1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BF804CC-B5F9-4BA8-B355-C5F223D685B3}"/>
              </a:ext>
            </a:extLst>
          </p:cNvPr>
          <p:cNvSpPr txBox="1"/>
          <p:nvPr/>
        </p:nvSpPr>
        <p:spPr>
          <a:xfrm>
            <a:off x="5955300" y="2518925"/>
            <a:ext cx="2468700" cy="3231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5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تاریخچه و تکامل</a:t>
            </a:r>
            <a:endParaRPr lang="en-US" sz="1500" dirty="0">
              <a:solidFill>
                <a:schemeClr val="tx1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AADC740-86A4-4211-A453-F261DDBF8179}"/>
              </a:ext>
            </a:extLst>
          </p:cNvPr>
          <p:cNvSpPr txBox="1"/>
          <p:nvPr/>
        </p:nvSpPr>
        <p:spPr>
          <a:xfrm>
            <a:off x="5955300" y="3354941"/>
            <a:ext cx="2468700" cy="3231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5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چرا ماشین های خودران؟</a:t>
            </a:r>
            <a:endParaRPr lang="en-US" sz="1500" dirty="0">
              <a:solidFill>
                <a:schemeClr val="tx1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3CD9664-9855-4CC4-96E9-1EE9B2B0EAFD}"/>
              </a:ext>
            </a:extLst>
          </p:cNvPr>
          <p:cNvSpPr txBox="1"/>
          <p:nvPr/>
        </p:nvSpPr>
        <p:spPr>
          <a:xfrm>
            <a:off x="5955300" y="4189120"/>
            <a:ext cx="2468700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600" dirty="0">
                <a:solidFill>
                  <a:schemeClr val="tx1"/>
                </a:solidFill>
                <a:latin typeface="Segoe UI Variable Text Semiligh" pitchFamily="2" charset="0"/>
                <a:ea typeface="Source Sans Pro" panose="020B0503030403020204" pitchFamily="34" charset="0"/>
                <a:cs typeface="Vazir" panose="020B0603030804020204" pitchFamily="34" charset="-78"/>
              </a:rPr>
              <a:t>اجزای اصلی</a:t>
            </a:r>
            <a:endParaRPr lang="en-US" sz="1600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grpSp>
        <p:nvGrpSpPr>
          <p:cNvPr id="57" name="Google Shape;11127;p77">
            <a:extLst>
              <a:ext uri="{FF2B5EF4-FFF2-40B4-BE49-F238E27FC236}">
                <a16:creationId xmlns:a16="http://schemas.microsoft.com/office/drawing/2014/main" id="{8D1E7F81-FF5B-45F8-AE6F-82BEA00960C5}"/>
              </a:ext>
            </a:extLst>
          </p:cNvPr>
          <p:cNvGrpSpPr/>
          <p:nvPr/>
        </p:nvGrpSpPr>
        <p:grpSpPr>
          <a:xfrm>
            <a:off x="1357923" y="499266"/>
            <a:ext cx="440505" cy="290018"/>
            <a:chOff x="5727616" y="4204699"/>
            <a:chExt cx="440505" cy="290018"/>
          </a:xfrm>
        </p:grpSpPr>
        <p:sp>
          <p:nvSpPr>
            <p:cNvPr id="58" name="Google Shape;11128;p77">
              <a:extLst>
                <a:ext uri="{FF2B5EF4-FFF2-40B4-BE49-F238E27FC236}">
                  <a16:creationId xmlns:a16="http://schemas.microsoft.com/office/drawing/2014/main" id="{D2147C58-9FD3-4381-A463-3CF4A1587EC7}"/>
                </a:ext>
              </a:extLst>
            </p:cNvPr>
            <p:cNvSpPr/>
            <p:nvPr/>
          </p:nvSpPr>
          <p:spPr>
            <a:xfrm>
              <a:off x="5727616" y="4204699"/>
              <a:ext cx="440505" cy="290018"/>
            </a:xfrm>
            <a:custGeom>
              <a:avLst/>
              <a:gdLst/>
              <a:ahLst/>
              <a:cxnLst/>
              <a:rect l="l" t="t" r="r" b="b"/>
              <a:pathLst>
                <a:path w="13872" h="9133" extrusionOk="0">
                  <a:moveTo>
                    <a:pt x="13145" y="4465"/>
                  </a:moveTo>
                  <a:lnTo>
                    <a:pt x="13145" y="4870"/>
                  </a:lnTo>
                  <a:lnTo>
                    <a:pt x="12752" y="4870"/>
                  </a:lnTo>
                  <a:lnTo>
                    <a:pt x="12752" y="4465"/>
                  </a:lnTo>
                  <a:close/>
                  <a:moveTo>
                    <a:pt x="1275" y="3941"/>
                  </a:moveTo>
                  <a:lnTo>
                    <a:pt x="1275" y="4430"/>
                  </a:lnTo>
                  <a:cubicBezTo>
                    <a:pt x="1275" y="4775"/>
                    <a:pt x="1013" y="5049"/>
                    <a:pt x="668" y="5049"/>
                  </a:cubicBezTo>
                  <a:lnTo>
                    <a:pt x="418" y="5049"/>
                  </a:lnTo>
                  <a:cubicBezTo>
                    <a:pt x="501" y="4549"/>
                    <a:pt x="810" y="4120"/>
                    <a:pt x="1275" y="3941"/>
                  </a:cubicBezTo>
                  <a:close/>
                  <a:moveTo>
                    <a:pt x="9121" y="417"/>
                  </a:moveTo>
                  <a:cubicBezTo>
                    <a:pt x="9562" y="417"/>
                    <a:pt x="9978" y="620"/>
                    <a:pt x="10252" y="977"/>
                  </a:cubicBezTo>
                  <a:lnTo>
                    <a:pt x="12205" y="3584"/>
                  </a:lnTo>
                  <a:cubicBezTo>
                    <a:pt x="12240" y="3632"/>
                    <a:pt x="12300" y="3656"/>
                    <a:pt x="12360" y="3656"/>
                  </a:cubicBezTo>
                  <a:lnTo>
                    <a:pt x="13312" y="3656"/>
                  </a:lnTo>
                  <a:cubicBezTo>
                    <a:pt x="13431" y="3656"/>
                    <a:pt x="13514" y="3775"/>
                    <a:pt x="13467" y="3882"/>
                  </a:cubicBezTo>
                  <a:lnTo>
                    <a:pt x="13372" y="4060"/>
                  </a:lnTo>
                  <a:lnTo>
                    <a:pt x="12574" y="4060"/>
                  </a:lnTo>
                  <a:cubicBezTo>
                    <a:pt x="12455" y="4060"/>
                    <a:pt x="12360" y="4156"/>
                    <a:pt x="12360" y="4275"/>
                  </a:cubicBezTo>
                  <a:lnTo>
                    <a:pt x="12360" y="5084"/>
                  </a:lnTo>
                  <a:cubicBezTo>
                    <a:pt x="12360" y="5203"/>
                    <a:pt x="12455" y="5299"/>
                    <a:pt x="12574" y="5299"/>
                  </a:cubicBezTo>
                  <a:lnTo>
                    <a:pt x="13181" y="5299"/>
                  </a:lnTo>
                  <a:lnTo>
                    <a:pt x="13181" y="5596"/>
                  </a:lnTo>
                  <a:cubicBezTo>
                    <a:pt x="13181" y="5787"/>
                    <a:pt x="13252" y="5977"/>
                    <a:pt x="13395" y="6096"/>
                  </a:cubicBezTo>
                  <a:cubicBezTo>
                    <a:pt x="13455" y="6156"/>
                    <a:pt x="13479" y="6227"/>
                    <a:pt x="13479" y="6323"/>
                  </a:cubicBezTo>
                  <a:lnTo>
                    <a:pt x="13479" y="6692"/>
                  </a:lnTo>
                  <a:lnTo>
                    <a:pt x="13443" y="6692"/>
                  </a:lnTo>
                  <a:cubicBezTo>
                    <a:pt x="13443" y="7037"/>
                    <a:pt x="13181" y="7311"/>
                    <a:pt x="12836" y="7311"/>
                  </a:cubicBezTo>
                  <a:lnTo>
                    <a:pt x="12526" y="7311"/>
                  </a:lnTo>
                  <a:cubicBezTo>
                    <a:pt x="12419" y="6501"/>
                    <a:pt x="11740" y="5894"/>
                    <a:pt x="10919" y="5894"/>
                  </a:cubicBezTo>
                  <a:cubicBezTo>
                    <a:pt x="10097" y="5894"/>
                    <a:pt x="9419" y="6513"/>
                    <a:pt x="9312" y="7311"/>
                  </a:cubicBezTo>
                  <a:lnTo>
                    <a:pt x="4061" y="7311"/>
                  </a:lnTo>
                  <a:cubicBezTo>
                    <a:pt x="3954" y="6501"/>
                    <a:pt x="3275" y="5894"/>
                    <a:pt x="2454" y="5894"/>
                  </a:cubicBezTo>
                  <a:cubicBezTo>
                    <a:pt x="1632" y="5894"/>
                    <a:pt x="965" y="6501"/>
                    <a:pt x="846" y="7275"/>
                  </a:cubicBezTo>
                  <a:cubicBezTo>
                    <a:pt x="608" y="7204"/>
                    <a:pt x="429" y="6966"/>
                    <a:pt x="429" y="6692"/>
                  </a:cubicBezTo>
                  <a:lnTo>
                    <a:pt x="429" y="5465"/>
                  </a:lnTo>
                  <a:lnTo>
                    <a:pt x="691" y="5465"/>
                  </a:lnTo>
                  <a:cubicBezTo>
                    <a:pt x="1263" y="5465"/>
                    <a:pt x="1703" y="5001"/>
                    <a:pt x="1703" y="4453"/>
                  </a:cubicBezTo>
                  <a:lnTo>
                    <a:pt x="1703" y="3822"/>
                  </a:lnTo>
                  <a:lnTo>
                    <a:pt x="2406" y="3644"/>
                  </a:lnTo>
                  <a:cubicBezTo>
                    <a:pt x="2465" y="3632"/>
                    <a:pt x="2513" y="3596"/>
                    <a:pt x="2525" y="3560"/>
                  </a:cubicBezTo>
                  <a:lnTo>
                    <a:pt x="3954" y="1120"/>
                  </a:lnTo>
                  <a:cubicBezTo>
                    <a:pt x="4204" y="679"/>
                    <a:pt x="4680" y="417"/>
                    <a:pt x="5180" y="417"/>
                  </a:cubicBezTo>
                  <a:close/>
                  <a:moveTo>
                    <a:pt x="2430" y="6275"/>
                  </a:moveTo>
                  <a:cubicBezTo>
                    <a:pt x="3108" y="6275"/>
                    <a:pt x="3656" y="6823"/>
                    <a:pt x="3656" y="7501"/>
                  </a:cubicBezTo>
                  <a:cubicBezTo>
                    <a:pt x="3656" y="8168"/>
                    <a:pt x="3108" y="8716"/>
                    <a:pt x="2430" y="8716"/>
                  </a:cubicBezTo>
                  <a:cubicBezTo>
                    <a:pt x="1763" y="8716"/>
                    <a:pt x="1215" y="8168"/>
                    <a:pt x="1215" y="7501"/>
                  </a:cubicBezTo>
                  <a:cubicBezTo>
                    <a:pt x="1215" y="6823"/>
                    <a:pt x="1763" y="6275"/>
                    <a:pt x="2430" y="6275"/>
                  </a:cubicBezTo>
                  <a:close/>
                  <a:moveTo>
                    <a:pt x="10919" y="6275"/>
                  </a:moveTo>
                  <a:cubicBezTo>
                    <a:pt x="11586" y="6275"/>
                    <a:pt x="12145" y="6823"/>
                    <a:pt x="12145" y="7501"/>
                  </a:cubicBezTo>
                  <a:cubicBezTo>
                    <a:pt x="12145" y="8168"/>
                    <a:pt x="11586" y="8716"/>
                    <a:pt x="10919" y="8716"/>
                  </a:cubicBezTo>
                  <a:cubicBezTo>
                    <a:pt x="10252" y="8716"/>
                    <a:pt x="9693" y="8168"/>
                    <a:pt x="9693" y="7501"/>
                  </a:cubicBezTo>
                  <a:cubicBezTo>
                    <a:pt x="9693" y="6823"/>
                    <a:pt x="10252" y="6275"/>
                    <a:pt x="10919" y="6275"/>
                  </a:cubicBezTo>
                  <a:close/>
                  <a:moveTo>
                    <a:pt x="5144" y="0"/>
                  </a:moveTo>
                  <a:cubicBezTo>
                    <a:pt x="4501" y="0"/>
                    <a:pt x="3894" y="334"/>
                    <a:pt x="3573" y="905"/>
                  </a:cubicBezTo>
                  <a:lnTo>
                    <a:pt x="2180" y="3275"/>
                  </a:lnTo>
                  <a:lnTo>
                    <a:pt x="1430" y="3465"/>
                  </a:lnTo>
                  <a:cubicBezTo>
                    <a:pt x="489" y="3703"/>
                    <a:pt x="1" y="4477"/>
                    <a:pt x="1" y="5251"/>
                  </a:cubicBezTo>
                  <a:lnTo>
                    <a:pt x="1" y="6692"/>
                  </a:lnTo>
                  <a:cubicBezTo>
                    <a:pt x="1" y="7180"/>
                    <a:pt x="358" y="7608"/>
                    <a:pt x="810" y="7692"/>
                  </a:cubicBezTo>
                  <a:cubicBezTo>
                    <a:pt x="906" y="8501"/>
                    <a:pt x="1584" y="9132"/>
                    <a:pt x="2418" y="9132"/>
                  </a:cubicBezTo>
                  <a:cubicBezTo>
                    <a:pt x="3251" y="9132"/>
                    <a:pt x="3930" y="8513"/>
                    <a:pt x="4025" y="7728"/>
                  </a:cubicBezTo>
                  <a:lnTo>
                    <a:pt x="9300" y="7728"/>
                  </a:lnTo>
                  <a:cubicBezTo>
                    <a:pt x="9407" y="8525"/>
                    <a:pt x="10085" y="9132"/>
                    <a:pt x="10907" y="9132"/>
                  </a:cubicBezTo>
                  <a:cubicBezTo>
                    <a:pt x="11740" y="9132"/>
                    <a:pt x="12407" y="8513"/>
                    <a:pt x="12514" y="7728"/>
                  </a:cubicBezTo>
                  <a:lnTo>
                    <a:pt x="12824" y="7728"/>
                  </a:lnTo>
                  <a:cubicBezTo>
                    <a:pt x="13395" y="7728"/>
                    <a:pt x="13836" y="7263"/>
                    <a:pt x="13836" y="6716"/>
                  </a:cubicBezTo>
                  <a:lnTo>
                    <a:pt x="13836" y="6299"/>
                  </a:lnTo>
                  <a:cubicBezTo>
                    <a:pt x="13848" y="6096"/>
                    <a:pt x="13776" y="5918"/>
                    <a:pt x="13645" y="5787"/>
                  </a:cubicBezTo>
                  <a:cubicBezTo>
                    <a:pt x="13586" y="5727"/>
                    <a:pt x="13550" y="5656"/>
                    <a:pt x="13550" y="5561"/>
                  </a:cubicBezTo>
                  <a:lnTo>
                    <a:pt x="13550" y="4572"/>
                  </a:lnTo>
                  <a:lnTo>
                    <a:pt x="13788" y="4037"/>
                  </a:lnTo>
                  <a:cubicBezTo>
                    <a:pt x="13872" y="3846"/>
                    <a:pt x="13872" y="3656"/>
                    <a:pt x="13764" y="3501"/>
                  </a:cubicBezTo>
                  <a:cubicBezTo>
                    <a:pt x="13657" y="3334"/>
                    <a:pt x="13479" y="3239"/>
                    <a:pt x="13288" y="3239"/>
                  </a:cubicBezTo>
                  <a:lnTo>
                    <a:pt x="12443" y="3239"/>
                  </a:lnTo>
                  <a:lnTo>
                    <a:pt x="10550" y="727"/>
                  </a:lnTo>
                  <a:cubicBezTo>
                    <a:pt x="10204" y="262"/>
                    <a:pt x="9657" y="0"/>
                    <a:pt x="908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" name="Google Shape;11129;p77">
              <a:extLst>
                <a:ext uri="{FF2B5EF4-FFF2-40B4-BE49-F238E27FC236}">
                  <a16:creationId xmlns:a16="http://schemas.microsoft.com/office/drawing/2014/main" id="{5BF7A150-FC40-44EA-90A3-E7BFA606296B}"/>
                </a:ext>
              </a:extLst>
            </p:cNvPr>
            <p:cNvSpPr/>
            <p:nvPr/>
          </p:nvSpPr>
          <p:spPr>
            <a:xfrm>
              <a:off x="5779789" y="4416409"/>
              <a:ext cx="52205" cy="51475"/>
            </a:xfrm>
            <a:custGeom>
              <a:avLst/>
              <a:gdLst/>
              <a:ahLst/>
              <a:cxnLst/>
              <a:rect l="l" t="t" r="r" b="b"/>
              <a:pathLst>
                <a:path w="1644" h="1621" extrusionOk="0">
                  <a:moveTo>
                    <a:pt x="811" y="1"/>
                  </a:moveTo>
                  <a:cubicBezTo>
                    <a:pt x="584" y="1"/>
                    <a:pt x="394" y="84"/>
                    <a:pt x="239" y="239"/>
                  </a:cubicBezTo>
                  <a:cubicBezTo>
                    <a:pt x="96" y="382"/>
                    <a:pt x="1" y="596"/>
                    <a:pt x="1" y="799"/>
                  </a:cubicBezTo>
                  <a:cubicBezTo>
                    <a:pt x="1" y="1263"/>
                    <a:pt x="382" y="1620"/>
                    <a:pt x="822" y="1620"/>
                  </a:cubicBezTo>
                  <a:cubicBezTo>
                    <a:pt x="1275" y="1620"/>
                    <a:pt x="1644" y="1263"/>
                    <a:pt x="1644" y="799"/>
                  </a:cubicBezTo>
                  <a:cubicBezTo>
                    <a:pt x="1644" y="739"/>
                    <a:pt x="1632" y="668"/>
                    <a:pt x="1608" y="608"/>
                  </a:cubicBezTo>
                  <a:cubicBezTo>
                    <a:pt x="1557" y="546"/>
                    <a:pt x="1478" y="484"/>
                    <a:pt x="1389" y="484"/>
                  </a:cubicBezTo>
                  <a:cubicBezTo>
                    <a:pt x="1375" y="484"/>
                    <a:pt x="1361" y="486"/>
                    <a:pt x="1346" y="489"/>
                  </a:cubicBezTo>
                  <a:cubicBezTo>
                    <a:pt x="1239" y="525"/>
                    <a:pt x="1168" y="620"/>
                    <a:pt x="1192" y="727"/>
                  </a:cubicBezTo>
                  <a:cubicBezTo>
                    <a:pt x="1203" y="763"/>
                    <a:pt x="1203" y="787"/>
                    <a:pt x="1203" y="822"/>
                  </a:cubicBezTo>
                  <a:cubicBezTo>
                    <a:pt x="1203" y="1037"/>
                    <a:pt x="1025" y="1215"/>
                    <a:pt x="811" y="1215"/>
                  </a:cubicBezTo>
                  <a:cubicBezTo>
                    <a:pt x="584" y="1215"/>
                    <a:pt x="406" y="1037"/>
                    <a:pt x="406" y="822"/>
                  </a:cubicBezTo>
                  <a:cubicBezTo>
                    <a:pt x="406" y="596"/>
                    <a:pt x="584" y="418"/>
                    <a:pt x="811" y="418"/>
                  </a:cubicBezTo>
                  <a:cubicBezTo>
                    <a:pt x="930" y="418"/>
                    <a:pt x="1013" y="322"/>
                    <a:pt x="1013" y="203"/>
                  </a:cubicBezTo>
                  <a:cubicBezTo>
                    <a:pt x="1013" y="84"/>
                    <a:pt x="930" y="1"/>
                    <a:pt x="81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0" name="Google Shape;11130;p77">
              <a:extLst>
                <a:ext uri="{FF2B5EF4-FFF2-40B4-BE49-F238E27FC236}">
                  <a16:creationId xmlns:a16="http://schemas.microsoft.com/office/drawing/2014/main" id="{0417E9A5-3F05-4081-9FAC-FDB10C8F5AAC}"/>
                </a:ext>
              </a:extLst>
            </p:cNvPr>
            <p:cNvSpPr/>
            <p:nvPr/>
          </p:nvSpPr>
          <p:spPr>
            <a:xfrm>
              <a:off x="6048627" y="4416409"/>
              <a:ext cx="52205" cy="51856"/>
            </a:xfrm>
            <a:custGeom>
              <a:avLst/>
              <a:gdLst/>
              <a:ahLst/>
              <a:cxnLst/>
              <a:rect l="l" t="t" r="r" b="b"/>
              <a:pathLst>
                <a:path w="1644" h="1633" extrusionOk="0">
                  <a:moveTo>
                    <a:pt x="822" y="1"/>
                  </a:moveTo>
                  <a:cubicBezTo>
                    <a:pt x="596" y="1"/>
                    <a:pt x="405" y="84"/>
                    <a:pt x="238" y="239"/>
                  </a:cubicBezTo>
                  <a:cubicBezTo>
                    <a:pt x="95" y="382"/>
                    <a:pt x="0" y="596"/>
                    <a:pt x="0" y="822"/>
                  </a:cubicBezTo>
                  <a:cubicBezTo>
                    <a:pt x="0" y="1263"/>
                    <a:pt x="381" y="1632"/>
                    <a:pt x="822" y="1632"/>
                  </a:cubicBezTo>
                  <a:cubicBezTo>
                    <a:pt x="1274" y="1632"/>
                    <a:pt x="1643" y="1275"/>
                    <a:pt x="1643" y="822"/>
                  </a:cubicBezTo>
                  <a:cubicBezTo>
                    <a:pt x="1643" y="763"/>
                    <a:pt x="1631" y="680"/>
                    <a:pt x="1608" y="620"/>
                  </a:cubicBezTo>
                  <a:cubicBezTo>
                    <a:pt x="1577" y="548"/>
                    <a:pt x="1492" y="484"/>
                    <a:pt x="1400" y="484"/>
                  </a:cubicBezTo>
                  <a:cubicBezTo>
                    <a:pt x="1386" y="484"/>
                    <a:pt x="1372" y="486"/>
                    <a:pt x="1358" y="489"/>
                  </a:cubicBezTo>
                  <a:cubicBezTo>
                    <a:pt x="1250" y="525"/>
                    <a:pt x="1179" y="620"/>
                    <a:pt x="1215" y="727"/>
                  </a:cubicBezTo>
                  <a:cubicBezTo>
                    <a:pt x="1227" y="763"/>
                    <a:pt x="1227" y="787"/>
                    <a:pt x="1227" y="822"/>
                  </a:cubicBezTo>
                  <a:cubicBezTo>
                    <a:pt x="1227" y="1037"/>
                    <a:pt x="1048" y="1215"/>
                    <a:pt x="822" y="1215"/>
                  </a:cubicBezTo>
                  <a:cubicBezTo>
                    <a:pt x="596" y="1215"/>
                    <a:pt x="417" y="1037"/>
                    <a:pt x="417" y="822"/>
                  </a:cubicBezTo>
                  <a:cubicBezTo>
                    <a:pt x="417" y="596"/>
                    <a:pt x="596" y="418"/>
                    <a:pt x="822" y="418"/>
                  </a:cubicBezTo>
                  <a:cubicBezTo>
                    <a:pt x="941" y="418"/>
                    <a:pt x="1036" y="322"/>
                    <a:pt x="1036" y="203"/>
                  </a:cubicBezTo>
                  <a:cubicBezTo>
                    <a:pt x="1036" y="84"/>
                    <a:pt x="941" y="1"/>
                    <a:pt x="822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" name="Google Shape;11131;p77">
              <a:extLst>
                <a:ext uri="{FF2B5EF4-FFF2-40B4-BE49-F238E27FC236}">
                  <a16:creationId xmlns:a16="http://schemas.microsoft.com/office/drawing/2014/main" id="{C949F9A5-E214-492F-BA2B-65590F3BB26F}"/>
                </a:ext>
              </a:extLst>
            </p:cNvPr>
            <p:cNvSpPr/>
            <p:nvPr/>
          </p:nvSpPr>
          <p:spPr>
            <a:xfrm>
              <a:off x="6000995" y="4365379"/>
              <a:ext cx="122892" cy="58016"/>
            </a:xfrm>
            <a:custGeom>
              <a:avLst/>
              <a:gdLst/>
              <a:ahLst/>
              <a:cxnLst/>
              <a:rect l="l" t="t" r="r" b="b"/>
              <a:pathLst>
                <a:path w="3870" h="1827" extrusionOk="0">
                  <a:moveTo>
                    <a:pt x="2310" y="1"/>
                  </a:moveTo>
                  <a:cubicBezTo>
                    <a:pt x="1810" y="1"/>
                    <a:pt x="1334" y="143"/>
                    <a:pt x="929" y="429"/>
                  </a:cubicBezTo>
                  <a:cubicBezTo>
                    <a:pt x="524" y="715"/>
                    <a:pt x="226" y="1096"/>
                    <a:pt x="48" y="1548"/>
                  </a:cubicBezTo>
                  <a:cubicBezTo>
                    <a:pt x="0" y="1656"/>
                    <a:pt x="60" y="1775"/>
                    <a:pt x="167" y="1810"/>
                  </a:cubicBezTo>
                  <a:cubicBezTo>
                    <a:pt x="192" y="1822"/>
                    <a:pt x="218" y="1827"/>
                    <a:pt x="244" y="1827"/>
                  </a:cubicBezTo>
                  <a:cubicBezTo>
                    <a:pt x="326" y="1827"/>
                    <a:pt x="404" y="1773"/>
                    <a:pt x="441" y="1691"/>
                  </a:cubicBezTo>
                  <a:cubicBezTo>
                    <a:pt x="738" y="917"/>
                    <a:pt x="1488" y="405"/>
                    <a:pt x="2322" y="405"/>
                  </a:cubicBezTo>
                  <a:cubicBezTo>
                    <a:pt x="2774" y="405"/>
                    <a:pt x="3191" y="536"/>
                    <a:pt x="3548" y="798"/>
                  </a:cubicBezTo>
                  <a:cubicBezTo>
                    <a:pt x="3581" y="831"/>
                    <a:pt x="3624" y="846"/>
                    <a:pt x="3667" y="846"/>
                  </a:cubicBezTo>
                  <a:cubicBezTo>
                    <a:pt x="3732" y="846"/>
                    <a:pt x="3798" y="813"/>
                    <a:pt x="3834" y="763"/>
                  </a:cubicBezTo>
                  <a:cubicBezTo>
                    <a:pt x="3870" y="679"/>
                    <a:pt x="3858" y="560"/>
                    <a:pt x="3774" y="489"/>
                  </a:cubicBezTo>
                  <a:cubicBezTo>
                    <a:pt x="3334" y="179"/>
                    <a:pt x="2846" y="1"/>
                    <a:pt x="2310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" name="Google Shape;11132;p77">
              <a:extLst>
                <a:ext uri="{FF2B5EF4-FFF2-40B4-BE49-F238E27FC236}">
                  <a16:creationId xmlns:a16="http://schemas.microsoft.com/office/drawing/2014/main" id="{4A7A8B09-C472-426C-A9C7-8675B4A0176A}"/>
                </a:ext>
              </a:extLst>
            </p:cNvPr>
            <p:cNvSpPr/>
            <p:nvPr/>
          </p:nvSpPr>
          <p:spPr>
            <a:xfrm>
              <a:off x="5816847" y="4230039"/>
              <a:ext cx="124797" cy="193610"/>
            </a:xfrm>
            <a:custGeom>
              <a:avLst/>
              <a:gdLst/>
              <a:ahLst/>
              <a:cxnLst/>
              <a:rect l="l" t="t" r="r" b="b"/>
              <a:pathLst>
                <a:path w="3930" h="6097" extrusionOk="0">
                  <a:moveTo>
                    <a:pt x="3513" y="417"/>
                  </a:moveTo>
                  <a:lnTo>
                    <a:pt x="3513" y="2441"/>
                  </a:lnTo>
                  <a:lnTo>
                    <a:pt x="822" y="2441"/>
                  </a:lnTo>
                  <a:lnTo>
                    <a:pt x="1834" y="714"/>
                  </a:lnTo>
                  <a:cubicBezTo>
                    <a:pt x="1930" y="524"/>
                    <a:pt x="2144" y="417"/>
                    <a:pt x="2346" y="417"/>
                  </a:cubicBezTo>
                  <a:close/>
                  <a:moveTo>
                    <a:pt x="2346" y="0"/>
                  </a:moveTo>
                  <a:cubicBezTo>
                    <a:pt x="1989" y="0"/>
                    <a:pt x="1644" y="203"/>
                    <a:pt x="1465" y="512"/>
                  </a:cubicBezTo>
                  <a:lnTo>
                    <a:pt x="60" y="2917"/>
                  </a:lnTo>
                  <a:cubicBezTo>
                    <a:pt x="1" y="3024"/>
                    <a:pt x="25" y="3143"/>
                    <a:pt x="132" y="3203"/>
                  </a:cubicBezTo>
                  <a:cubicBezTo>
                    <a:pt x="155" y="3215"/>
                    <a:pt x="203" y="3239"/>
                    <a:pt x="239" y="3239"/>
                  </a:cubicBezTo>
                  <a:cubicBezTo>
                    <a:pt x="310" y="3239"/>
                    <a:pt x="370" y="3203"/>
                    <a:pt x="417" y="3131"/>
                  </a:cubicBezTo>
                  <a:lnTo>
                    <a:pt x="572" y="2846"/>
                  </a:lnTo>
                  <a:lnTo>
                    <a:pt x="3513" y="2846"/>
                  </a:lnTo>
                  <a:lnTo>
                    <a:pt x="3513" y="5882"/>
                  </a:lnTo>
                  <a:cubicBezTo>
                    <a:pt x="3513" y="6001"/>
                    <a:pt x="3596" y="6096"/>
                    <a:pt x="3715" y="6096"/>
                  </a:cubicBezTo>
                  <a:cubicBezTo>
                    <a:pt x="3835" y="6096"/>
                    <a:pt x="3930" y="6001"/>
                    <a:pt x="3930" y="5882"/>
                  </a:cubicBezTo>
                  <a:lnTo>
                    <a:pt x="3930" y="203"/>
                  </a:lnTo>
                  <a:cubicBezTo>
                    <a:pt x="3918" y="95"/>
                    <a:pt x="3823" y="0"/>
                    <a:pt x="371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" name="Google Shape;11133;p77">
              <a:extLst>
                <a:ext uri="{FF2B5EF4-FFF2-40B4-BE49-F238E27FC236}">
                  <a16:creationId xmlns:a16="http://schemas.microsoft.com/office/drawing/2014/main" id="{5884A18B-7840-47FF-8A53-EDED2F134C12}"/>
                </a:ext>
              </a:extLst>
            </p:cNvPr>
            <p:cNvSpPr/>
            <p:nvPr/>
          </p:nvSpPr>
          <p:spPr>
            <a:xfrm>
              <a:off x="5954474" y="4230039"/>
              <a:ext cx="120256" cy="102854"/>
            </a:xfrm>
            <a:custGeom>
              <a:avLst/>
              <a:gdLst/>
              <a:ahLst/>
              <a:cxnLst/>
              <a:rect l="l" t="t" r="r" b="b"/>
              <a:pathLst>
                <a:path w="3787" h="3239" extrusionOk="0">
                  <a:moveTo>
                    <a:pt x="203" y="0"/>
                  </a:moveTo>
                  <a:cubicBezTo>
                    <a:pt x="84" y="0"/>
                    <a:pt x="1" y="95"/>
                    <a:pt x="1" y="214"/>
                  </a:cubicBezTo>
                  <a:lnTo>
                    <a:pt x="1" y="3024"/>
                  </a:lnTo>
                  <a:cubicBezTo>
                    <a:pt x="1" y="3143"/>
                    <a:pt x="84" y="3239"/>
                    <a:pt x="203" y="3239"/>
                  </a:cubicBezTo>
                  <a:cubicBezTo>
                    <a:pt x="322" y="3239"/>
                    <a:pt x="417" y="3143"/>
                    <a:pt x="417" y="3024"/>
                  </a:cubicBezTo>
                  <a:lnTo>
                    <a:pt x="417" y="405"/>
                  </a:lnTo>
                  <a:lnTo>
                    <a:pt x="1977" y="405"/>
                  </a:lnTo>
                  <a:cubicBezTo>
                    <a:pt x="2132" y="405"/>
                    <a:pt x="2322" y="512"/>
                    <a:pt x="2429" y="655"/>
                  </a:cubicBezTo>
                  <a:lnTo>
                    <a:pt x="3287" y="1786"/>
                  </a:lnTo>
                  <a:cubicBezTo>
                    <a:pt x="3346" y="1869"/>
                    <a:pt x="3358" y="1941"/>
                    <a:pt x="3358" y="2024"/>
                  </a:cubicBezTo>
                  <a:cubicBezTo>
                    <a:pt x="3358" y="2250"/>
                    <a:pt x="3180" y="2429"/>
                    <a:pt x="2953" y="2429"/>
                  </a:cubicBezTo>
                  <a:lnTo>
                    <a:pt x="1013" y="2429"/>
                  </a:lnTo>
                  <a:cubicBezTo>
                    <a:pt x="894" y="2429"/>
                    <a:pt x="798" y="2524"/>
                    <a:pt x="798" y="2643"/>
                  </a:cubicBezTo>
                  <a:cubicBezTo>
                    <a:pt x="798" y="2762"/>
                    <a:pt x="882" y="2846"/>
                    <a:pt x="1013" y="2846"/>
                  </a:cubicBezTo>
                  <a:lnTo>
                    <a:pt x="2977" y="2846"/>
                  </a:lnTo>
                  <a:cubicBezTo>
                    <a:pt x="3418" y="2846"/>
                    <a:pt x="3787" y="2489"/>
                    <a:pt x="3787" y="2024"/>
                  </a:cubicBezTo>
                  <a:cubicBezTo>
                    <a:pt x="3787" y="1846"/>
                    <a:pt x="3727" y="1691"/>
                    <a:pt x="3632" y="1536"/>
                  </a:cubicBezTo>
                  <a:lnTo>
                    <a:pt x="2775" y="405"/>
                  </a:lnTo>
                  <a:cubicBezTo>
                    <a:pt x="2584" y="155"/>
                    <a:pt x="2287" y="0"/>
                    <a:pt x="196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" name="Google Shape;11134;p77">
              <a:extLst>
                <a:ext uri="{FF2B5EF4-FFF2-40B4-BE49-F238E27FC236}">
                  <a16:creationId xmlns:a16="http://schemas.microsoft.com/office/drawing/2014/main" id="{08406CEE-E456-411B-A469-2FA574BCC287}"/>
                </a:ext>
              </a:extLst>
            </p:cNvPr>
            <p:cNvSpPr/>
            <p:nvPr/>
          </p:nvSpPr>
          <p:spPr>
            <a:xfrm>
              <a:off x="5876198" y="4333243"/>
              <a:ext cx="39376" cy="13274"/>
            </a:xfrm>
            <a:custGeom>
              <a:avLst/>
              <a:gdLst/>
              <a:ahLst/>
              <a:cxnLst/>
              <a:rect l="l" t="t" r="r" b="b"/>
              <a:pathLst>
                <a:path w="1240" h="418" extrusionOk="0">
                  <a:moveTo>
                    <a:pt x="215" y="1"/>
                  </a:moveTo>
                  <a:cubicBezTo>
                    <a:pt x="96" y="1"/>
                    <a:pt x="1" y="84"/>
                    <a:pt x="1" y="203"/>
                  </a:cubicBezTo>
                  <a:cubicBezTo>
                    <a:pt x="1" y="322"/>
                    <a:pt x="96" y="417"/>
                    <a:pt x="215" y="417"/>
                  </a:cubicBezTo>
                  <a:lnTo>
                    <a:pt x="1025" y="417"/>
                  </a:lnTo>
                  <a:cubicBezTo>
                    <a:pt x="1144" y="417"/>
                    <a:pt x="1239" y="322"/>
                    <a:pt x="1239" y="203"/>
                  </a:cubicBezTo>
                  <a:cubicBezTo>
                    <a:pt x="1239" y="84"/>
                    <a:pt x="1156" y="1"/>
                    <a:pt x="1025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5" name="Google Shape;11135;p77">
              <a:extLst>
                <a:ext uri="{FF2B5EF4-FFF2-40B4-BE49-F238E27FC236}">
                  <a16:creationId xmlns:a16="http://schemas.microsoft.com/office/drawing/2014/main" id="{B4626AEE-0FF0-4617-A0BA-8797839BB47C}"/>
                </a:ext>
              </a:extLst>
            </p:cNvPr>
            <p:cNvSpPr/>
            <p:nvPr/>
          </p:nvSpPr>
          <p:spPr>
            <a:xfrm>
              <a:off x="5979433" y="4333243"/>
              <a:ext cx="39344" cy="13274"/>
            </a:xfrm>
            <a:custGeom>
              <a:avLst/>
              <a:gdLst/>
              <a:ahLst/>
              <a:cxnLst/>
              <a:rect l="l" t="t" r="r" b="b"/>
              <a:pathLst>
                <a:path w="1239" h="418" extrusionOk="0">
                  <a:moveTo>
                    <a:pt x="203" y="1"/>
                  </a:moveTo>
                  <a:cubicBezTo>
                    <a:pt x="84" y="1"/>
                    <a:pt x="0" y="84"/>
                    <a:pt x="0" y="203"/>
                  </a:cubicBezTo>
                  <a:cubicBezTo>
                    <a:pt x="0" y="322"/>
                    <a:pt x="84" y="417"/>
                    <a:pt x="203" y="417"/>
                  </a:cubicBezTo>
                  <a:lnTo>
                    <a:pt x="1024" y="417"/>
                  </a:lnTo>
                  <a:cubicBezTo>
                    <a:pt x="1143" y="417"/>
                    <a:pt x="1239" y="322"/>
                    <a:pt x="1239" y="203"/>
                  </a:cubicBezTo>
                  <a:cubicBezTo>
                    <a:pt x="1239" y="84"/>
                    <a:pt x="1143" y="1"/>
                    <a:pt x="1024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</p:spTree>
    <p:extLst>
      <p:ext uri="{BB962C8B-B14F-4D97-AF65-F5344CB8AC3E}">
        <p14:creationId xmlns:p14="http://schemas.microsoft.com/office/powerpoint/2010/main" val="6997421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5" name="Google Shape;1295;p37"/>
          <p:cNvPicPr preferRelativeResize="0"/>
          <p:nvPr/>
        </p:nvPicPr>
        <p:blipFill rotWithShape="1">
          <a:blip r:embed="rId3">
            <a:alphaModFix/>
          </a:blip>
          <a:srcRect l="18647" t="7960" r="8852" b="8336"/>
          <a:stretch/>
        </p:blipFill>
        <p:spPr>
          <a:xfrm rot="-9296825">
            <a:off x="7261373" y="109212"/>
            <a:ext cx="1647828" cy="107015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543974D-4AEE-49D4-B8B9-DDED68560560}"/>
              </a:ext>
            </a:extLst>
          </p:cNvPr>
          <p:cNvSpPr txBox="1"/>
          <p:nvPr/>
        </p:nvSpPr>
        <p:spPr>
          <a:xfrm>
            <a:off x="720000" y="631215"/>
            <a:ext cx="770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a-IR" sz="28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فهرست مطالب</a:t>
            </a:r>
            <a:endParaRPr lang="en-US" sz="2800" dirty="0">
              <a:solidFill>
                <a:schemeClr val="tx1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</p:txBody>
      </p:sp>
      <p:pic>
        <p:nvPicPr>
          <p:cNvPr id="41" name="Image 0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A0017282-F3D5-47BA-B9CD-E4185A5A037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8981" l="3750" r="90000">
                        <a14:foregroundMark x1="24861" y1="37500" x2="24861" y2="37500"/>
                        <a14:foregroundMark x1="5139" y1="30463" x2="5139" y2="30463"/>
                        <a14:foregroundMark x1="4167" y1="29907" x2="4167" y2="29907"/>
                        <a14:foregroundMark x1="4167" y1="29907" x2="4167" y2="29907"/>
                        <a14:foregroundMark x1="14722" y1="29259" x2="14722" y2="29259"/>
                        <a14:foregroundMark x1="14722" y1="29259" x2="14722" y2="29259"/>
                        <a14:foregroundMark x1="14722" y1="29259" x2="14722" y2="29259"/>
                        <a14:foregroundMark x1="14722" y1="29259" x2="14722" y2="29259"/>
                        <a14:foregroundMark x1="35972" y1="31389" x2="35972" y2="31389"/>
                        <a14:foregroundMark x1="35972" y1="31389" x2="35972" y2="31389"/>
                        <a14:foregroundMark x1="11528" y1="26852" x2="11528" y2="26852"/>
                        <a14:foregroundMark x1="11528" y1="26852" x2="11528" y2="26852"/>
                        <a14:foregroundMark x1="11528" y1="26852" x2="11528" y2="26852"/>
                        <a14:foregroundMark x1="18611" y1="40370" x2="18611" y2="40370"/>
                        <a14:foregroundMark x1="18611" y1="40370" x2="18611" y2="40370"/>
                        <a14:foregroundMark x1="18611" y1="40370" x2="18611" y2="40370"/>
                        <a14:foregroundMark x1="16667" y1="43241" x2="16667" y2="43241"/>
                        <a14:foregroundMark x1="16667" y1="43241" x2="16667" y2="43241"/>
                        <a14:foregroundMark x1="16667" y1="43241" x2="16667" y2="43241"/>
                        <a14:foregroundMark x1="15000" y1="51852" x2="15000" y2="51852"/>
                        <a14:foregroundMark x1="15000" y1="51852" x2="15000" y2="51852"/>
                        <a14:foregroundMark x1="15000" y1="51852" x2="15000" y2="51852"/>
                        <a14:foregroundMark x1="15000" y1="51852" x2="15000" y2="51852"/>
                        <a14:foregroundMark x1="15000" y1="51852" x2="15000" y2="51852"/>
                        <a14:foregroundMark x1="25972" y1="56481" x2="25972" y2="56481"/>
                        <a14:foregroundMark x1="25972" y1="56481" x2="25972" y2="56481"/>
                        <a14:foregroundMark x1="11944" y1="66944" x2="11944" y2="66944"/>
                        <a14:foregroundMark x1="11944" y1="66944" x2="11944" y2="66944"/>
                        <a14:foregroundMark x1="3750" y1="50741" x2="3750" y2="50741"/>
                        <a14:foregroundMark x1="3750" y1="50741" x2="3750" y2="50741"/>
                        <a14:foregroundMark x1="3750" y1="50741" x2="3750" y2="50741"/>
                        <a14:foregroundMark x1="3750" y1="50741" x2="3750" y2="50741"/>
                        <a14:foregroundMark x1="3750" y1="50741" x2="22361" y2="67963"/>
                        <a14:foregroundMark x1="22361" y1="67963" x2="23472" y2="68333"/>
                        <a14:foregroundMark x1="37500" y1="65278" x2="37500" y2="65278"/>
                        <a14:foregroundMark x1="37500" y1="65278" x2="37500" y2="65278"/>
                        <a14:foregroundMark x1="43889" y1="52963" x2="43889" y2="52963"/>
                        <a14:foregroundMark x1="43889" y1="52963" x2="43889" y2="52963"/>
                        <a14:foregroundMark x1="43472" y1="54630" x2="43472" y2="54630"/>
                        <a14:foregroundMark x1="43472" y1="54630" x2="43472" y2="54630"/>
                        <a14:foregroundMark x1="43194" y1="54167" x2="43194" y2="54167"/>
                        <a14:foregroundMark x1="43194" y1="54167" x2="43194" y2="54167"/>
                        <a14:foregroundMark x1="43194" y1="54167" x2="43194" y2="54167"/>
                        <a14:foregroundMark x1="42639" y1="52315" x2="42639" y2="52315"/>
                        <a14:foregroundMark x1="42639" y1="52315" x2="42639" y2="52315"/>
                        <a14:foregroundMark x1="42639" y1="52315" x2="42639" y2="52315"/>
                        <a14:foregroundMark x1="42639" y1="51574" x2="42639" y2="51574"/>
                        <a14:foregroundMark x1="42639" y1="51574" x2="42639" y2="51574"/>
                        <a14:foregroundMark x1="42639" y1="51574" x2="42639" y2="51574"/>
                        <a14:foregroundMark x1="42639" y1="51574" x2="42639" y2="51574"/>
                        <a14:foregroundMark x1="42500" y1="52593" x2="42500" y2="52593"/>
                        <a14:foregroundMark x1="42500" y1="52593" x2="42500" y2="52593"/>
                        <a14:foregroundMark x1="42500" y1="52593" x2="42500" y2="52593"/>
                        <a14:foregroundMark x1="60417" y1="64444" x2="60417" y2="64444"/>
                        <a14:foregroundMark x1="60417" y1="64444" x2="60417" y2="64444"/>
                        <a14:foregroundMark x1="25972" y1="77963" x2="25972" y2="77963"/>
                        <a14:foregroundMark x1="25972" y1="77963" x2="25972" y2="77963"/>
                        <a14:foregroundMark x1="25972" y1="77963" x2="25972" y2="77963"/>
                        <a14:foregroundMark x1="28056" y1="73704" x2="28056" y2="73704"/>
                        <a14:foregroundMark x1="28056" y1="73704" x2="28056" y2="73704"/>
                        <a14:foregroundMark x1="28056" y1="73704" x2="28056" y2="73704"/>
                        <a14:foregroundMark x1="17917" y1="42130" x2="17917" y2="42130"/>
                        <a14:foregroundMark x1="17917" y1="42130" x2="17917" y2="42130"/>
                        <a14:foregroundMark x1="17917" y1="42130" x2="17917" y2="42130"/>
                        <a14:foregroundMark x1="17917" y1="42130" x2="17917" y2="42130"/>
                        <a14:foregroundMark x1="15139" y1="42778" x2="15139" y2="42778"/>
                        <a14:foregroundMark x1="15139" y1="42778" x2="15139" y2="42778"/>
                        <a14:foregroundMark x1="15139" y1="42778" x2="15139" y2="42778"/>
                        <a14:foregroundMark x1="12361" y1="66019" x2="12361" y2="66019"/>
                        <a14:foregroundMark x1="12361" y1="66019" x2="12361" y2="66019"/>
                        <a14:foregroundMark x1="10694" y1="66667" x2="10694" y2="66667"/>
                        <a14:foregroundMark x1="10694" y1="66667" x2="10694" y2="66667"/>
                        <a14:foregroundMark x1="20833" y1="94259" x2="20833" y2="94259"/>
                        <a14:foregroundMark x1="20833" y1="94259" x2="20833" y2="94259"/>
                        <a14:foregroundMark x1="20833" y1="94259" x2="20833" y2="94259"/>
                        <a14:foregroundMark x1="20833" y1="93981" x2="16944" y2="87130"/>
                        <a14:foregroundMark x1="16944" y1="87130" x2="17778" y2="90648"/>
                        <a14:foregroundMark x1="17778" y1="90648" x2="17778" y2="90648"/>
                        <a14:foregroundMark x1="17222" y1="86111" x2="15972" y2="79167"/>
                        <a14:foregroundMark x1="11806" y1="98241" x2="27083" y2="98981"/>
                      </a14:backgroundRemoval>
                    </a14:imgEffect>
                  </a14:imgLayer>
                </a14:imgProps>
              </a:ext>
            </a:extLst>
          </a:blip>
          <a:srcRect t="19090" r="28132"/>
          <a:stretch/>
        </p:blipFill>
        <p:spPr>
          <a:xfrm>
            <a:off x="0" y="1394460"/>
            <a:ext cx="3156352" cy="3749040"/>
          </a:xfrm>
          <a:prstGeom prst="actionButtonBlank">
            <a:avLst/>
          </a:prstGeom>
        </p:spPr>
      </p:pic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E4337FEF-D409-4D05-A651-981FEC0EF766}"/>
              </a:ext>
            </a:extLst>
          </p:cNvPr>
          <p:cNvSpPr/>
          <p:nvPr/>
        </p:nvSpPr>
        <p:spPr>
          <a:xfrm>
            <a:off x="5955300" y="1587952"/>
            <a:ext cx="2468700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CD54E6DF-0A6D-4BF9-B39E-37553220C3DE}"/>
              </a:ext>
            </a:extLst>
          </p:cNvPr>
          <p:cNvSpPr/>
          <p:nvPr/>
        </p:nvSpPr>
        <p:spPr>
          <a:xfrm>
            <a:off x="5955300" y="2421433"/>
            <a:ext cx="2468700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5CBE8942-8A04-4064-BB6A-468BE70B6797}"/>
              </a:ext>
            </a:extLst>
          </p:cNvPr>
          <p:cNvSpPr/>
          <p:nvPr/>
        </p:nvSpPr>
        <p:spPr>
          <a:xfrm>
            <a:off x="5955300" y="3254914"/>
            <a:ext cx="2468700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50D5B693-A480-4DC3-8C8B-BD0BADDDBD09}"/>
              </a:ext>
            </a:extLst>
          </p:cNvPr>
          <p:cNvSpPr/>
          <p:nvPr/>
        </p:nvSpPr>
        <p:spPr>
          <a:xfrm>
            <a:off x="5955300" y="4088395"/>
            <a:ext cx="2468700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9E97133-B720-472C-96F5-D32A0253FAD7}"/>
              </a:ext>
            </a:extLst>
          </p:cNvPr>
          <p:cNvSpPr txBox="1"/>
          <p:nvPr/>
        </p:nvSpPr>
        <p:spPr>
          <a:xfrm>
            <a:off x="5952336" y="1686808"/>
            <a:ext cx="2471664" cy="3231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5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معرفی ماشین های خودران</a:t>
            </a:r>
            <a:endParaRPr lang="en-US" sz="1500" dirty="0">
              <a:solidFill>
                <a:schemeClr val="tx1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357400C-87CB-4B44-A237-BBEA1BC3E5C1}"/>
              </a:ext>
            </a:extLst>
          </p:cNvPr>
          <p:cNvSpPr txBox="1"/>
          <p:nvPr/>
        </p:nvSpPr>
        <p:spPr>
          <a:xfrm>
            <a:off x="5955300" y="2518925"/>
            <a:ext cx="2468700" cy="3231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5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تاریخچه و تکامل</a:t>
            </a:r>
            <a:endParaRPr lang="en-US" sz="1500" dirty="0">
              <a:solidFill>
                <a:schemeClr val="tx1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48147AA-FF43-4A75-95F3-77B1AAB7746D}"/>
              </a:ext>
            </a:extLst>
          </p:cNvPr>
          <p:cNvSpPr txBox="1"/>
          <p:nvPr/>
        </p:nvSpPr>
        <p:spPr>
          <a:xfrm>
            <a:off x="5955300" y="3354941"/>
            <a:ext cx="2468700" cy="3231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5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چرا ماشین های خودران؟</a:t>
            </a:r>
            <a:endParaRPr lang="en-US" sz="1500" dirty="0">
              <a:solidFill>
                <a:schemeClr val="tx1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62A3675-2A73-40FE-AD94-74A2D63FCA48}"/>
              </a:ext>
            </a:extLst>
          </p:cNvPr>
          <p:cNvSpPr txBox="1"/>
          <p:nvPr/>
        </p:nvSpPr>
        <p:spPr>
          <a:xfrm>
            <a:off x="5955300" y="4189120"/>
            <a:ext cx="2468700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5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lang="fa-IR" sz="1600" dirty="0">
                <a:solidFill>
                  <a:schemeClr val="tx1"/>
                </a:solidFill>
                <a:latin typeface="Segoe UI Variable Text Semiligh" pitchFamily="2" charset="0"/>
                <a:ea typeface="Source Sans Pro" panose="020B0503030403020204" pitchFamily="34" charset="0"/>
                <a:cs typeface="Vazir" panose="020B0603030804020204" pitchFamily="34" charset="-78"/>
              </a:rPr>
              <a:t>اجزای اصلی</a:t>
            </a:r>
            <a:endParaRPr lang="en-US" sz="1600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139A5A5-32C0-4762-A991-AC709FB230D3}"/>
              </a:ext>
            </a:extLst>
          </p:cNvPr>
          <p:cNvSpPr/>
          <p:nvPr/>
        </p:nvSpPr>
        <p:spPr>
          <a:xfrm>
            <a:off x="3156352" y="2418898"/>
            <a:ext cx="2468700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284E4F4-9FB2-42B3-90A0-4DBB900EC2EA}"/>
              </a:ext>
            </a:extLst>
          </p:cNvPr>
          <p:cNvSpPr/>
          <p:nvPr/>
        </p:nvSpPr>
        <p:spPr>
          <a:xfrm>
            <a:off x="3188701" y="3254914"/>
            <a:ext cx="2468700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6A4D74C-D83E-4237-8BB6-150EF97956C5}"/>
              </a:ext>
            </a:extLst>
          </p:cNvPr>
          <p:cNvSpPr/>
          <p:nvPr/>
        </p:nvSpPr>
        <p:spPr>
          <a:xfrm>
            <a:off x="3156352" y="4088395"/>
            <a:ext cx="2468700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C823E10-7E56-4693-ADCF-CE41BA3EB575}"/>
              </a:ext>
            </a:extLst>
          </p:cNvPr>
          <p:cNvSpPr/>
          <p:nvPr/>
        </p:nvSpPr>
        <p:spPr>
          <a:xfrm>
            <a:off x="3188701" y="1582882"/>
            <a:ext cx="2468700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987FC7A-6402-4FED-A4D0-590AF1D68E3B}"/>
              </a:ext>
            </a:extLst>
          </p:cNvPr>
          <p:cNvSpPr txBox="1"/>
          <p:nvPr/>
        </p:nvSpPr>
        <p:spPr>
          <a:xfrm>
            <a:off x="3218086" y="1682276"/>
            <a:ext cx="2471664" cy="3231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5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نحوه عملکرد</a:t>
            </a:r>
            <a:endParaRPr lang="en-US" sz="1500" dirty="0">
              <a:solidFill>
                <a:schemeClr val="tx1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6722A64-FDF3-4FA5-8B3E-F7B37D3C20CB}"/>
              </a:ext>
            </a:extLst>
          </p:cNvPr>
          <p:cNvSpPr txBox="1"/>
          <p:nvPr/>
        </p:nvSpPr>
        <p:spPr>
          <a:xfrm>
            <a:off x="3153388" y="2517658"/>
            <a:ext cx="2471664" cy="3231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5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چالش ها و موانع</a:t>
            </a:r>
            <a:endParaRPr lang="en-US" sz="1500" dirty="0">
              <a:solidFill>
                <a:schemeClr val="tx1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FCB0A8-5CF4-445C-8D11-FFFC2BB955AB}"/>
              </a:ext>
            </a:extLst>
          </p:cNvPr>
          <p:cNvSpPr txBox="1"/>
          <p:nvPr/>
        </p:nvSpPr>
        <p:spPr>
          <a:xfrm>
            <a:off x="3168462" y="3353674"/>
            <a:ext cx="2471664" cy="3231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5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آینده ماشین های خودران</a:t>
            </a:r>
            <a:endParaRPr lang="en-US" sz="1500" dirty="0">
              <a:solidFill>
                <a:schemeClr val="tx1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C9CD1B2-6539-4246-892B-FDDC2D513416}"/>
              </a:ext>
            </a:extLst>
          </p:cNvPr>
          <p:cNvSpPr txBox="1"/>
          <p:nvPr/>
        </p:nvSpPr>
        <p:spPr>
          <a:xfrm>
            <a:off x="3153388" y="4188422"/>
            <a:ext cx="2471664" cy="3231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5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منابع</a:t>
            </a:r>
            <a:endParaRPr lang="en-US" sz="1500" dirty="0">
              <a:solidFill>
                <a:schemeClr val="tx1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</p:txBody>
      </p:sp>
      <p:grpSp>
        <p:nvGrpSpPr>
          <p:cNvPr id="25" name="Google Shape;11127;p77">
            <a:extLst>
              <a:ext uri="{FF2B5EF4-FFF2-40B4-BE49-F238E27FC236}">
                <a16:creationId xmlns:a16="http://schemas.microsoft.com/office/drawing/2014/main" id="{9A6DEAC7-9594-425F-A64C-351CBDAE3E55}"/>
              </a:ext>
            </a:extLst>
          </p:cNvPr>
          <p:cNvGrpSpPr/>
          <p:nvPr/>
        </p:nvGrpSpPr>
        <p:grpSpPr>
          <a:xfrm>
            <a:off x="1357923" y="499266"/>
            <a:ext cx="440505" cy="290018"/>
            <a:chOff x="5727616" y="4204699"/>
            <a:chExt cx="440505" cy="290018"/>
          </a:xfrm>
        </p:grpSpPr>
        <p:sp>
          <p:nvSpPr>
            <p:cNvPr id="26" name="Google Shape;11128;p77">
              <a:extLst>
                <a:ext uri="{FF2B5EF4-FFF2-40B4-BE49-F238E27FC236}">
                  <a16:creationId xmlns:a16="http://schemas.microsoft.com/office/drawing/2014/main" id="{1D68188F-1871-4357-A17D-9D9C0A0C3419}"/>
                </a:ext>
              </a:extLst>
            </p:cNvPr>
            <p:cNvSpPr/>
            <p:nvPr/>
          </p:nvSpPr>
          <p:spPr>
            <a:xfrm>
              <a:off x="5727616" y="4204699"/>
              <a:ext cx="440505" cy="290018"/>
            </a:xfrm>
            <a:custGeom>
              <a:avLst/>
              <a:gdLst/>
              <a:ahLst/>
              <a:cxnLst/>
              <a:rect l="l" t="t" r="r" b="b"/>
              <a:pathLst>
                <a:path w="13872" h="9133" extrusionOk="0">
                  <a:moveTo>
                    <a:pt x="13145" y="4465"/>
                  </a:moveTo>
                  <a:lnTo>
                    <a:pt x="13145" y="4870"/>
                  </a:lnTo>
                  <a:lnTo>
                    <a:pt x="12752" y="4870"/>
                  </a:lnTo>
                  <a:lnTo>
                    <a:pt x="12752" y="4465"/>
                  </a:lnTo>
                  <a:close/>
                  <a:moveTo>
                    <a:pt x="1275" y="3941"/>
                  </a:moveTo>
                  <a:lnTo>
                    <a:pt x="1275" y="4430"/>
                  </a:lnTo>
                  <a:cubicBezTo>
                    <a:pt x="1275" y="4775"/>
                    <a:pt x="1013" y="5049"/>
                    <a:pt x="668" y="5049"/>
                  </a:cubicBezTo>
                  <a:lnTo>
                    <a:pt x="418" y="5049"/>
                  </a:lnTo>
                  <a:cubicBezTo>
                    <a:pt x="501" y="4549"/>
                    <a:pt x="810" y="4120"/>
                    <a:pt x="1275" y="3941"/>
                  </a:cubicBezTo>
                  <a:close/>
                  <a:moveTo>
                    <a:pt x="9121" y="417"/>
                  </a:moveTo>
                  <a:cubicBezTo>
                    <a:pt x="9562" y="417"/>
                    <a:pt x="9978" y="620"/>
                    <a:pt x="10252" y="977"/>
                  </a:cubicBezTo>
                  <a:lnTo>
                    <a:pt x="12205" y="3584"/>
                  </a:lnTo>
                  <a:cubicBezTo>
                    <a:pt x="12240" y="3632"/>
                    <a:pt x="12300" y="3656"/>
                    <a:pt x="12360" y="3656"/>
                  </a:cubicBezTo>
                  <a:lnTo>
                    <a:pt x="13312" y="3656"/>
                  </a:lnTo>
                  <a:cubicBezTo>
                    <a:pt x="13431" y="3656"/>
                    <a:pt x="13514" y="3775"/>
                    <a:pt x="13467" y="3882"/>
                  </a:cubicBezTo>
                  <a:lnTo>
                    <a:pt x="13372" y="4060"/>
                  </a:lnTo>
                  <a:lnTo>
                    <a:pt x="12574" y="4060"/>
                  </a:lnTo>
                  <a:cubicBezTo>
                    <a:pt x="12455" y="4060"/>
                    <a:pt x="12360" y="4156"/>
                    <a:pt x="12360" y="4275"/>
                  </a:cubicBezTo>
                  <a:lnTo>
                    <a:pt x="12360" y="5084"/>
                  </a:lnTo>
                  <a:cubicBezTo>
                    <a:pt x="12360" y="5203"/>
                    <a:pt x="12455" y="5299"/>
                    <a:pt x="12574" y="5299"/>
                  </a:cubicBezTo>
                  <a:lnTo>
                    <a:pt x="13181" y="5299"/>
                  </a:lnTo>
                  <a:lnTo>
                    <a:pt x="13181" y="5596"/>
                  </a:lnTo>
                  <a:cubicBezTo>
                    <a:pt x="13181" y="5787"/>
                    <a:pt x="13252" y="5977"/>
                    <a:pt x="13395" y="6096"/>
                  </a:cubicBezTo>
                  <a:cubicBezTo>
                    <a:pt x="13455" y="6156"/>
                    <a:pt x="13479" y="6227"/>
                    <a:pt x="13479" y="6323"/>
                  </a:cubicBezTo>
                  <a:lnTo>
                    <a:pt x="13479" y="6692"/>
                  </a:lnTo>
                  <a:lnTo>
                    <a:pt x="13443" y="6692"/>
                  </a:lnTo>
                  <a:cubicBezTo>
                    <a:pt x="13443" y="7037"/>
                    <a:pt x="13181" y="7311"/>
                    <a:pt x="12836" y="7311"/>
                  </a:cubicBezTo>
                  <a:lnTo>
                    <a:pt x="12526" y="7311"/>
                  </a:lnTo>
                  <a:cubicBezTo>
                    <a:pt x="12419" y="6501"/>
                    <a:pt x="11740" y="5894"/>
                    <a:pt x="10919" y="5894"/>
                  </a:cubicBezTo>
                  <a:cubicBezTo>
                    <a:pt x="10097" y="5894"/>
                    <a:pt x="9419" y="6513"/>
                    <a:pt x="9312" y="7311"/>
                  </a:cubicBezTo>
                  <a:lnTo>
                    <a:pt x="4061" y="7311"/>
                  </a:lnTo>
                  <a:cubicBezTo>
                    <a:pt x="3954" y="6501"/>
                    <a:pt x="3275" y="5894"/>
                    <a:pt x="2454" y="5894"/>
                  </a:cubicBezTo>
                  <a:cubicBezTo>
                    <a:pt x="1632" y="5894"/>
                    <a:pt x="965" y="6501"/>
                    <a:pt x="846" y="7275"/>
                  </a:cubicBezTo>
                  <a:cubicBezTo>
                    <a:pt x="608" y="7204"/>
                    <a:pt x="429" y="6966"/>
                    <a:pt x="429" y="6692"/>
                  </a:cubicBezTo>
                  <a:lnTo>
                    <a:pt x="429" y="5465"/>
                  </a:lnTo>
                  <a:lnTo>
                    <a:pt x="691" y="5465"/>
                  </a:lnTo>
                  <a:cubicBezTo>
                    <a:pt x="1263" y="5465"/>
                    <a:pt x="1703" y="5001"/>
                    <a:pt x="1703" y="4453"/>
                  </a:cubicBezTo>
                  <a:lnTo>
                    <a:pt x="1703" y="3822"/>
                  </a:lnTo>
                  <a:lnTo>
                    <a:pt x="2406" y="3644"/>
                  </a:lnTo>
                  <a:cubicBezTo>
                    <a:pt x="2465" y="3632"/>
                    <a:pt x="2513" y="3596"/>
                    <a:pt x="2525" y="3560"/>
                  </a:cubicBezTo>
                  <a:lnTo>
                    <a:pt x="3954" y="1120"/>
                  </a:lnTo>
                  <a:cubicBezTo>
                    <a:pt x="4204" y="679"/>
                    <a:pt x="4680" y="417"/>
                    <a:pt x="5180" y="417"/>
                  </a:cubicBezTo>
                  <a:close/>
                  <a:moveTo>
                    <a:pt x="2430" y="6275"/>
                  </a:moveTo>
                  <a:cubicBezTo>
                    <a:pt x="3108" y="6275"/>
                    <a:pt x="3656" y="6823"/>
                    <a:pt x="3656" y="7501"/>
                  </a:cubicBezTo>
                  <a:cubicBezTo>
                    <a:pt x="3656" y="8168"/>
                    <a:pt x="3108" y="8716"/>
                    <a:pt x="2430" y="8716"/>
                  </a:cubicBezTo>
                  <a:cubicBezTo>
                    <a:pt x="1763" y="8716"/>
                    <a:pt x="1215" y="8168"/>
                    <a:pt x="1215" y="7501"/>
                  </a:cubicBezTo>
                  <a:cubicBezTo>
                    <a:pt x="1215" y="6823"/>
                    <a:pt x="1763" y="6275"/>
                    <a:pt x="2430" y="6275"/>
                  </a:cubicBezTo>
                  <a:close/>
                  <a:moveTo>
                    <a:pt x="10919" y="6275"/>
                  </a:moveTo>
                  <a:cubicBezTo>
                    <a:pt x="11586" y="6275"/>
                    <a:pt x="12145" y="6823"/>
                    <a:pt x="12145" y="7501"/>
                  </a:cubicBezTo>
                  <a:cubicBezTo>
                    <a:pt x="12145" y="8168"/>
                    <a:pt x="11586" y="8716"/>
                    <a:pt x="10919" y="8716"/>
                  </a:cubicBezTo>
                  <a:cubicBezTo>
                    <a:pt x="10252" y="8716"/>
                    <a:pt x="9693" y="8168"/>
                    <a:pt x="9693" y="7501"/>
                  </a:cubicBezTo>
                  <a:cubicBezTo>
                    <a:pt x="9693" y="6823"/>
                    <a:pt x="10252" y="6275"/>
                    <a:pt x="10919" y="6275"/>
                  </a:cubicBezTo>
                  <a:close/>
                  <a:moveTo>
                    <a:pt x="5144" y="0"/>
                  </a:moveTo>
                  <a:cubicBezTo>
                    <a:pt x="4501" y="0"/>
                    <a:pt x="3894" y="334"/>
                    <a:pt x="3573" y="905"/>
                  </a:cubicBezTo>
                  <a:lnTo>
                    <a:pt x="2180" y="3275"/>
                  </a:lnTo>
                  <a:lnTo>
                    <a:pt x="1430" y="3465"/>
                  </a:lnTo>
                  <a:cubicBezTo>
                    <a:pt x="489" y="3703"/>
                    <a:pt x="1" y="4477"/>
                    <a:pt x="1" y="5251"/>
                  </a:cubicBezTo>
                  <a:lnTo>
                    <a:pt x="1" y="6692"/>
                  </a:lnTo>
                  <a:cubicBezTo>
                    <a:pt x="1" y="7180"/>
                    <a:pt x="358" y="7608"/>
                    <a:pt x="810" y="7692"/>
                  </a:cubicBezTo>
                  <a:cubicBezTo>
                    <a:pt x="906" y="8501"/>
                    <a:pt x="1584" y="9132"/>
                    <a:pt x="2418" y="9132"/>
                  </a:cubicBezTo>
                  <a:cubicBezTo>
                    <a:pt x="3251" y="9132"/>
                    <a:pt x="3930" y="8513"/>
                    <a:pt x="4025" y="7728"/>
                  </a:cubicBezTo>
                  <a:lnTo>
                    <a:pt x="9300" y="7728"/>
                  </a:lnTo>
                  <a:cubicBezTo>
                    <a:pt x="9407" y="8525"/>
                    <a:pt x="10085" y="9132"/>
                    <a:pt x="10907" y="9132"/>
                  </a:cubicBezTo>
                  <a:cubicBezTo>
                    <a:pt x="11740" y="9132"/>
                    <a:pt x="12407" y="8513"/>
                    <a:pt x="12514" y="7728"/>
                  </a:cubicBezTo>
                  <a:lnTo>
                    <a:pt x="12824" y="7728"/>
                  </a:lnTo>
                  <a:cubicBezTo>
                    <a:pt x="13395" y="7728"/>
                    <a:pt x="13836" y="7263"/>
                    <a:pt x="13836" y="6716"/>
                  </a:cubicBezTo>
                  <a:lnTo>
                    <a:pt x="13836" y="6299"/>
                  </a:lnTo>
                  <a:cubicBezTo>
                    <a:pt x="13848" y="6096"/>
                    <a:pt x="13776" y="5918"/>
                    <a:pt x="13645" y="5787"/>
                  </a:cubicBezTo>
                  <a:cubicBezTo>
                    <a:pt x="13586" y="5727"/>
                    <a:pt x="13550" y="5656"/>
                    <a:pt x="13550" y="5561"/>
                  </a:cubicBezTo>
                  <a:lnTo>
                    <a:pt x="13550" y="4572"/>
                  </a:lnTo>
                  <a:lnTo>
                    <a:pt x="13788" y="4037"/>
                  </a:lnTo>
                  <a:cubicBezTo>
                    <a:pt x="13872" y="3846"/>
                    <a:pt x="13872" y="3656"/>
                    <a:pt x="13764" y="3501"/>
                  </a:cubicBezTo>
                  <a:cubicBezTo>
                    <a:pt x="13657" y="3334"/>
                    <a:pt x="13479" y="3239"/>
                    <a:pt x="13288" y="3239"/>
                  </a:cubicBezTo>
                  <a:lnTo>
                    <a:pt x="12443" y="3239"/>
                  </a:lnTo>
                  <a:lnTo>
                    <a:pt x="10550" y="727"/>
                  </a:lnTo>
                  <a:cubicBezTo>
                    <a:pt x="10204" y="262"/>
                    <a:pt x="9657" y="0"/>
                    <a:pt x="908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" name="Google Shape;11129;p77">
              <a:extLst>
                <a:ext uri="{FF2B5EF4-FFF2-40B4-BE49-F238E27FC236}">
                  <a16:creationId xmlns:a16="http://schemas.microsoft.com/office/drawing/2014/main" id="{42E34066-AAFE-4F5D-AE0C-CAECBB620451}"/>
                </a:ext>
              </a:extLst>
            </p:cNvPr>
            <p:cNvSpPr/>
            <p:nvPr/>
          </p:nvSpPr>
          <p:spPr>
            <a:xfrm>
              <a:off x="5779789" y="4416409"/>
              <a:ext cx="52205" cy="51475"/>
            </a:xfrm>
            <a:custGeom>
              <a:avLst/>
              <a:gdLst/>
              <a:ahLst/>
              <a:cxnLst/>
              <a:rect l="l" t="t" r="r" b="b"/>
              <a:pathLst>
                <a:path w="1644" h="1621" extrusionOk="0">
                  <a:moveTo>
                    <a:pt x="811" y="1"/>
                  </a:moveTo>
                  <a:cubicBezTo>
                    <a:pt x="584" y="1"/>
                    <a:pt x="394" y="84"/>
                    <a:pt x="239" y="239"/>
                  </a:cubicBezTo>
                  <a:cubicBezTo>
                    <a:pt x="96" y="382"/>
                    <a:pt x="1" y="596"/>
                    <a:pt x="1" y="799"/>
                  </a:cubicBezTo>
                  <a:cubicBezTo>
                    <a:pt x="1" y="1263"/>
                    <a:pt x="382" y="1620"/>
                    <a:pt x="822" y="1620"/>
                  </a:cubicBezTo>
                  <a:cubicBezTo>
                    <a:pt x="1275" y="1620"/>
                    <a:pt x="1644" y="1263"/>
                    <a:pt x="1644" y="799"/>
                  </a:cubicBezTo>
                  <a:cubicBezTo>
                    <a:pt x="1644" y="739"/>
                    <a:pt x="1632" y="668"/>
                    <a:pt x="1608" y="608"/>
                  </a:cubicBezTo>
                  <a:cubicBezTo>
                    <a:pt x="1557" y="546"/>
                    <a:pt x="1478" y="484"/>
                    <a:pt x="1389" y="484"/>
                  </a:cubicBezTo>
                  <a:cubicBezTo>
                    <a:pt x="1375" y="484"/>
                    <a:pt x="1361" y="486"/>
                    <a:pt x="1346" y="489"/>
                  </a:cubicBezTo>
                  <a:cubicBezTo>
                    <a:pt x="1239" y="525"/>
                    <a:pt x="1168" y="620"/>
                    <a:pt x="1192" y="727"/>
                  </a:cubicBezTo>
                  <a:cubicBezTo>
                    <a:pt x="1203" y="763"/>
                    <a:pt x="1203" y="787"/>
                    <a:pt x="1203" y="822"/>
                  </a:cubicBezTo>
                  <a:cubicBezTo>
                    <a:pt x="1203" y="1037"/>
                    <a:pt x="1025" y="1215"/>
                    <a:pt x="811" y="1215"/>
                  </a:cubicBezTo>
                  <a:cubicBezTo>
                    <a:pt x="584" y="1215"/>
                    <a:pt x="406" y="1037"/>
                    <a:pt x="406" y="822"/>
                  </a:cubicBezTo>
                  <a:cubicBezTo>
                    <a:pt x="406" y="596"/>
                    <a:pt x="584" y="418"/>
                    <a:pt x="811" y="418"/>
                  </a:cubicBezTo>
                  <a:cubicBezTo>
                    <a:pt x="930" y="418"/>
                    <a:pt x="1013" y="322"/>
                    <a:pt x="1013" y="203"/>
                  </a:cubicBezTo>
                  <a:cubicBezTo>
                    <a:pt x="1013" y="84"/>
                    <a:pt x="930" y="1"/>
                    <a:pt x="81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8" name="Google Shape;11130;p77">
              <a:extLst>
                <a:ext uri="{FF2B5EF4-FFF2-40B4-BE49-F238E27FC236}">
                  <a16:creationId xmlns:a16="http://schemas.microsoft.com/office/drawing/2014/main" id="{EF3DC3A2-F4A5-4DA1-9711-7C2917EC6F95}"/>
                </a:ext>
              </a:extLst>
            </p:cNvPr>
            <p:cNvSpPr/>
            <p:nvPr/>
          </p:nvSpPr>
          <p:spPr>
            <a:xfrm>
              <a:off x="6048627" y="4416409"/>
              <a:ext cx="52205" cy="51856"/>
            </a:xfrm>
            <a:custGeom>
              <a:avLst/>
              <a:gdLst/>
              <a:ahLst/>
              <a:cxnLst/>
              <a:rect l="l" t="t" r="r" b="b"/>
              <a:pathLst>
                <a:path w="1644" h="1633" extrusionOk="0">
                  <a:moveTo>
                    <a:pt x="822" y="1"/>
                  </a:moveTo>
                  <a:cubicBezTo>
                    <a:pt x="596" y="1"/>
                    <a:pt x="405" y="84"/>
                    <a:pt x="238" y="239"/>
                  </a:cubicBezTo>
                  <a:cubicBezTo>
                    <a:pt x="95" y="382"/>
                    <a:pt x="0" y="596"/>
                    <a:pt x="0" y="822"/>
                  </a:cubicBezTo>
                  <a:cubicBezTo>
                    <a:pt x="0" y="1263"/>
                    <a:pt x="381" y="1632"/>
                    <a:pt x="822" y="1632"/>
                  </a:cubicBezTo>
                  <a:cubicBezTo>
                    <a:pt x="1274" y="1632"/>
                    <a:pt x="1643" y="1275"/>
                    <a:pt x="1643" y="822"/>
                  </a:cubicBezTo>
                  <a:cubicBezTo>
                    <a:pt x="1643" y="763"/>
                    <a:pt x="1631" y="680"/>
                    <a:pt x="1608" y="620"/>
                  </a:cubicBezTo>
                  <a:cubicBezTo>
                    <a:pt x="1577" y="548"/>
                    <a:pt x="1492" y="484"/>
                    <a:pt x="1400" y="484"/>
                  </a:cubicBezTo>
                  <a:cubicBezTo>
                    <a:pt x="1386" y="484"/>
                    <a:pt x="1372" y="486"/>
                    <a:pt x="1358" y="489"/>
                  </a:cubicBezTo>
                  <a:cubicBezTo>
                    <a:pt x="1250" y="525"/>
                    <a:pt x="1179" y="620"/>
                    <a:pt x="1215" y="727"/>
                  </a:cubicBezTo>
                  <a:cubicBezTo>
                    <a:pt x="1227" y="763"/>
                    <a:pt x="1227" y="787"/>
                    <a:pt x="1227" y="822"/>
                  </a:cubicBezTo>
                  <a:cubicBezTo>
                    <a:pt x="1227" y="1037"/>
                    <a:pt x="1048" y="1215"/>
                    <a:pt x="822" y="1215"/>
                  </a:cubicBezTo>
                  <a:cubicBezTo>
                    <a:pt x="596" y="1215"/>
                    <a:pt x="417" y="1037"/>
                    <a:pt x="417" y="822"/>
                  </a:cubicBezTo>
                  <a:cubicBezTo>
                    <a:pt x="417" y="596"/>
                    <a:pt x="596" y="418"/>
                    <a:pt x="822" y="418"/>
                  </a:cubicBezTo>
                  <a:cubicBezTo>
                    <a:pt x="941" y="418"/>
                    <a:pt x="1036" y="322"/>
                    <a:pt x="1036" y="203"/>
                  </a:cubicBezTo>
                  <a:cubicBezTo>
                    <a:pt x="1036" y="84"/>
                    <a:pt x="941" y="1"/>
                    <a:pt x="822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9" name="Google Shape;11131;p77">
              <a:extLst>
                <a:ext uri="{FF2B5EF4-FFF2-40B4-BE49-F238E27FC236}">
                  <a16:creationId xmlns:a16="http://schemas.microsoft.com/office/drawing/2014/main" id="{C888929C-85A9-4E57-9A5C-76401D0F6D0B}"/>
                </a:ext>
              </a:extLst>
            </p:cNvPr>
            <p:cNvSpPr/>
            <p:nvPr/>
          </p:nvSpPr>
          <p:spPr>
            <a:xfrm>
              <a:off x="6000995" y="4365379"/>
              <a:ext cx="122892" cy="58016"/>
            </a:xfrm>
            <a:custGeom>
              <a:avLst/>
              <a:gdLst/>
              <a:ahLst/>
              <a:cxnLst/>
              <a:rect l="l" t="t" r="r" b="b"/>
              <a:pathLst>
                <a:path w="3870" h="1827" extrusionOk="0">
                  <a:moveTo>
                    <a:pt x="2310" y="1"/>
                  </a:moveTo>
                  <a:cubicBezTo>
                    <a:pt x="1810" y="1"/>
                    <a:pt x="1334" y="143"/>
                    <a:pt x="929" y="429"/>
                  </a:cubicBezTo>
                  <a:cubicBezTo>
                    <a:pt x="524" y="715"/>
                    <a:pt x="226" y="1096"/>
                    <a:pt x="48" y="1548"/>
                  </a:cubicBezTo>
                  <a:cubicBezTo>
                    <a:pt x="0" y="1656"/>
                    <a:pt x="60" y="1775"/>
                    <a:pt x="167" y="1810"/>
                  </a:cubicBezTo>
                  <a:cubicBezTo>
                    <a:pt x="192" y="1822"/>
                    <a:pt x="218" y="1827"/>
                    <a:pt x="244" y="1827"/>
                  </a:cubicBezTo>
                  <a:cubicBezTo>
                    <a:pt x="326" y="1827"/>
                    <a:pt x="404" y="1773"/>
                    <a:pt x="441" y="1691"/>
                  </a:cubicBezTo>
                  <a:cubicBezTo>
                    <a:pt x="738" y="917"/>
                    <a:pt x="1488" y="405"/>
                    <a:pt x="2322" y="405"/>
                  </a:cubicBezTo>
                  <a:cubicBezTo>
                    <a:pt x="2774" y="405"/>
                    <a:pt x="3191" y="536"/>
                    <a:pt x="3548" y="798"/>
                  </a:cubicBezTo>
                  <a:cubicBezTo>
                    <a:pt x="3581" y="831"/>
                    <a:pt x="3624" y="846"/>
                    <a:pt x="3667" y="846"/>
                  </a:cubicBezTo>
                  <a:cubicBezTo>
                    <a:pt x="3732" y="846"/>
                    <a:pt x="3798" y="813"/>
                    <a:pt x="3834" y="763"/>
                  </a:cubicBezTo>
                  <a:cubicBezTo>
                    <a:pt x="3870" y="679"/>
                    <a:pt x="3858" y="560"/>
                    <a:pt x="3774" y="489"/>
                  </a:cubicBezTo>
                  <a:cubicBezTo>
                    <a:pt x="3334" y="179"/>
                    <a:pt x="2846" y="1"/>
                    <a:pt x="2310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0" name="Google Shape;11132;p77">
              <a:extLst>
                <a:ext uri="{FF2B5EF4-FFF2-40B4-BE49-F238E27FC236}">
                  <a16:creationId xmlns:a16="http://schemas.microsoft.com/office/drawing/2014/main" id="{6BB66FC1-6554-415D-B831-06D35353F3C1}"/>
                </a:ext>
              </a:extLst>
            </p:cNvPr>
            <p:cNvSpPr/>
            <p:nvPr/>
          </p:nvSpPr>
          <p:spPr>
            <a:xfrm>
              <a:off x="5816847" y="4230039"/>
              <a:ext cx="124797" cy="193610"/>
            </a:xfrm>
            <a:custGeom>
              <a:avLst/>
              <a:gdLst/>
              <a:ahLst/>
              <a:cxnLst/>
              <a:rect l="l" t="t" r="r" b="b"/>
              <a:pathLst>
                <a:path w="3930" h="6097" extrusionOk="0">
                  <a:moveTo>
                    <a:pt x="3513" y="417"/>
                  </a:moveTo>
                  <a:lnTo>
                    <a:pt x="3513" y="2441"/>
                  </a:lnTo>
                  <a:lnTo>
                    <a:pt x="822" y="2441"/>
                  </a:lnTo>
                  <a:lnTo>
                    <a:pt x="1834" y="714"/>
                  </a:lnTo>
                  <a:cubicBezTo>
                    <a:pt x="1930" y="524"/>
                    <a:pt x="2144" y="417"/>
                    <a:pt x="2346" y="417"/>
                  </a:cubicBezTo>
                  <a:close/>
                  <a:moveTo>
                    <a:pt x="2346" y="0"/>
                  </a:moveTo>
                  <a:cubicBezTo>
                    <a:pt x="1989" y="0"/>
                    <a:pt x="1644" y="203"/>
                    <a:pt x="1465" y="512"/>
                  </a:cubicBezTo>
                  <a:lnTo>
                    <a:pt x="60" y="2917"/>
                  </a:lnTo>
                  <a:cubicBezTo>
                    <a:pt x="1" y="3024"/>
                    <a:pt x="25" y="3143"/>
                    <a:pt x="132" y="3203"/>
                  </a:cubicBezTo>
                  <a:cubicBezTo>
                    <a:pt x="155" y="3215"/>
                    <a:pt x="203" y="3239"/>
                    <a:pt x="239" y="3239"/>
                  </a:cubicBezTo>
                  <a:cubicBezTo>
                    <a:pt x="310" y="3239"/>
                    <a:pt x="370" y="3203"/>
                    <a:pt x="417" y="3131"/>
                  </a:cubicBezTo>
                  <a:lnTo>
                    <a:pt x="572" y="2846"/>
                  </a:lnTo>
                  <a:lnTo>
                    <a:pt x="3513" y="2846"/>
                  </a:lnTo>
                  <a:lnTo>
                    <a:pt x="3513" y="5882"/>
                  </a:lnTo>
                  <a:cubicBezTo>
                    <a:pt x="3513" y="6001"/>
                    <a:pt x="3596" y="6096"/>
                    <a:pt x="3715" y="6096"/>
                  </a:cubicBezTo>
                  <a:cubicBezTo>
                    <a:pt x="3835" y="6096"/>
                    <a:pt x="3930" y="6001"/>
                    <a:pt x="3930" y="5882"/>
                  </a:cubicBezTo>
                  <a:lnTo>
                    <a:pt x="3930" y="203"/>
                  </a:lnTo>
                  <a:cubicBezTo>
                    <a:pt x="3918" y="95"/>
                    <a:pt x="3823" y="0"/>
                    <a:pt x="371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1" name="Google Shape;11133;p77">
              <a:extLst>
                <a:ext uri="{FF2B5EF4-FFF2-40B4-BE49-F238E27FC236}">
                  <a16:creationId xmlns:a16="http://schemas.microsoft.com/office/drawing/2014/main" id="{B6207D7B-8EE3-4EA6-ADF1-B0DD5385705B}"/>
                </a:ext>
              </a:extLst>
            </p:cNvPr>
            <p:cNvSpPr/>
            <p:nvPr/>
          </p:nvSpPr>
          <p:spPr>
            <a:xfrm>
              <a:off x="5954474" y="4230039"/>
              <a:ext cx="120256" cy="102854"/>
            </a:xfrm>
            <a:custGeom>
              <a:avLst/>
              <a:gdLst/>
              <a:ahLst/>
              <a:cxnLst/>
              <a:rect l="l" t="t" r="r" b="b"/>
              <a:pathLst>
                <a:path w="3787" h="3239" extrusionOk="0">
                  <a:moveTo>
                    <a:pt x="203" y="0"/>
                  </a:moveTo>
                  <a:cubicBezTo>
                    <a:pt x="84" y="0"/>
                    <a:pt x="1" y="95"/>
                    <a:pt x="1" y="214"/>
                  </a:cubicBezTo>
                  <a:lnTo>
                    <a:pt x="1" y="3024"/>
                  </a:lnTo>
                  <a:cubicBezTo>
                    <a:pt x="1" y="3143"/>
                    <a:pt x="84" y="3239"/>
                    <a:pt x="203" y="3239"/>
                  </a:cubicBezTo>
                  <a:cubicBezTo>
                    <a:pt x="322" y="3239"/>
                    <a:pt x="417" y="3143"/>
                    <a:pt x="417" y="3024"/>
                  </a:cubicBezTo>
                  <a:lnTo>
                    <a:pt x="417" y="405"/>
                  </a:lnTo>
                  <a:lnTo>
                    <a:pt x="1977" y="405"/>
                  </a:lnTo>
                  <a:cubicBezTo>
                    <a:pt x="2132" y="405"/>
                    <a:pt x="2322" y="512"/>
                    <a:pt x="2429" y="655"/>
                  </a:cubicBezTo>
                  <a:lnTo>
                    <a:pt x="3287" y="1786"/>
                  </a:lnTo>
                  <a:cubicBezTo>
                    <a:pt x="3346" y="1869"/>
                    <a:pt x="3358" y="1941"/>
                    <a:pt x="3358" y="2024"/>
                  </a:cubicBezTo>
                  <a:cubicBezTo>
                    <a:pt x="3358" y="2250"/>
                    <a:pt x="3180" y="2429"/>
                    <a:pt x="2953" y="2429"/>
                  </a:cubicBezTo>
                  <a:lnTo>
                    <a:pt x="1013" y="2429"/>
                  </a:lnTo>
                  <a:cubicBezTo>
                    <a:pt x="894" y="2429"/>
                    <a:pt x="798" y="2524"/>
                    <a:pt x="798" y="2643"/>
                  </a:cubicBezTo>
                  <a:cubicBezTo>
                    <a:pt x="798" y="2762"/>
                    <a:pt x="882" y="2846"/>
                    <a:pt x="1013" y="2846"/>
                  </a:cubicBezTo>
                  <a:lnTo>
                    <a:pt x="2977" y="2846"/>
                  </a:lnTo>
                  <a:cubicBezTo>
                    <a:pt x="3418" y="2846"/>
                    <a:pt x="3787" y="2489"/>
                    <a:pt x="3787" y="2024"/>
                  </a:cubicBezTo>
                  <a:cubicBezTo>
                    <a:pt x="3787" y="1846"/>
                    <a:pt x="3727" y="1691"/>
                    <a:pt x="3632" y="1536"/>
                  </a:cubicBezTo>
                  <a:lnTo>
                    <a:pt x="2775" y="405"/>
                  </a:lnTo>
                  <a:cubicBezTo>
                    <a:pt x="2584" y="155"/>
                    <a:pt x="2287" y="0"/>
                    <a:pt x="196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" name="Google Shape;11134;p77">
              <a:extLst>
                <a:ext uri="{FF2B5EF4-FFF2-40B4-BE49-F238E27FC236}">
                  <a16:creationId xmlns:a16="http://schemas.microsoft.com/office/drawing/2014/main" id="{CD28E438-DE00-4CB4-A121-7059CB726339}"/>
                </a:ext>
              </a:extLst>
            </p:cNvPr>
            <p:cNvSpPr/>
            <p:nvPr/>
          </p:nvSpPr>
          <p:spPr>
            <a:xfrm>
              <a:off x="5876198" y="4333243"/>
              <a:ext cx="39376" cy="13274"/>
            </a:xfrm>
            <a:custGeom>
              <a:avLst/>
              <a:gdLst/>
              <a:ahLst/>
              <a:cxnLst/>
              <a:rect l="l" t="t" r="r" b="b"/>
              <a:pathLst>
                <a:path w="1240" h="418" extrusionOk="0">
                  <a:moveTo>
                    <a:pt x="215" y="1"/>
                  </a:moveTo>
                  <a:cubicBezTo>
                    <a:pt x="96" y="1"/>
                    <a:pt x="1" y="84"/>
                    <a:pt x="1" y="203"/>
                  </a:cubicBezTo>
                  <a:cubicBezTo>
                    <a:pt x="1" y="322"/>
                    <a:pt x="96" y="417"/>
                    <a:pt x="215" y="417"/>
                  </a:cubicBezTo>
                  <a:lnTo>
                    <a:pt x="1025" y="417"/>
                  </a:lnTo>
                  <a:cubicBezTo>
                    <a:pt x="1144" y="417"/>
                    <a:pt x="1239" y="322"/>
                    <a:pt x="1239" y="203"/>
                  </a:cubicBezTo>
                  <a:cubicBezTo>
                    <a:pt x="1239" y="84"/>
                    <a:pt x="1156" y="1"/>
                    <a:pt x="1025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" name="Google Shape;11135;p77">
              <a:extLst>
                <a:ext uri="{FF2B5EF4-FFF2-40B4-BE49-F238E27FC236}">
                  <a16:creationId xmlns:a16="http://schemas.microsoft.com/office/drawing/2014/main" id="{40C97FD1-4E45-42A9-845B-888C5AC5B278}"/>
                </a:ext>
              </a:extLst>
            </p:cNvPr>
            <p:cNvSpPr/>
            <p:nvPr/>
          </p:nvSpPr>
          <p:spPr>
            <a:xfrm>
              <a:off x="5979433" y="4333243"/>
              <a:ext cx="39344" cy="13274"/>
            </a:xfrm>
            <a:custGeom>
              <a:avLst/>
              <a:gdLst/>
              <a:ahLst/>
              <a:cxnLst/>
              <a:rect l="l" t="t" r="r" b="b"/>
              <a:pathLst>
                <a:path w="1239" h="418" extrusionOk="0">
                  <a:moveTo>
                    <a:pt x="203" y="1"/>
                  </a:moveTo>
                  <a:cubicBezTo>
                    <a:pt x="84" y="1"/>
                    <a:pt x="0" y="84"/>
                    <a:pt x="0" y="203"/>
                  </a:cubicBezTo>
                  <a:cubicBezTo>
                    <a:pt x="0" y="322"/>
                    <a:pt x="84" y="417"/>
                    <a:pt x="203" y="417"/>
                  </a:cubicBezTo>
                  <a:lnTo>
                    <a:pt x="1024" y="417"/>
                  </a:lnTo>
                  <a:cubicBezTo>
                    <a:pt x="1143" y="417"/>
                    <a:pt x="1239" y="322"/>
                    <a:pt x="1239" y="203"/>
                  </a:cubicBezTo>
                  <a:cubicBezTo>
                    <a:pt x="1239" y="84"/>
                    <a:pt x="1143" y="1"/>
                    <a:pt x="1024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</p:spTree>
    <p:extLst>
      <p:ext uri="{BB962C8B-B14F-4D97-AF65-F5344CB8AC3E}">
        <p14:creationId xmlns:p14="http://schemas.microsoft.com/office/powerpoint/2010/main" val="30346964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Rectangle: Rounded Corners 104">
            <a:extLst>
              <a:ext uri="{FF2B5EF4-FFF2-40B4-BE49-F238E27FC236}">
                <a16:creationId xmlns:a16="http://schemas.microsoft.com/office/drawing/2014/main" id="{632BED8C-9C47-49D8-B547-D61FA1D8AC1C}"/>
              </a:ext>
            </a:extLst>
          </p:cNvPr>
          <p:cNvSpPr/>
          <p:nvPr/>
        </p:nvSpPr>
        <p:spPr>
          <a:xfrm>
            <a:off x="6243535" y="238105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7E1BC96A-4EDB-468B-85CA-114E38EA8F54}"/>
              </a:ext>
            </a:extLst>
          </p:cNvPr>
          <p:cNvSpPr txBox="1"/>
          <p:nvPr/>
        </p:nvSpPr>
        <p:spPr>
          <a:xfrm>
            <a:off x="6241939" y="338876"/>
            <a:ext cx="1946382" cy="29238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300" b="1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معرفی ماشین های خودران</a:t>
            </a:r>
            <a:endParaRPr lang="en-US" sz="1300" b="1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87247245-3F8C-4F9D-AA30-1407488ED3C5}"/>
              </a:ext>
            </a:extLst>
          </p:cNvPr>
          <p:cNvSpPr/>
          <p:nvPr/>
        </p:nvSpPr>
        <p:spPr>
          <a:xfrm>
            <a:off x="4240681" y="247651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712B808-2220-4A59-BCA1-EE7CCF3B2C91}"/>
              </a:ext>
            </a:extLst>
          </p:cNvPr>
          <p:cNvSpPr txBox="1"/>
          <p:nvPr/>
        </p:nvSpPr>
        <p:spPr>
          <a:xfrm>
            <a:off x="4237489" y="389622"/>
            <a:ext cx="1946382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تاریخچه و تکامل</a:t>
            </a:r>
            <a:endParaRPr lang="en-US" sz="1200" dirty="0">
              <a:solidFill>
                <a:schemeClr val="tx1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  <a:p>
            <a:pPr algn="ctr"/>
            <a:endParaRPr lang="en-US" sz="1200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73A4E425-503F-4DE0-A489-464B14C59EB7}"/>
              </a:ext>
            </a:extLst>
          </p:cNvPr>
          <p:cNvSpPr/>
          <p:nvPr/>
        </p:nvSpPr>
        <p:spPr>
          <a:xfrm>
            <a:off x="2236231" y="238105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490EAC1-C274-4354-9F8F-0DF8E4AE22BB}"/>
              </a:ext>
            </a:extLst>
          </p:cNvPr>
          <p:cNvSpPr txBox="1"/>
          <p:nvPr/>
        </p:nvSpPr>
        <p:spPr>
          <a:xfrm>
            <a:off x="2234635" y="338876"/>
            <a:ext cx="194638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چرا ماشین های خودران؟</a:t>
            </a:r>
            <a:endParaRPr lang="en-US" sz="1200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12A244D5-94D4-4066-BCA4-0D3A39B625B5}"/>
              </a:ext>
            </a:extLst>
          </p:cNvPr>
          <p:cNvSpPr/>
          <p:nvPr/>
        </p:nvSpPr>
        <p:spPr>
          <a:xfrm>
            <a:off x="230185" y="234416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B52F1FC-F825-4507-BB38-13169985EE27}"/>
              </a:ext>
            </a:extLst>
          </p:cNvPr>
          <p:cNvSpPr txBox="1"/>
          <p:nvPr/>
        </p:nvSpPr>
        <p:spPr>
          <a:xfrm>
            <a:off x="228589" y="335187"/>
            <a:ext cx="194638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Segoe UI Variable Text Semiligh" pitchFamily="2" charset="0"/>
                <a:ea typeface="Source Sans Pro" panose="020B0503030403020204" pitchFamily="34" charset="0"/>
                <a:cs typeface="Vazir" panose="020B0603030804020204" pitchFamily="34" charset="-78"/>
              </a:rPr>
              <a:t>اجزای اصلی</a:t>
            </a:r>
            <a:endParaRPr lang="en-US" sz="1200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716A55E5-3250-4C78-8D92-F22BD61FAC0B}"/>
              </a:ext>
            </a:extLst>
          </p:cNvPr>
          <p:cNvSpPr/>
          <p:nvPr/>
        </p:nvSpPr>
        <p:spPr>
          <a:xfrm>
            <a:off x="6243535" y="816539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AD80162-6797-409F-8910-1141C2F43033}"/>
              </a:ext>
            </a:extLst>
          </p:cNvPr>
          <p:cNvSpPr txBox="1"/>
          <p:nvPr/>
        </p:nvSpPr>
        <p:spPr>
          <a:xfrm>
            <a:off x="6241939" y="917310"/>
            <a:ext cx="194638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نحوه عملکرد</a:t>
            </a:r>
            <a:endParaRPr lang="en-US" sz="1200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E05AF670-C5A9-40FD-A45F-DE9B9CB0E9FC}"/>
              </a:ext>
            </a:extLst>
          </p:cNvPr>
          <p:cNvSpPr/>
          <p:nvPr/>
        </p:nvSpPr>
        <p:spPr>
          <a:xfrm>
            <a:off x="4240681" y="826085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51BAAE2-358F-4B30-A158-D5A500E14701}"/>
              </a:ext>
            </a:extLst>
          </p:cNvPr>
          <p:cNvSpPr txBox="1"/>
          <p:nvPr/>
        </p:nvSpPr>
        <p:spPr>
          <a:xfrm>
            <a:off x="4239085" y="926856"/>
            <a:ext cx="194638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چالش ها و موانع</a:t>
            </a:r>
            <a:endParaRPr lang="en-US" sz="1200" dirty="0">
              <a:solidFill>
                <a:schemeClr val="tx1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</p:txBody>
      </p: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A2337CF5-6624-4C58-9CFC-5215A2541A60}"/>
              </a:ext>
            </a:extLst>
          </p:cNvPr>
          <p:cNvSpPr/>
          <p:nvPr/>
        </p:nvSpPr>
        <p:spPr>
          <a:xfrm>
            <a:off x="2236231" y="816539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1AA35C7-BFF0-415B-9601-A03373469462}"/>
              </a:ext>
            </a:extLst>
          </p:cNvPr>
          <p:cNvSpPr txBox="1"/>
          <p:nvPr/>
        </p:nvSpPr>
        <p:spPr>
          <a:xfrm>
            <a:off x="2234635" y="917310"/>
            <a:ext cx="194638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آینده ماشین های خودران</a:t>
            </a:r>
            <a:endParaRPr lang="en-US" sz="1200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78C40EB4-CF69-40C8-B849-F987139B14AD}"/>
              </a:ext>
            </a:extLst>
          </p:cNvPr>
          <p:cNvSpPr/>
          <p:nvPr/>
        </p:nvSpPr>
        <p:spPr>
          <a:xfrm>
            <a:off x="230185" y="812850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EE70279-4315-460F-BA5D-2D3B49A2C580}"/>
              </a:ext>
            </a:extLst>
          </p:cNvPr>
          <p:cNvSpPr txBox="1"/>
          <p:nvPr/>
        </p:nvSpPr>
        <p:spPr>
          <a:xfrm>
            <a:off x="228589" y="913621"/>
            <a:ext cx="194638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منابع</a:t>
            </a:r>
            <a:endParaRPr lang="en-US" sz="1200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0964FC-D472-4678-B4CD-D9E6BD39C953}"/>
              </a:ext>
            </a:extLst>
          </p:cNvPr>
          <p:cNvSpPr txBox="1"/>
          <p:nvPr/>
        </p:nvSpPr>
        <p:spPr>
          <a:xfrm>
            <a:off x="5637252" y="1735217"/>
            <a:ext cx="35763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a-IR" sz="2000" dirty="0">
                <a:solidFill>
                  <a:schemeClr val="bg2"/>
                </a:solidFill>
                <a:cs typeface="Vazir" panose="020B0603030804020204" pitchFamily="34" charset="-78"/>
              </a:rPr>
              <a:t>م</a:t>
            </a:r>
            <a:r>
              <a:rPr lang="fa-IR" sz="2000" dirty="0">
                <a:solidFill>
                  <a:schemeClr val="tx1"/>
                </a:solidFill>
                <a:cs typeface="Vazir" panose="020B0603030804020204" pitchFamily="34" charset="-78"/>
              </a:rPr>
              <a:t>اشین خودران چیست؟</a:t>
            </a:r>
            <a:endParaRPr lang="en-US" sz="2000" dirty="0">
              <a:solidFill>
                <a:schemeClr val="tx1"/>
              </a:solidFill>
              <a:cs typeface="Vazir" panose="020B0603030804020204" pitchFamily="34" charset="-78"/>
            </a:endParaRPr>
          </a:p>
        </p:txBody>
      </p:sp>
      <p:pic>
        <p:nvPicPr>
          <p:cNvPr id="79" name="Google Shape;1742;p51">
            <a:extLst>
              <a:ext uri="{FF2B5EF4-FFF2-40B4-BE49-F238E27FC236}">
                <a16:creationId xmlns:a16="http://schemas.microsoft.com/office/drawing/2014/main" id="{D8B4643C-6CBB-4AAB-AE2B-A63E56614B9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24331" t="5721" r="23342" b="4591"/>
          <a:stretch/>
        </p:blipFill>
        <p:spPr>
          <a:xfrm rot="2268302">
            <a:off x="-2645093" y="-633104"/>
            <a:ext cx="1857374" cy="1790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1829;p51">
            <a:extLst>
              <a:ext uri="{FF2B5EF4-FFF2-40B4-BE49-F238E27FC236}">
                <a16:creationId xmlns:a16="http://schemas.microsoft.com/office/drawing/2014/main" id="{BBC78E24-C423-49D3-8912-C9F4052A97C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8647" t="7960" r="8852" b="8336"/>
          <a:stretch/>
        </p:blipFill>
        <p:spPr>
          <a:xfrm rot="-1406513">
            <a:off x="-1180064" y="58574"/>
            <a:ext cx="1175233" cy="763227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1996;p58">
            <a:extLst>
              <a:ext uri="{FF2B5EF4-FFF2-40B4-BE49-F238E27FC236}">
                <a16:creationId xmlns:a16="http://schemas.microsoft.com/office/drawing/2014/main" id="{709544EB-7A37-4180-9BA3-F9CEF0019062}"/>
              </a:ext>
            </a:extLst>
          </p:cNvPr>
          <p:cNvSpPr/>
          <p:nvPr/>
        </p:nvSpPr>
        <p:spPr>
          <a:xfrm>
            <a:off x="6331818" y="2356885"/>
            <a:ext cx="2472284" cy="638700"/>
          </a:xfrm>
          <a:prstGeom prst="roundRect">
            <a:avLst>
              <a:gd name="adj" fmla="val 50000"/>
            </a:avLst>
          </a:prstGeom>
          <a:solidFill>
            <a:srgbClr val="002E8A">
              <a:alpha val="33000"/>
            </a:srgbClr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  <p:sp>
        <p:nvSpPr>
          <p:cNvPr id="83" name="Google Shape;1997;p58">
            <a:extLst>
              <a:ext uri="{FF2B5EF4-FFF2-40B4-BE49-F238E27FC236}">
                <a16:creationId xmlns:a16="http://schemas.microsoft.com/office/drawing/2014/main" id="{C339F27F-F130-4103-9086-02CB0AB117C5}"/>
              </a:ext>
            </a:extLst>
          </p:cNvPr>
          <p:cNvSpPr/>
          <p:nvPr/>
        </p:nvSpPr>
        <p:spPr>
          <a:xfrm>
            <a:off x="5818811" y="3087496"/>
            <a:ext cx="2985291" cy="638700"/>
          </a:xfrm>
          <a:prstGeom prst="roundRect">
            <a:avLst>
              <a:gd name="adj" fmla="val 50000"/>
            </a:avLst>
          </a:prstGeom>
          <a:solidFill>
            <a:srgbClr val="002E8A">
              <a:alpha val="33000"/>
            </a:srgbClr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4" name="Google Shape;1998;p58">
            <a:extLst>
              <a:ext uri="{FF2B5EF4-FFF2-40B4-BE49-F238E27FC236}">
                <a16:creationId xmlns:a16="http://schemas.microsoft.com/office/drawing/2014/main" id="{3A7A7813-3E0E-4BF9-B6C2-91E8525A9313}"/>
              </a:ext>
            </a:extLst>
          </p:cNvPr>
          <p:cNvSpPr/>
          <p:nvPr/>
        </p:nvSpPr>
        <p:spPr>
          <a:xfrm>
            <a:off x="4976338" y="3818107"/>
            <a:ext cx="3827764" cy="638700"/>
          </a:xfrm>
          <a:prstGeom prst="roundRect">
            <a:avLst>
              <a:gd name="adj" fmla="val 50000"/>
            </a:avLst>
          </a:prstGeom>
          <a:solidFill>
            <a:srgbClr val="002E8A">
              <a:alpha val="33000"/>
            </a:srgbClr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cxnSp>
        <p:nvCxnSpPr>
          <p:cNvPr id="85" name="Google Shape;2005;p58">
            <a:extLst>
              <a:ext uri="{FF2B5EF4-FFF2-40B4-BE49-F238E27FC236}">
                <a16:creationId xmlns:a16="http://schemas.microsoft.com/office/drawing/2014/main" id="{E57DFB3A-7A09-487C-8562-DECC6CCE6D76}"/>
              </a:ext>
            </a:extLst>
          </p:cNvPr>
          <p:cNvCxnSpPr>
            <a:cxnSpLocks/>
            <a:endCxn id="82" idx="1"/>
          </p:cNvCxnSpPr>
          <p:nvPr/>
        </p:nvCxnSpPr>
        <p:spPr>
          <a:xfrm>
            <a:off x="4711279" y="2663587"/>
            <a:ext cx="1620539" cy="12648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diamond" w="med" len="med"/>
          </a:ln>
        </p:spPr>
      </p:cxnSp>
      <p:cxnSp>
        <p:nvCxnSpPr>
          <p:cNvPr id="86" name="Google Shape;2006;p58">
            <a:extLst>
              <a:ext uri="{FF2B5EF4-FFF2-40B4-BE49-F238E27FC236}">
                <a16:creationId xmlns:a16="http://schemas.microsoft.com/office/drawing/2014/main" id="{0019C82E-3005-4B16-BB26-0A615EFA7ACD}"/>
              </a:ext>
            </a:extLst>
          </p:cNvPr>
          <p:cNvCxnSpPr>
            <a:cxnSpLocks/>
            <a:endCxn id="83" idx="1"/>
          </p:cNvCxnSpPr>
          <p:nvPr/>
        </p:nvCxnSpPr>
        <p:spPr>
          <a:xfrm>
            <a:off x="4840512" y="3406846"/>
            <a:ext cx="978299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diamond" w="med" len="med"/>
          </a:ln>
        </p:spPr>
      </p:cxnSp>
      <p:grpSp>
        <p:nvGrpSpPr>
          <p:cNvPr id="88" name="Google Shape;2019;p58">
            <a:extLst>
              <a:ext uri="{FF2B5EF4-FFF2-40B4-BE49-F238E27FC236}">
                <a16:creationId xmlns:a16="http://schemas.microsoft.com/office/drawing/2014/main" id="{55A9B4E3-C317-43F4-8D71-6432A74CCB8E}"/>
              </a:ext>
            </a:extLst>
          </p:cNvPr>
          <p:cNvGrpSpPr/>
          <p:nvPr/>
        </p:nvGrpSpPr>
        <p:grpSpPr>
          <a:xfrm>
            <a:off x="468728" y="2900868"/>
            <a:ext cx="395192" cy="457186"/>
            <a:chOff x="1246535" y="1431576"/>
            <a:chExt cx="525871" cy="601957"/>
          </a:xfrm>
        </p:grpSpPr>
        <p:sp>
          <p:nvSpPr>
            <p:cNvPr id="119" name="Google Shape;2020;p58">
              <a:extLst>
                <a:ext uri="{FF2B5EF4-FFF2-40B4-BE49-F238E27FC236}">
                  <a16:creationId xmlns:a16="http://schemas.microsoft.com/office/drawing/2014/main" id="{77C9D7F0-828F-40B3-B59F-C200ECCACCDA}"/>
                </a:ext>
              </a:extLst>
            </p:cNvPr>
            <p:cNvSpPr/>
            <p:nvPr/>
          </p:nvSpPr>
          <p:spPr>
            <a:xfrm>
              <a:off x="1350250" y="1660002"/>
              <a:ext cx="83781" cy="51376"/>
            </a:xfrm>
            <a:custGeom>
              <a:avLst/>
              <a:gdLst/>
              <a:ahLst/>
              <a:cxnLst/>
              <a:rect l="l" t="t" r="r" b="b"/>
              <a:pathLst>
                <a:path w="2526" h="1549" extrusionOk="0">
                  <a:moveTo>
                    <a:pt x="1994" y="532"/>
                  </a:moveTo>
                  <a:lnTo>
                    <a:pt x="1994" y="1017"/>
                  </a:lnTo>
                  <a:lnTo>
                    <a:pt x="532" y="1017"/>
                  </a:lnTo>
                  <a:lnTo>
                    <a:pt x="532" y="532"/>
                  </a:lnTo>
                  <a:close/>
                  <a:moveTo>
                    <a:pt x="373" y="1"/>
                  </a:moveTo>
                  <a:cubicBezTo>
                    <a:pt x="167" y="1"/>
                    <a:pt x="1" y="167"/>
                    <a:pt x="1" y="372"/>
                  </a:cubicBezTo>
                  <a:lnTo>
                    <a:pt x="1" y="1177"/>
                  </a:lnTo>
                  <a:cubicBezTo>
                    <a:pt x="1" y="1382"/>
                    <a:pt x="167" y="1549"/>
                    <a:pt x="373" y="1549"/>
                  </a:cubicBezTo>
                  <a:lnTo>
                    <a:pt x="2153" y="1549"/>
                  </a:lnTo>
                  <a:cubicBezTo>
                    <a:pt x="2358" y="1549"/>
                    <a:pt x="2526" y="1382"/>
                    <a:pt x="2526" y="1177"/>
                  </a:cubicBezTo>
                  <a:lnTo>
                    <a:pt x="2526" y="372"/>
                  </a:lnTo>
                  <a:cubicBezTo>
                    <a:pt x="2526" y="167"/>
                    <a:pt x="2358" y="1"/>
                    <a:pt x="21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0" name="Google Shape;2021;p58">
              <a:extLst>
                <a:ext uri="{FF2B5EF4-FFF2-40B4-BE49-F238E27FC236}">
                  <a16:creationId xmlns:a16="http://schemas.microsoft.com/office/drawing/2014/main" id="{97DE8E54-78CC-45AB-8276-570966A7CEA0}"/>
                </a:ext>
              </a:extLst>
            </p:cNvPr>
            <p:cNvSpPr/>
            <p:nvPr/>
          </p:nvSpPr>
          <p:spPr>
            <a:xfrm>
              <a:off x="1460798" y="1660002"/>
              <a:ext cx="83781" cy="51376"/>
            </a:xfrm>
            <a:custGeom>
              <a:avLst/>
              <a:gdLst/>
              <a:ahLst/>
              <a:cxnLst/>
              <a:rect l="l" t="t" r="r" b="b"/>
              <a:pathLst>
                <a:path w="2526" h="1549" extrusionOk="0">
                  <a:moveTo>
                    <a:pt x="1994" y="532"/>
                  </a:moveTo>
                  <a:lnTo>
                    <a:pt x="1994" y="1017"/>
                  </a:lnTo>
                  <a:lnTo>
                    <a:pt x="533" y="1017"/>
                  </a:lnTo>
                  <a:lnTo>
                    <a:pt x="533" y="532"/>
                  </a:lnTo>
                  <a:close/>
                  <a:moveTo>
                    <a:pt x="372" y="1"/>
                  </a:moveTo>
                  <a:cubicBezTo>
                    <a:pt x="167" y="1"/>
                    <a:pt x="1" y="167"/>
                    <a:pt x="1" y="372"/>
                  </a:cubicBezTo>
                  <a:lnTo>
                    <a:pt x="1" y="1177"/>
                  </a:lnTo>
                  <a:cubicBezTo>
                    <a:pt x="1" y="1382"/>
                    <a:pt x="168" y="1549"/>
                    <a:pt x="372" y="1549"/>
                  </a:cubicBezTo>
                  <a:lnTo>
                    <a:pt x="2153" y="1549"/>
                  </a:lnTo>
                  <a:cubicBezTo>
                    <a:pt x="2358" y="1549"/>
                    <a:pt x="2526" y="1382"/>
                    <a:pt x="2526" y="1177"/>
                  </a:cubicBezTo>
                  <a:lnTo>
                    <a:pt x="2526" y="372"/>
                  </a:lnTo>
                  <a:cubicBezTo>
                    <a:pt x="2526" y="167"/>
                    <a:pt x="2358" y="1"/>
                    <a:pt x="21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1" name="Google Shape;2022;p58">
              <a:extLst>
                <a:ext uri="{FF2B5EF4-FFF2-40B4-BE49-F238E27FC236}">
                  <a16:creationId xmlns:a16="http://schemas.microsoft.com/office/drawing/2014/main" id="{22EB890E-FC18-4FDE-AEF1-C2E39D1AE645}"/>
                </a:ext>
              </a:extLst>
            </p:cNvPr>
            <p:cNvSpPr/>
            <p:nvPr/>
          </p:nvSpPr>
          <p:spPr>
            <a:xfrm>
              <a:off x="1338807" y="1985342"/>
              <a:ext cx="56352" cy="17645"/>
            </a:xfrm>
            <a:custGeom>
              <a:avLst/>
              <a:gdLst/>
              <a:ahLst/>
              <a:cxnLst/>
              <a:rect l="l" t="t" r="r" b="b"/>
              <a:pathLst>
                <a:path w="1699" h="532" extrusionOk="0">
                  <a:moveTo>
                    <a:pt x="267" y="0"/>
                  </a:moveTo>
                  <a:cubicBezTo>
                    <a:pt x="119" y="0"/>
                    <a:pt x="1" y="119"/>
                    <a:pt x="1" y="266"/>
                  </a:cubicBezTo>
                  <a:cubicBezTo>
                    <a:pt x="1" y="413"/>
                    <a:pt x="119" y="532"/>
                    <a:pt x="267" y="532"/>
                  </a:cubicBezTo>
                  <a:lnTo>
                    <a:pt x="1432" y="532"/>
                  </a:lnTo>
                  <a:cubicBezTo>
                    <a:pt x="1579" y="532"/>
                    <a:pt x="1698" y="413"/>
                    <a:pt x="1698" y="266"/>
                  </a:cubicBezTo>
                  <a:cubicBezTo>
                    <a:pt x="1698" y="119"/>
                    <a:pt x="1579" y="0"/>
                    <a:pt x="14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2" name="Google Shape;2023;p58">
              <a:extLst>
                <a:ext uri="{FF2B5EF4-FFF2-40B4-BE49-F238E27FC236}">
                  <a16:creationId xmlns:a16="http://schemas.microsoft.com/office/drawing/2014/main" id="{14CE0AF9-DCA8-4107-9174-1D514FC88416}"/>
                </a:ext>
              </a:extLst>
            </p:cNvPr>
            <p:cNvSpPr/>
            <p:nvPr/>
          </p:nvSpPr>
          <p:spPr>
            <a:xfrm>
              <a:off x="1464446" y="1985342"/>
              <a:ext cx="17678" cy="17645"/>
            </a:xfrm>
            <a:custGeom>
              <a:avLst/>
              <a:gdLst/>
              <a:ahLst/>
              <a:cxnLst/>
              <a:rect l="l" t="t" r="r" b="b"/>
              <a:pathLst>
                <a:path w="533" h="532" extrusionOk="0">
                  <a:moveTo>
                    <a:pt x="267" y="0"/>
                  </a:moveTo>
                  <a:cubicBezTo>
                    <a:pt x="197" y="0"/>
                    <a:pt x="128" y="29"/>
                    <a:pt x="79" y="78"/>
                  </a:cubicBezTo>
                  <a:cubicBezTo>
                    <a:pt x="29" y="127"/>
                    <a:pt x="1" y="196"/>
                    <a:pt x="1" y="266"/>
                  </a:cubicBezTo>
                  <a:cubicBezTo>
                    <a:pt x="1" y="336"/>
                    <a:pt x="29" y="404"/>
                    <a:pt x="79" y="454"/>
                  </a:cubicBezTo>
                  <a:cubicBezTo>
                    <a:pt x="128" y="503"/>
                    <a:pt x="197" y="532"/>
                    <a:pt x="267" y="532"/>
                  </a:cubicBezTo>
                  <a:cubicBezTo>
                    <a:pt x="336" y="532"/>
                    <a:pt x="405" y="503"/>
                    <a:pt x="454" y="454"/>
                  </a:cubicBezTo>
                  <a:cubicBezTo>
                    <a:pt x="504" y="405"/>
                    <a:pt x="532" y="336"/>
                    <a:pt x="532" y="266"/>
                  </a:cubicBezTo>
                  <a:cubicBezTo>
                    <a:pt x="532" y="196"/>
                    <a:pt x="504" y="127"/>
                    <a:pt x="454" y="78"/>
                  </a:cubicBezTo>
                  <a:cubicBezTo>
                    <a:pt x="405" y="29"/>
                    <a:pt x="336" y="0"/>
                    <a:pt x="2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3" name="Google Shape;2024;p58">
              <a:extLst>
                <a:ext uri="{FF2B5EF4-FFF2-40B4-BE49-F238E27FC236}">
                  <a16:creationId xmlns:a16="http://schemas.microsoft.com/office/drawing/2014/main" id="{E7C5316F-A644-4244-BDCA-C5553C195DD7}"/>
                </a:ext>
              </a:extLst>
            </p:cNvPr>
            <p:cNvSpPr/>
            <p:nvPr/>
          </p:nvSpPr>
          <p:spPr>
            <a:xfrm>
              <a:off x="1499902" y="1985342"/>
              <a:ext cx="17678" cy="17645"/>
            </a:xfrm>
            <a:custGeom>
              <a:avLst/>
              <a:gdLst/>
              <a:ahLst/>
              <a:cxnLst/>
              <a:rect l="l" t="t" r="r" b="b"/>
              <a:pathLst>
                <a:path w="533" h="532" extrusionOk="0">
                  <a:moveTo>
                    <a:pt x="266" y="0"/>
                  </a:moveTo>
                  <a:cubicBezTo>
                    <a:pt x="197" y="0"/>
                    <a:pt x="128" y="29"/>
                    <a:pt x="77" y="78"/>
                  </a:cubicBezTo>
                  <a:cubicBezTo>
                    <a:pt x="29" y="127"/>
                    <a:pt x="0" y="196"/>
                    <a:pt x="0" y="266"/>
                  </a:cubicBezTo>
                  <a:cubicBezTo>
                    <a:pt x="0" y="336"/>
                    <a:pt x="29" y="404"/>
                    <a:pt x="77" y="454"/>
                  </a:cubicBezTo>
                  <a:cubicBezTo>
                    <a:pt x="128" y="503"/>
                    <a:pt x="197" y="532"/>
                    <a:pt x="266" y="532"/>
                  </a:cubicBezTo>
                  <a:cubicBezTo>
                    <a:pt x="336" y="532"/>
                    <a:pt x="404" y="503"/>
                    <a:pt x="454" y="454"/>
                  </a:cubicBezTo>
                  <a:cubicBezTo>
                    <a:pt x="504" y="405"/>
                    <a:pt x="532" y="336"/>
                    <a:pt x="532" y="266"/>
                  </a:cubicBezTo>
                  <a:cubicBezTo>
                    <a:pt x="532" y="196"/>
                    <a:pt x="504" y="127"/>
                    <a:pt x="454" y="78"/>
                  </a:cubicBezTo>
                  <a:cubicBezTo>
                    <a:pt x="404" y="29"/>
                    <a:pt x="336" y="0"/>
                    <a:pt x="2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4" name="Google Shape;2025;p58">
              <a:extLst>
                <a:ext uri="{FF2B5EF4-FFF2-40B4-BE49-F238E27FC236}">
                  <a16:creationId xmlns:a16="http://schemas.microsoft.com/office/drawing/2014/main" id="{571BB7E0-A643-4141-8847-5CED31689F5B}"/>
                </a:ext>
              </a:extLst>
            </p:cNvPr>
            <p:cNvSpPr/>
            <p:nvPr/>
          </p:nvSpPr>
          <p:spPr>
            <a:xfrm>
              <a:off x="1535358" y="1985342"/>
              <a:ext cx="17645" cy="17645"/>
            </a:xfrm>
            <a:custGeom>
              <a:avLst/>
              <a:gdLst/>
              <a:ahLst/>
              <a:cxnLst/>
              <a:rect l="l" t="t" r="r" b="b"/>
              <a:pathLst>
                <a:path w="532" h="532" extrusionOk="0">
                  <a:moveTo>
                    <a:pt x="265" y="0"/>
                  </a:moveTo>
                  <a:cubicBezTo>
                    <a:pt x="195" y="0"/>
                    <a:pt x="127" y="29"/>
                    <a:pt x="77" y="78"/>
                  </a:cubicBezTo>
                  <a:cubicBezTo>
                    <a:pt x="28" y="127"/>
                    <a:pt x="0" y="196"/>
                    <a:pt x="0" y="266"/>
                  </a:cubicBezTo>
                  <a:cubicBezTo>
                    <a:pt x="0" y="336"/>
                    <a:pt x="28" y="404"/>
                    <a:pt x="77" y="454"/>
                  </a:cubicBezTo>
                  <a:cubicBezTo>
                    <a:pt x="127" y="503"/>
                    <a:pt x="195" y="532"/>
                    <a:pt x="265" y="532"/>
                  </a:cubicBezTo>
                  <a:cubicBezTo>
                    <a:pt x="335" y="532"/>
                    <a:pt x="404" y="503"/>
                    <a:pt x="453" y="454"/>
                  </a:cubicBezTo>
                  <a:cubicBezTo>
                    <a:pt x="503" y="405"/>
                    <a:pt x="531" y="336"/>
                    <a:pt x="531" y="266"/>
                  </a:cubicBezTo>
                  <a:cubicBezTo>
                    <a:pt x="531" y="196"/>
                    <a:pt x="503" y="127"/>
                    <a:pt x="453" y="78"/>
                  </a:cubicBezTo>
                  <a:cubicBezTo>
                    <a:pt x="404" y="29"/>
                    <a:pt x="335" y="0"/>
                    <a:pt x="2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5" name="Google Shape;2026;p58">
              <a:extLst>
                <a:ext uri="{FF2B5EF4-FFF2-40B4-BE49-F238E27FC236}">
                  <a16:creationId xmlns:a16="http://schemas.microsoft.com/office/drawing/2014/main" id="{AE8E3577-EAFA-4839-903D-6415226A81F0}"/>
                </a:ext>
              </a:extLst>
            </p:cNvPr>
            <p:cNvSpPr/>
            <p:nvPr/>
          </p:nvSpPr>
          <p:spPr>
            <a:xfrm>
              <a:off x="1403186" y="1571776"/>
              <a:ext cx="17678" cy="17678"/>
            </a:xfrm>
            <a:custGeom>
              <a:avLst/>
              <a:gdLst/>
              <a:ahLst/>
              <a:cxnLst/>
              <a:rect l="l" t="t" r="r" b="b"/>
              <a:pathLst>
                <a:path w="533" h="533" extrusionOk="0">
                  <a:moveTo>
                    <a:pt x="266" y="0"/>
                  </a:moveTo>
                  <a:cubicBezTo>
                    <a:pt x="196" y="0"/>
                    <a:pt x="128" y="28"/>
                    <a:pt x="79" y="78"/>
                  </a:cubicBezTo>
                  <a:cubicBezTo>
                    <a:pt x="28" y="128"/>
                    <a:pt x="0" y="195"/>
                    <a:pt x="0" y="266"/>
                  </a:cubicBezTo>
                  <a:cubicBezTo>
                    <a:pt x="0" y="336"/>
                    <a:pt x="28" y="405"/>
                    <a:pt x="79" y="454"/>
                  </a:cubicBezTo>
                  <a:cubicBezTo>
                    <a:pt x="128" y="503"/>
                    <a:pt x="197" y="532"/>
                    <a:pt x="266" y="532"/>
                  </a:cubicBezTo>
                  <a:cubicBezTo>
                    <a:pt x="336" y="532"/>
                    <a:pt x="404" y="503"/>
                    <a:pt x="454" y="454"/>
                  </a:cubicBezTo>
                  <a:cubicBezTo>
                    <a:pt x="504" y="405"/>
                    <a:pt x="532" y="336"/>
                    <a:pt x="532" y="266"/>
                  </a:cubicBezTo>
                  <a:cubicBezTo>
                    <a:pt x="532" y="195"/>
                    <a:pt x="504" y="128"/>
                    <a:pt x="454" y="78"/>
                  </a:cubicBezTo>
                  <a:cubicBezTo>
                    <a:pt x="405" y="28"/>
                    <a:pt x="336" y="0"/>
                    <a:pt x="2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6" name="Google Shape;2027;p58">
              <a:extLst>
                <a:ext uri="{FF2B5EF4-FFF2-40B4-BE49-F238E27FC236}">
                  <a16:creationId xmlns:a16="http://schemas.microsoft.com/office/drawing/2014/main" id="{E1B65C57-8245-4A90-A83A-5D90F897E875}"/>
                </a:ext>
              </a:extLst>
            </p:cNvPr>
            <p:cNvSpPr/>
            <p:nvPr/>
          </p:nvSpPr>
          <p:spPr>
            <a:xfrm>
              <a:off x="1438608" y="1571776"/>
              <a:ext cx="17678" cy="17678"/>
            </a:xfrm>
            <a:custGeom>
              <a:avLst/>
              <a:gdLst/>
              <a:ahLst/>
              <a:cxnLst/>
              <a:rect l="l" t="t" r="r" b="b"/>
              <a:pathLst>
                <a:path w="533" h="533" extrusionOk="0">
                  <a:moveTo>
                    <a:pt x="266" y="0"/>
                  </a:moveTo>
                  <a:cubicBezTo>
                    <a:pt x="196" y="0"/>
                    <a:pt x="128" y="28"/>
                    <a:pt x="78" y="78"/>
                  </a:cubicBezTo>
                  <a:cubicBezTo>
                    <a:pt x="29" y="128"/>
                    <a:pt x="0" y="195"/>
                    <a:pt x="0" y="266"/>
                  </a:cubicBezTo>
                  <a:cubicBezTo>
                    <a:pt x="0" y="336"/>
                    <a:pt x="29" y="405"/>
                    <a:pt x="78" y="454"/>
                  </a:cubicBezTo>
                  <a:cubicBezTo>
                    <a:pt x="128" y="503"/>
                    <a:pt x="196" y="532"/>
                    <a:pt x="266" y="532"/>
                  </a:cubicBezTo>
                  <a:cubicBezTo>
                    <a:pt x="337" y="532"/>
                    <a:pt x="405" y="503"/>
                    <a:pt x="455" y="454"/>
                  </a:cubicBezTo>
                  <a:cubicBezTo>
                    <a:pt x="504" y="405"/>
                    <a:pt x="532" y="336"/>
                    <a:pt x="532" y="266"/>
                  </a:cubicBezTo>
                  <a:cubicBezTo>
                    <a:pt x="532" y="196"/>
                    <a:pt x="504" y="128"/>
                    <a:pt x="455" y="78"/>
                  </a:cubicBezTo>
                  <a:cubicBezTo>
                    <a:pt x="405" y="28"/>
                    <a:pt x="337" y="0"/>
                    <a:pt x="2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7" name="Google Shape;2028;p58">
              <a:extLst>
                <a:ext uri="{FF2B5EF4-FFF2-40B4-BE49-F238E27FC236}">
                  <a16:creationId xmlns:a16="http://schemas.microsoft.com/office/drawing/2014/main" id="{E3AC45FD-76A0-47FC-8B73-A44CACB40903}"/>
                </a:ext>
              </a:extLst>
            </p:cNvPr>
            <p:cNvSpPr/>
            <p:nvPr/>
          </p:nvSpPr>
          <p:spPr>
            <a:xfrm>
              <a:off x="1474065" y="1571776"/>
              <a:ext cx="17645" cy="17678"/>
            </a:xfrm>
            <a:custGeom>
              <a:avLst/>
              <a:gdLst/>
              <a:ahLst/>
              <a:cxnLst/>
              <a:rect l="l" t="t" r="r" b="b"/>
              <a:pathLst>
                <a:path w="532" h="533" extrusionOk="0">
                  <a:moveTo>
                    <a:pt x="266" y="0"/>
                  </a:moveTo>
                  <a:cubicBezTo>
                    <a:pt x="196" y="0"/>
                    <a:pt x="127" y="28"/>
                    <a:pt x="78" y="78"/>
                  </a:cubicBezTo>
                  <a:cubicBezTo>
                    <a:pt x="29" y="128"/>
                    <a:pt x="0" y="196"/>
                    <a:pt x="0" y="266"/>
                  </a:cubicBezTo>
                  <a:cubicBezTo>
                    <a:pt x="0" y="336"/>
                    <a:pt x="29" y="405"/>
                    <a:pt x="78" y="454"/>
                  </a:cubicBezTo>
                  <a:cubicBezTo>
                    <a:pt x="127" y="503"/>
                    <a:pt x="196" y="532"/>
                    <a:pt x="266" y="532"/>
                  </a:cubicBezTo>
                  <a:cubicBezTo>
                    <a:pt x="336" y="532"/>
                    <a:pt x="405" y="503"/>
                    <a:pt x="454" y="454"/>
                  </a:cubicBezTo>
                  <a:cubicBezTo>
                    <a:pt x="503" y="405"/>
                    <a:pt x="532" y="336"/>
                    <a:pt x="532" y="266"/>
                  </a:cubicBezTo>
                  <a:cubicBezTo>
                    <a:pt x="532" y="195"/>
                    <a:pt x="503" y="128"/>
                    <a:pt x="454" y="78"/>
                  </a:cubicBezTo>
                  <a:cubicBezTo>
                    <a:pt x="405" y="28"/>
                    <a:pt x="336" y="0"/>
                    <a:pt x="2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8" name="Google Shape;2029;p58">
              <a:extLst>
                <a:ext uri="{FF2B5EF4-FFF2-40B4-BE49-F238E27FC236}">
                  <a16:creationId xmlns:a16="http://schemas.microsoft.com/office/drawing/2014/main" id="{C6BDC071-3D06-4EF8-A510-89178A6CFB60}"/>
                </a:ext>
              </a:extLst>
            </p:cNvPr>
            <p:cNvSpPr/>
            <p:nvPr/>
          </p:nvSpPr>
          <p:spPr>
            <a:xfrm>
              <a:off x="1246535" y="1431576"/>
              <a:ext cx="525871" cy="601957"/>
            </a:xfrm>
            <a:custGeom>
              <a:avLst/>
              <a:gdLst/>
              <a:ahLst/>
              <a:cxnLst/>
              <a:rect l="l" t="t" r="r" b="b"/>
              <a:pathLst>
                <a:path w="15855" h="18149" extrusionOk="0">
                  <a:moveTo>
                    <a:pt x="6931" y="1864"/>
                  </a:moveTo>
                  <a:cubicBezTo>
                    <a:pt x="6946" y="1864"/>
                    <a:pt x="6963" y="1865"/>
                    <a:pt x="6978" y="1865"/>
                  </a:cubicBezTo>
                  <a:lnTo>
                    <a:pt x="6978" y="2585"/>
                  </a:lnTo>
                  <a:lnTo>
                    <a:pt x="5137" y="2585"/>
                  </a:lnTo>
                  <a:lnTo>
                    <a:pt x="5137" y="1865"/>
                  </a:lnTo>
                  <a:cubicBezTo>
                    <a:pt x="5153" y="1864"/>
                    <a:pt x="5169" y="1864"/>
                    <a:pt x="5185" y="1864"/>
                  </a:cubicBezTo>
                  <a:close/>
                  <a:moveTo>
                    <a:pt x="15323" y="532"/>
                  </a:moveTo>
                  <a:lnTo>
                    <a:pt x="15323" y="3925"/>
                  </a:lnTo>
                  <a:lnTo>
                    <a:pt x="11009" y="3925"/>
                  </a:lnTo>
                  <a:cubicBezTo>
                    <a:pt x="10933" y="3925"/>
                    <a:pt x="10860" y="3958"/>
                    <a:pt x="10809" y="4016"/>
                  </a:cubicBezTo>
                  <a:lnTo>
                    <a:pt x="10263" y="4640"/>
                  </a:lnTo>
                  <a:lnTo>
                    <a:pt x="10263" y="532"/>
                  </a:lnTo>
                  <a:close/>
                  <a:moveTo>
                    <a:pt x="11140" y="6825"/>
                  </a:moveTo>
                  <a:cubicBezTo>
                    <a:pt x="11384" y="6825"/>
                    <a:pt x="11583" y="7023"/>
                    <a:pt x="11583" y="7268"/>
                  </a:cubicBezTo>
                  <a:lnTo>
                    <a:pt x="11583" y="9382"/>
                  </a:lnTo>
                  <a:cubicBezTo>
                    <a:pt x="11583" y="9626"/>
                    <a:pt x="11384" y="9824"/>
                    <a:pt x="11140" y="9824"/>
                  </a:cubicBezTo>
                  <a:lnTo>
                    <a:pt x="10986" y="9824"/>
                  </a:lnTo>
                  <a:cubicBezTo>
                    <a:pt x="10995" y="9711"/>
                    <a:pt x="11000" y="9595"/>
                    <a:pt x="11000" y="9479"/>
                  </a:cubicBezTo>
                  <a:lnTo>
                    <a:pt x="11000" y="6825"/>
                  </a:lnTo>
                  <a:close/>
                  <a:moveTo>
                    <a:pt x="8826" y="5935"/>
                  </a:moveTo>
                  <a:cubicBezTo>
                    <a:pt x="9221" y="5935"/>
                    <a:pt x="9543" y="6256"/>
                    <a:pt x="9543" y="6651"/>
                  </a:cubicBezTo>
                  <a:lnTo>
                    <a:pt x="9543" y="9287"/>
                  </a:lnTo>
                  <a:cubicBezTo>
                    <a:pt x="9543" y="9681"/>
                    <a:pt x="9222" y="10003"/>
                    <a:pt x="8826" y="10003"/>
                  </a:cubicBezTo>
                  <a:lnTo>
                    <a:pt x="8245" y="10003"/>
                  </a:lnTo>
                  <a:cubicBezTo>
                    <a:pt x="8153" y="9545"/>
                    <a:pt x="7747" y="9200"/>
                    <a:pt x="7263" y="9200"/>
                  </a:cubicBezTo>
                  <a:lnTo>
                    <a:pt x="4940" y="9200"/>
                  </a:lnTo>
                  <a:cubicBezTo>
                    <a:pt x="4454" y="9200"/>
                    <a:pt x="4049" y="9545"/>
                    <a:pt x="3957" y="10003"/>
                  </a:cubicBezTo>
                  <a:lnTo>
                    <a:pt x="3376" y="10003"/>
                  </a:lnTo>
                  <a:cubicBezTo>
                    <a:pt x="2981" y="10003"/>
                    <a:pt x="2660" y="9681"/>
                    <a:pt x="2660" y="9287"/>
                  </a:cubicBezTo>
                  <a:lnTo>
                    <a:pt x="2660" y="6651"/>
                  </a:lnTo>
                  <a:cubicBezTo>
                    <a:pt x="2660" y="6256"/>
                    <a:pt x="2981" y="5935"/>
                    <a:pt x="3376" y="5935"/>
                  </a:cubicBezTo>
                  <a:close/>
                  <a:moveTo>
                    <a:pt x="7263" y="9731"/>
                  </a:moveTo>
                  <a:cubicBezTo>
                    <a:pt x="7522" y="9731"/>
                    <a:pt x="7734" y="9942"/>
                    <a:pt x="7734" y="10202"/>
                  </a:cubicBezTo>
                  <a:cubicBezTo>
                    <a:pt x="7734" y="10462"/>
                    <a:pt x="7522" y="10673"/>
                    <a:pt x="7263" y="10673"/>
                  </a:cubicBezTo>
                  <a:lnTo>
                    <a:pt x="4940" y="10673"/>
                  </a:lnTo>
                  <a:cubicBezTo>
                    <a:pt x="4680" y="10673"/>
                    <a:pt x="4469" y="10462"/>
                    <a:pt x="4469" y="10202"/>
                  </a:cubicBezTo>
                  <a:cubicBezTo>
                    <a:pt x="4469" y="9942"/>
                    <a:pt x="4680" y="9731"/>
                    <a:pt x="4940" y="9731"/>
                  </a:cubicBezTo>
                  <a:close/>
                  <a:moveTo>
                    <a:pt x="2619" y="2962"/>
                  </a:moveTo>
                  <a:lnTo>
                    <a:pt x="2619" y="5660"/>
                  </a:lnTo>
                  <a:cubicBezTo>
                    <a:pt x="2321" y="5889"/>
                    <a:pt x="2128" y="6248"/>
                    <a:pt x="2128" y="6651"/>
                  </a:cubicBezTo>
                  <a:lnTo>
                    <a:pt x="2128" y="9287"/>
                  </a:lnTo>
                  <a:cubicBezTo>
                    <a:pt x="2128" y="9691"/>
                    <a:pt x="2321" y="10050"/>
                    <a:pt x="2619" y="10278"/>
                  </a:cubicBezTo>
                  <a:lnTo>
                    <a:pt x="2619" y="11900"/>
                  </a:lnTo>
                  <a:cubicBezTo>
                    <a:pt x="2017" y="11269"/>
                    <a:pt x="1646" y="10417"/>
                    <a:pt x="1646" y="9479"/>
                  </a:cubicBezTo>
                  <a:lnTo>
                    <a:pt x="1646" y="5383"/>
                  </a:lnTo>
                  <a:cubicBezTo>
                    <a:pt x="1646" y="4446"/>
                    <a:pt x="2017" y="3594"/>
                    <a:pt x="2619" y="2962"/>
                  </a:cubicBezTo>
                  <a:close/>
                  <a:moveTo>
                    <a:pt x="7510" y="1911"/>
                  </a:moveTo>
                  <a:cubicBezTo>
                    <a:pt x="8044" y="1999"/>
                    <a:pt x="8539" y="2207"/>
                    <a:pt x="8965" y="2506"/>
                  </a:cubicBezTo>
                  <a:lnTo>
                    <a:pt x="8965" y="3403"/>
                  </a:lnTo>
                  <a:cubicBezTo>
                    <a:pt x="8965" y="3550"/>
                    <a:pt x="9083" y="3669"/>
                    <a:pt x="9230" y="3669"/>
                  </a:cubicBezTo>
                  <a:cubicBezTo>
                    <a:pt x="9378" y="3669"/>
                    <a:pt x="9496" y="3550"/>
                    <a:pt x="9496" y="3403"/>
                  </a:cubicBezTo>
                  <a:lnTo>
                    <a:pt x="9496" y="2962"/>
                  </a:lnTo>
                  <a:cubicBezTo>
                    <a:pt x="9579" y="3050"/>
                    <a:pt x="9657" y="3140"/>
                    <a:pt x="9730" y="3234"/>
                  </a:cubicBezTo>
                  <a:lnTo>
                    <a:pt x="9730" y="5128"/>
                  </a:lnTo>
                  <a:cubicBezTo>
                    <a:pt x="9730" y="5386"/>
                    <a:pt x="9898" y="5503"/>
                    <a:pt x="10054" y="5503"/>
                  </a:cubicBezTo>
                  <a:cubicBezTo>
                    <a:pt x="10126" y="5503"/>
                    <a:pt x="10235" y="5478"/>
                    <a:pt x="10340" y="5358"/>
                  </a:cubicBezTo>
                  <a:lnTo>
                    <a:pt x="10464" y="5216"/>
                  </a:lnTo>
                  <a:cubicBezTo>
                    <a:pt x="10467" y="5272"/>
                    <a:pt x="10468" y="5327"/>
                    <a:pt x="10468" y="5383"/>
                  </a:cubicBezTo>
                  <a:lnTo>
                    <a:pt x="10468" y="9479"/>
                  </a:lnTo>
                  <a:lnTo>
                    <a:pt x="10469" y="9479"/>
                  </a:lnTo>
                  <a:cubicBezTo>
                    <a:pt x="10469" y="10416"/>
                    <a:pt x="10098" y="11269"/>
                    <a:pt x="9497" y="11900"/>
                  </a:cubicBezTo>
                  <a:lnTo>
                    <a:pt x="9497" y="10339"/>
                  </a:lnTo>
                  <a:cubicBezTo>
                    <a:pt x="9844" y="10117"/>
                    <a:pt x="10075" y="9729"/>
                    <a:pt x="10075" y="9286"/>
                  </a:cubicBezTo>
                  <a:lnTo>
                    <a:pt x="10075" y="6651"/>
                  </a:lnTo>
                  <a:cubicBezTo>
                    <a:pt x="10075" y="6210"/>
                    <a:pt x="9844" y="5821"/>
                    <a:pt x="9497" y="5599"/>
                  </a:cubicBezTo>
                  <a:lnTo>
                    <a:pt x="9497" y="4892"/>
                  </a:lnTo>
                  <a:cubicBezTo>
                    <a:pt x="9497" y="4745"/>
                    <a:pt x="9378" y="4626"/>
                    <a:pt x="9231" y="4626"/>
                  </a:cubicBezTo>
                  <a:cubicBezTo>
                    <a:pt x="9083" y="4626"/>
                    <a:pt x="8965" y="4745"/>
                    <a:pt x="8965" y="4892"/>
                  </a:cubicBezTo>
                  <a:lnTo>
                    <a:pt x="8965" y="5411"/>
                  </a:lnTo>
                  <a:cubicBezTo>
                    <a:pt x="8919" y="5406"/>
                    <a:pt x="8873" y="5403"/>
                    <a:pt x="8826" y="5403"/>
                  </a:cubicBezTo>
                  <a:lnTo>
                    <a:pt x="3376" y="5403"/>
                  </a:lnTo>
                  <a:cubicBezTo>
                    <a:pt x="3299" y="5403"/>
                    <a:pt x="3223" y="5410"/>
                    <a:pt x="3151" y="5424"/>
                  </a:cubicBezTo>
                  <a:lnTo>
                    <a:pt x="3151" y="2504"/>
                  </a:lnTo>
                  <a:cubicBezTo>
                    <a:pt x="3577" y="2207"/>
                    <a:pt x="4070" y="1999"/>
                    <a:pt x="4605" y="1911"/>
                  </a:cubicBezTo>
                  <a:lnTo>
                    <a:pt x="4605" y="2608"/>
                  </a:lnTo>
                  <a:cubicBezTo>
                    <a:pt x="4605" y="2888"/>
                    <a:pt x="4833" y="3115"/>
                    <a:pt x="5114" y="3115"/>
                  </a:cubicBezTo>
                  <a:lnTo>
                    <a:pt x="7001" y="3115"/>
                  </a:lnTo>
                  <a:cubicBezTo>
                    <a:pt x="7282" y="3115"/>
                    <a:pt x="7510" y="2887"/>
                    <a:pt x="7510" y="2608"/>
                  </a:cubicBezTo>
                  <a:lnTo>
                    <a:pt x="7510" y="1911"/>
                  </a:lnTo>
                  <a:close/>
                  <a:moveTo>
                    <a:pt x="3151" y="10514"/>
                  </a:moveTo>
                  <a:cubicBezTo>
                    <a:pt x="3223" y="10527"/>
                    <a:pt x="3299" y="10535"/>
                    <a:pt x="3376" y="10535"/>
                  </a:cubicBezTo>
                  <a:lnTo>
                    <a:pt x="3993" y="10535"/>
                  </a:lnTo>
                  <a:cubicBezTo>
                    <a:pt x="4131" y="10925"/>
                    <a:pt x="4504" y="11205"/>
                    <a:pt x="4939" y="11205"/>
                  </a:cubicBezTo>
                  <a:lnTo>
                    <a:pt x="7263" y="11205"/>
                  </a:lnTo>
                  <a:cubicBezTo>
                    <a:pt x="7699" y="11205"/>
                    <a:pt x="8071" y="10925"/>
                    <a:pt x="8208" y="10535"/>
                  </a:cubicBezTo>
                  <a:lnTo>
                    <a:pt x="8826" y="10535"/>
                  </a:lnTo>
                  <a:cubicBezTo>
                    <a:pt x="8873" y="10535"/>
                    <a:pt x="8919" y="10533"/>
                    <a:pt x="8965" y="10527"/>
                  </a:cubicBezTo>
                  <a:lnTo>
                    <a:pt x="8965" y="12357"/>
                  </a:lnTo>
                  <a:cubicBezTo>
                    <a:pt x="8389" y="12761"/>
                    <a:pt x="7688" y="12999"/>
                    <a:pt x="6931" y="12999"/>
                  </a:cubicBezTo>
                  <a:lnTo>
                    <a:pt x="5185" y="12999"/>
                  </a:lnTo>
                  <a:cubicBezTo>
                    <a:pt x="4428" y="12999"/>
                    <a:pt x="3727" y="12761"/>
                    <a:pt x="3151" y="12357"/>
                  </a:cubicBezTo>
                  <a:lnTo>
                    <a:pt x="3151" y="10514"/>
                  </a:lnTo>
                  <a:close/>
                  <a:moveTo>
                    <a:pt x="7516" y="13489"/>
                  </a:moveTo>
                  <a:lnTo>
                    <a:pt x="7516" y="14261"/>
                  </a:lnTo>
                  <a:lnTo>
                    <a:pt x="4599" y="14261"/>
                  </a:lnTo>
                  <a:lnTo>
                    <a:pt x="4599" y="13489"/>
                  </a:lnTo>
                  <a:cubicBezTo>
                    <a:pt x="4790" y="13515"/>
                    <a:pt x="4986" y="13531"/>
                    <a:pt x="5185" y="13531"/>
                  </a:cubicBezTo>
                  <a:lnTo>
                    <a:pt x="6931" y="13531"/>
                  </a:lnTo>
                  <a:cubicBezTo>
                    <a:pt x="7129" y="13531"/>
                    <a:pt x="7325" y="13515"/>
                    <a:pt x="7516" y="13489"/>
                  </a:cubicBezTo>
                  <a:close/>
                  <a:moveTo>
                    <a:pt x="9365" y="16295"/>
                  </a:moveTo>
                  <a:cubicBezTo>
                    <a:pt x="9631" y="16295"/>
                    <a:pt x="9849" y="16509"/>
                    <a:pt x="9849" y="16774"/>
                  </a:cubicBezTo>
                  <a:lnTo>
                    <a:pt x="9849" y="17618"/>
                  </a:lnTo>
                  <a:lnTo>
                    <a:pt x="2267" y="17618"/>
                  </a:lnTo>
                  <a:lnTo>
                    <a:pt x="2267" y="16774"/>
                  </a:lnTo>
                  <a:cubicBezTo>
                    <a:pt x="2267" y="16509"/>
                    <a:pt x="2483" y="16295"/>
                    <a:pt x="2750" y="16295"/>
                  </a:cubicBezTo>
                  <a:close/>
                  <a:moveTo>
                    <a:pt x="10215" y="0"/>
                  </a:moveTo>
                  <a:cubicBezTo>
                    <a:pt x="9948" y="0"/>
                    <a:pt x="9731" y="217"/>
                    <a:pt x="9731" y="484"/>
                  </a:cubicBezTo>
                  <a:lnTo>
                    <a:pt x="9731" y="2447"/>
                  </a:lnTo>
                  <a:cubicBezTo>
                    <a:pt x="9001" y="1757"/>
                    <a:pt x="8014" y="1332"/>
                    <a:pt x="6931" y="1332"/>
                  </a:cubicBezTo>
                  <a:lnTo>
                    <a:pt x="5185" y="1332"/>
                  </a:lnTo>
                  <a:cubicBezTo>
                    <a:pt x="2940" y="1332"/>
                    <a:pt x="1115" y="3149"/>
                    <a:pt x="1115" y="5383"/>
                  </a:cubicBezTo>
                  <a:lnTo>
                    <a:pt x="1115" y="6293"/>
                  </a:lnTo>
                  <a:lnTo>
                    <a:pt x="975" y="6293"/>
                  </a:lnTo>
                  <a:cubicBezTo>
                    <a:pt x="438" y="6293"/>
                    <a:pt x="0" y="6731"/>
                    <a:pt x="0" y="7268"/>
                  </a:cubicBezTo>
                  <a:lnTo>
                    <a:pt x="0" y="7657"/>
                  </a:lnTo>
                  <a:cubicBezTo>
                    <a:pt x="0" y="7803"/>
                    <a:pt x="120" y="7923"/>
                    <a:pt x="266" y="7923"/>
                  </a:cubicBezTo>
                  <a:cubicBezTo>
                    <a:pt x="413" y="7923"/>
                    <a:pt x="532" y="7803"/>
                    <a:pt x="532" y="7657"/>
                  </a:cubicBezTo>
                  <a:lnTo>
                    <a:pt x="532" y="7269"/>
                  </a:lnTo>
                  <a:cubicBezTo>
                    <a:pt x="532" y="7024"/>
                    <a:pt x="730" y="6825"/>
                    <a:pt x="975" y="6825"/>
                  </a:cubicBezTo>
                  <a:lnTo>
                    <a:pt x="1115" y="6825"/>
                  </a:lnTo>
                  <a:lnTo>
                    <a:pt x="1115" y="9479"/>
                  </a:lnTo>
                  <a:cubicBezTo>
                    <a:pt x="1115" y="9595"/>
                    <a:pt x="1120" y="9711"/>
                    <a:pt x="1130" y="9825"/>
                  </a:cubicBezTo>
                  <a:lnTo>
                    <a:pt x="975" y="9825"/>
                  </a:lnTo>
                  <a:cubicBezTo>
                    <a:pt x="730" y="9825"/>
                    <a:pt x="532" y="9626"/>
                    <a:pt x="532" y="9382"/>
                  </a:cubicBezTo>
                  <a:lnTo>
                    <a:pt x="532" y="9040"/>
                  </a:lnTo>
                  <a:cubicBezTo>
                    <a:pt x="532" y="8893"/>
                    <a:pt x="413" y="8774"/>
                    <a:pt x="266" y="8774"/>
                  </a:cubicBezTo>
                  <a:cubicBezTo>
                    <a:pt x="120" y="8774"/>
                    <a:pt x="0" y="8893"/>
                    <a:pt x="0" y="9040"/>
                  </a:cubicBezTo>
                  <a:lnTo>
                    <a:pt x="0" y="9382"/>
                  </a:lnTo>
                  <a:cubicBezTo>
                    <a:pt x="0" y="9920"/>
                    <a:pt x="438" y="10356"/>
                    <a:pt x="975" y="10356"/>
                  </a:cubicBezTo>
                  <a:lnTo>
                    <a:pt x="1211" y="10356"/>
                  </a:lnTo>
                  <a:cubicBezTo>
                    <a:pt x="1534" y="11808"/>
                    <a:pt x="2642" y="12970"/>
                    <a:pt x="4067" y="13376"/>
                  </a:cubicBezTo>
                  <a:lnTo>
                    <a:pt x="4067" y="14261"/>
                  </a:lnTo>
                  <a:lnTo>
                    <a:pt x="1363" y="14261"/>
                  </a:lnTo>
                  <a:cubicBezTo>
                    <a:pt x="630" y="14261"/>
                    <a:pt x="33" y="14854"/>
                    <a:pt x="33" y="15585"/>
                  </a:cubicBezTo>
                  <a:lnTo>
                    <a:pt x="33" y="17883"/>
                  </a:lnTo>
                  <a:cubicBezTo>
                    <a:pt x="33" y="18030"/>
                    <a:pt x="152" y="18149"/>
                    <a:pt x="299" y="18149"/>
                  </a:cubicBezTo>
                  <a:lnTo>
                    <a:pt x="11816" y="18149"/>
                  </a:lnTo>
                  <a:cubicBezTo>
                    <a:pt x="11963" y="18149"/>
                    <a:pt x="12082" y="18030"/>
                    <a:pt x="12082" y="17883"/>
                  </a:cubicBezTo>
                  <a:lnTo>
                    <a:pt x="12082" y="15585"/>
                  </a:lnTo>
                  <a:cubicBezTo>
                    <a:pt x="12082" y="14854"/>
                    <a:pt x="11486" y="14261"/>
                    <a:pt x="10753" y="14261"/>
                  </a:cubicBezTo>
                  <a:lnTo>
                    <a:pt x="10054" y="14261"/>
                  </a:lnTo>
                  <a:cubicBezTo>
                    <a:pt x="9908" y="14261"/>
                    <a:pt x="9788" y="14380"/>
                    <a:pt x="9788" y="14527"/>
                  </a:cubicBezTo>
                  <a:cubicBezTo>
                    <a:pt x="9788" y="14673"/>
                    <a:pt x="9908" y="14793"/>
                    <a:pt x="10054" y="14793"/>
                  </a:cubicBezTo>
                  <a:lnTo>
                    <a:pt x="10753" y="14793"/>
                  </a:lnTo>
                  <a:cubicBezTo>
                    <a:pt x="11192" y="14793"/>
                    <a:pt x="11550" y="15148"/>
                    <a:pt x="11550" y="15584"/>
                  </a:cubicBezTo>
                  <a:lnTo>
                    <a:pt x="11550" y="17617"/>
                  </a:lnTo>
                  <a:lnTo>
                    <a:pt x="10380" y="17617"/>
                  </a:lnTo>
                  <a:lnTo>
                    <a:pt x="10380" y="16774"/>
                  </a:lnTo>
                  <a:cubicBezTo>
                    <a:pt x="10380" y="16216"/>
                    <a:pt x="9925" y="15762"/>
                    <a:pt x="9364" y="15762"/>
                  </a:cubicBezTo>
                  <a:lnTo>
                    <a:pt x="2750" y="15762"/>
                  </a:lnTo>
                  <a:cubicBezTo>
                    <a:pt x="2191" y="15762"/>
                    <a:pt x="1735" y="16216"/>
                    <a:pt x="1735" y="16774"/>
                  </a:cubicBezTo>
                  <a:lnTo>
                    <a:pt x="1735" y="17617"/>
                  </a:lnTo>
                  <a:lnTo>
                    <a:pt x="564" y="17617"/>
                  </a:lnTo>
                  <a:lnTo>
                    <a:pt x="564" y="15584"/>
                  </a:lnTo>
                  <a:cubicBezTo>
                    <a:pt x="564" y="15148"/>
                    <a:pt x="923" y="14793"/>
                    <a:pt x="1363" y="14793"/>
                  </a:cubicBezTo>
                  <a:lnTo>
                    <a:pt x="8495" y="14793"/>
                  </a:lnTo>
                  <a:cubicBezTo>
                    <a:pt x="8642" y="14793"/>
                    <a:pt x="8761" y="14673"/>
                    <a:pt x="8761" y="14527"/>
                  </a:cubicBezTo>
                  <a:cubicBezTo>
                    <a:pt x="8761" y="14380"/>
                    <a:pt x="8642" y="14261"/>
                    <a:pt x="8495" y="14261"/>
                  </a:cubicBezTo>
                  <a:lnTo>
                    <a:pt x="8048" y="14261"/>
                  </a:lnTo>
                  <a:lnTo>
                    <a:pt x="8048" y="13375"/>
                  </a:lnTo>
                  <a:cubicBezTo>
                    <a:pt x="9473" y="12969"/>
                    <a:pt x="10581" y="11808"/>
                    <a:pt x="10904" y="10356"/>
                  </a:cubicBezTo>
                  <a:lnTo>
                    <a:pt x="11140" y="10356"/>
                  </a:lnTo>
                  <a:cubicBezTo>
                    <a:pt x="11678" y="10356"/>
                    <a:pt x="12115" y="9919"/>
                    <a:pt x="12115" y="9382"/>
                  </a:cubicBezTo>
                  <a:lnTo>
                    <a:pt x="12115" y="7268"/>
                  </a:lnTo>
                  <a:cubicBezTo>
                    <a:pt x="12115" y="6731"/>
                    <a:pt x="11678" y="6293"/>
                    <a:pt x="11140" y="6293"/>
                  </a:cubicBezTo>
                  <a:lnTo>
                    <a:pt x="11001" y="6293"/>
                  </a:lnTo>
                  <a:lnTo>
                    <a:pt x="11001" y="5383"/>
                  </a:lnTo>
                  <a:cubicBezTo>
                    <a:pt x="11001" y="5142"/>
                    <a:pt x="10978" y="4906"/>
                    <a:pt x="10937" y="4676"/>
                  </a:cubicBezTo>
                  <a:lnTo>
                    <a:pt x="11130" y="4457"/>
                  </a:lnTo>
                  <a:lnTo>
                    <a:pt x="15370" y="4457"/>
                  </a:lnTo>
                  <a:cubicBezTo>
                    <a:pt x="15637" y="4457"/>
                    <a:pt x="15854" y="4240"/>
                    <a:pt x="15854" y="3973"/>
                  </a:cubicBezTo>
                  <a:lnTo>
                    <a:pt x="15854" y="484"/>
                  </a:lnTo>
                  <a:cubicBezTo>
                    <a:pt x="15854" y="217"/>
                    <a:pt x="15637" y="0"/>
                    <a:pt x="153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9" name="Google Shape;2030;p58">
              <a:extLst>
                <a:ext uri="{FF2B5EF4-FFF2-40B4-BE49-F238E27FC236}">
                  <a16:creationId xmlns:a16="http://schemas.microsoft.com/office/drawing/2014/main" id="{B83F29AC-12D9-4421-9C01-735815C65C86}"/>
                </a:ext>
              </a:extLst>
            </p:cNvPr>
            <p:cNvSpPr/>
            <p:nvPr/>
          </p:nvSpPr>
          <p:spPr>
            <a:xfrm>
              <a:off x="1696552" y="1465541"/>
              <a:ext cx="39934" cy="17678"/>
            </a:xfrm>
            <a:custGeom>
              <a:avLst/>
              <a:gdLst/>
              <a:ahLst/>
              <a:cxnLst/>
              <a:rect l="l" t="t" r="r" b="b"/>
              <a:pathLst>
                <a:path w="1204" h="533" extrusionOk="0">
                  <a:moveTo>
                    <a:pt x="267" y="1"/>
                  </a:moveTo>
                  <a:cubicBezTo>
                    <a:pt x="120" y="1"/>
                    <a:pt x="1" y="120"/>
                    <a:pt x="1" y="267"/>
                  </a:cubicBezTo>
                  <a:cubicBezTo>
                    <a:pt x="1" y="414"/>
                    <a:pt x="120" y="533"/>
                    <a:pt x="267" y="533"/>
                  </a:cubicBezTo>
                  <a:lnTo>
                    <a:pt x="937" y="533"/>
                  </a:lnTo>
                  <a:cubicBezTo>
                    <a:pt x="1084" y="533"/>
                    <a:pt x="1203" y="414"/>
                    <a:pt x="1203" y="267"/>
                  </a:cubicBezTo>
                  <a:cubicBezTo>
                    <a:pt x="1203" y="120"/>
                    <a:pt x="1084" y="1"/>
                    <a:pt x="9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0" name="Google Shape;2031;p58">
              <a:extLst>
                <a:ext uri="{FF2B5EF4-FFF2-40B4-BE49-F238E27FC236}">
                  <a16:creationId xmlns:a16="http://schemas.microsoft.com/office/drawing/2014/main" id="{801DBDE1-F6A0-4196-BE84-5DC556A0D5AF}"/>
                </a:ext>
              </a:extLst>
            </p:cNvPr>
            <p:cNvSpPr/>
            <p:nvPr/>
          </p:nvSpPr>
          <p:spPr>
            <a:xfrm>
              <a:off x="1605209" y="1495922"/>
              <a:ext cx="131277" cy="17678"/>
            </a:xfrm>
            <a:custGeom>
              <a:avLst/>
              <a:gdLst/>
              <a:ahLst/>
              <a:cxnLst/>
              <a:rect l="l" t="t" r="r" b="b"/>
              <a:pathLst>
                <a:path w="3958" h="533" extrusionOk="0">
                  <a:moveTo>
                    <a:pt x="266" y="1"/>
                  </a:moveTo>
                  <a:cubicBezTo>
                    <a:pt x="119" y="1"/>
                    <a:pt x="0" y="120"/>
                    <a:pt x="0" y="267"/>
                  </a:cubicBezTo>
                  <a:cubicBezTo>
                    <a:pt x="0" y="414"/>
                    <a:pt x="119" y="533"/>
                    <a:pt x="266" y="533"/>
                  </a:cubicBezTo>
                  <a:lnTo>
                    <a:pt x="3691" y="533"/>
                  </a:lnTo>
                  <a:cubicBezTo>
                    <a:pt x="3838" y="533"/>
                    <a:pt x="3957" y="414"/>
                    <a:pt x="3957" y="267"/>
                  </a:cubicBezTo>
                  <a:cubicBezTo>
                    <a:pt x="3957" y="120"/>
                    <a:pt x="3838" y="1"/>
                    <a:pt x="36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1" name="Google Shape;2032;p58">
              <a:extLst>
                <a:ext uri="{FF2B5EF4-FFF2-40B4-BE49-F238E27FC236}">
                  <a16:creationId xmlns:a16="http://schemas.microsoft.com/office/drawing/2014/main" id="{2773FF3A-051B-4A83-95B3-E6847EC45087}"/>
                </a:ext>
              </a:extLst>
            </p:cNvPr>
            <p:cNvSpPr/>
            <p:nvPr/>
          </p:nvSpPr>
          <p:spPr>
            <a:xfrm>
              <a:off x="1605209" y="1527730"/>
              <a:ext cx="131277" cy="17678"/>
            </a:xfrm>
            <a:custGeom>
              <a:avLst/>
              <a:gdLst/>
              <a:ahLst/>
              <a:cxnLst/>
              <a:rect l="l" t="t" r="r" b="b"/>
              <a:pathLst>
                <a:path w="3958" h="533" extrusionOk="0">
                  <a:moveTo>
                    <a:pt x="266" y="1"/>
                  </a:moveTo>
                  <a:cubicBezTo>
                    <a:pt x="119" y="1"/>
                    <a:pt x="0" y="120"/>
                    <a:pt x="0" y="267"/>
                  </a:cubicBezTo>
                  <a:cubicBezTo>
                    <a:pt x="0" y="414"/>
                    <a:pt x="119" y="533"/>
                    <a:pt x="266" y="533"/>
                  </a:cubicBezTo>
                  <a:lnTo>
                    <a:pt x="3691" y="533"/>
                  </a:lnTo>
                  <a:cubicBezTo>
                    <a:pt x="3838" y="533"/>
                    <a:pt x="3957" y="414"/>
                    <a:pt x="3957" y="267"/>
                  </a:cubicBezTo>
                  <a:cubicBezTo>
                    <a:pt x="3957" y="120"/>
                    <a:pt x="3838" y="1"/>
                    <a:pt x="36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" name="Google Shape;2033;p58">
              <a:extLst>
                <a:ext uri="{FF2B5EF4-FFF2-40B4-BE49-F238E27FC236}">
                  <a16:creationId xmlns:a16="http://schemas.microsoft.com/office/drawing/2014/main" id="{C7AD7BBB-05BE-4EE1-8CB3-60410C1D407E}"/>
                </a:ext>
              </a:extLst>
            </p:cNvPr>
            <p:cNvSpPr/>
            <p:nvPr/>
          </p:nvSpPr>
          <p:spPr>
            <a:xfrm>
              <a:off x="1605209" y="1465541"/>
              <a:ext cx="79768" cy="17678"/>
            </a:xfrm>
            <a:custGeom>
              <a:avLst/>
              <a:gdLst/>
              <a:ahLst/>
              <a:cxnLst/>
              <a:rect l="l" t="t" r="r" b="b"/>
              <a:pathLst>
                <a:path w="2405" h="533" extrusionOk="0">
                  <a:moveTo>
                    <a:pt x="266" y="1"/>
                  </a:moveTo>
                  <a:cubicBezTo>
                    <a:pt x="119" y="1"/>
                    <a:pt x="0" y="120"/>
                    <a:pt x="0" y="267"/>
                  </a:cubicBezTo>
                  <a:cubicBezTo>
                    <a:pt x="0" y="414"/>
                    <a:pt x="119" y="533"/>
                    <a:pt x="266" y="533"/>
                  </a:cubicBezTo>
                  <a:lnTo>
                    <a:pt x="2139" y="533"/>
                  </a:lnTo>
                  <a:cubicBezTo>
                    <a:pt x="2286" y="533"/>
                    <a:pt x="2405" y="414"/>
                    <a:pt x="2405" y="267"/>
                  </a:cubicBezTo>
                  <a:cubicBezTo>
                    <a:pt x="2405" y="120"/>
                    <a:pt x="2286" y="1"/>
                    <a:pt x="21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33" name="Google Shape;2034;p58">
            <a:extLst>
              <a:ext uri="{FF2B5EF4-FFF2-40B4-BE49-F238E27FC236}">
                <a16:creationId xmlns:a16="http://schemas.microsoft.com/office/drawing/2014/main" id="{3DC0F971-C3D9-48F4-BEE6-B9EABFF60F8D}"/>
              </a:ext>
            </a:extLst>
          </p:cNvPr>
          <p:cNvGrpSpPr/>
          <p:nvPr/>
        </p:nvGrpSpPr>
        <p:grpSpPr>
          <a:xfrm>
            <a:off x="484218" y="3880347"/>
            <a:ext cx="364212" cy="457211"/>
            <a:chOff x="2636386" y="3145176"/>
            <a:chExt cx="478408" cy="601990"/>
          </a:xfrm>
        </p:grpSpPr>
        <p:sp>
          <p:nvSpPr>
            <p:cNvPr id="134" name="Google Shape;2035;p58">
              <a:extLst>
                <a:ext uri="{FF2B5EF4-FFF2-40B4-BE49-F238E27FC236}">
                  <a16:creationId xmlns:a16="http://schemas.microsoft.com/office/drawing/2014/main" id="{5589167C-2DFB-4F35-818F-295E29C94402}"/>
                </a:ext>
              </a:extLst>
            </p:cNvPr>
            <p:cNvSpPr/>
            <p:nvPr/>
          </p:nvSpPr>
          <p:spPr>
            <a:xfrm>
              <a:off x="2849653" y="3556785"/>
              <a:ext cx="51874" cy="17678"/>
            </a:xfrm>
            <a:custGeom>
              <a:avLst/>
              <a:gdLst/>
              <a:ahLst/>
              <a:cxnLst/>
              <a:rect l="l" t="t" r="r" b="b"/>
              <a:pathLst>
                <a:path w="1564" h="533" extrusionOk="0">
                  <a:moveTo>
                    <a:pt x="266" y="0"/>
                  </a:moveTo>
                  <a:cubicBezTo>
                    <a:pt x="119" y="0"/>
                    <a:pt x="0" y="119"/>
                    <a:pt x="0" y="266"/>
                  </a:cubicBezTo>
                  <a:cubicBezTo>
                    <a:pt x="0" y="413"/>
                    <a:pt x="119" y="532"/>
                    <a:pt x="266" y="532"/>
                  </a:cubicBezTo>
                  <a:lnTo>
                    <a:pt x="1297" y="532"/>
                  </a:lnTo>
                  <a:cubicBezTo>
                    <a:pt x="1444" y="532"/>
                    <a:pt x="1563" y="413"/>
                    <a:pt x="1563" y="266"/>
                  </a:cubicBezTo>
                  <a:cubicBezTo>
                    <a:pt x="1563" y="119"/>
                    <a:pt x="1444" y="0"/>
                    <a:pt x="12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" name="Google Shape;2036;p58">
              <a:extLst>
                <a:ext uri="{FF2B5EF4-FFF2-40B4-BE49-F238E27FC236}">
                  <a16:creationId xmlns:a16="http://schemas.microsoft.com/office/drawing/2014/main" id="{FF493A73-AEDB-475E-9936-0742BAB8A825}"/>
                </a:ext>
              </a:extLst>
            </p:cNvPr>
            <p:cNvSpPr/>
            <p:nvPr/>
          </p:nvSpPr>
          <p:spPr>
            <a:xfrm>
              <a:off x="2895093" y="3384513"/>
              <a:ext cx="120232" cy="79171"/>
            </a:xfrm>
            <a:custGeom>
              <a:avLst/>
              <a:gdLst/>
              <a:ahLst/>
              <a:cxnLst/>
              <a:rect l="l" t="t" r="r" b="b"/>
              <a:pathLst>
                <a:path w="3625" h="2387" extrusionOk="0">
                  <a:moveTo>
                    <a:pt x="1812" y="965"/>
                  </a:moveTo>
                  <a:cubicBezTo>
                    <a:pt x="1939" y="965"/>
                    <a:pt x="2041" y="1068"/>
                    <a:pt x="2041" y="1194"/>
                  </a:cubicBezTo>
                  <a:cubicBezTo>
                    <a:pt x="2041" y="1319"/>
                    <a:pt x="1939" y="1422"/>
                    <a:pt x="1812" y="1422"/>
                  </a:cubicBezTo>
                  <a:cubicBezTo>
                    <a:pt x="1685" y="1422"/>
                    <a:pt x="1582" y="1319"/>
                    <a:pt x="1582" y="1194"/>
                  </a:cubicBezTo>
                  <a:cubicBezTo>
                    <a:pt x="1582" y="1067"/>
                    <a:pt x="1685" y="965"/>
                    <a:pt x="1812" y="965"/>
                  </a:cubicBezTo>
                  <a:close/>
                  <a:moveTo>
                    <a:pt x="2306" y="617"/>
                  </a:moveTo>
                  <a:lnTo>
                    <a:pt x="2306" y="617"/>
                  </a:lnTo>
                  <a:cubicBezTo>
                    <a:pt x="2607" y="722"/>
                    <a:pt x="2870" y="921"/>
                    <a:pt x="3055" y="1194"/>
                  </a:cubicBezTo>
                  <a:cubicBezTo>
                    <a:pt x="2870" y="1466"/>
                    <a:pt x="2608" y="1665"/>
                    <a:pt x="2306" y="1770"/>
                  </a:cubicBezTo>
                  <a:cubicBezTo>
                    <a:pt x="2469" y="1630"/>
                    <a:pt x="2573" y="1424"/>
                    <a:pt x="2573" y="1193"/>
                  </a:cubicBezTo>
                  <a:cubicBezTo>
                    <a:pt x="2573" y="963"/>
                    <a:pt x="2469" y="757"/>
                    <a:pt x="2306" y="617"/>
                  </a:cubicBezTo>
                  <a:close/>
                  <a:moveTo>
                    <a:pt x="1317" y="617"/>
                  </a:moveTo>
                  <a:lnTo>
                    <a:pt x="1317" y="617"/>
                  </a:lnTo>
                  <a:cubicBezTo>
                    <a:pt x="1154" y="757"/>
                    <a:pt x="1050" y="963"/>
                    <a:pt x="1050" y="1194"/>
                  </a:cubicBezTo>
                  <a:cubicBezTo>
                    <a:pt x="1050" y="1424"/>
                    <a:pt x="1154" y="1631"/>
                    <a:pt x="1317" y="1771"/>
                  </a:cubicBezTo>
                  <a:cubicBezTo>
                    <a:pt x="1017" y="1666"/>
                    <a:pt x="754" y="1466"/>
                    <a:pt x="569" y="1194"/>
                  </a:cubicBezTo>
                  <a:cubicBezTo>
                    <a:pt x="754" y="921"/>
                    <a:pt x="1017" y="721"/>
                    <a:pt x="1317" y="617"/>
                  </a:cubicBezTo>
                  <a:close/>
                  <a:moveTo>
                    <a:pt x="1812" y="1"/>
                  </a:moveTo>
                  <a:cubicBezTo>
                    <a:pt x="1109" y="1"/>
                    <a:pt x="465" y="357"/>
                    <a:pt x="91" y="954"/>
                  </a:cubicBezTo>
                  <a:cubicBezTo>
                    <a:pt x="0" y="1100"/>
                    <a:pt x="0" y="1287"/>
                    <a:pt x="91" y="1433"/>
                  </a:cubicBezTo>
                  <a:cubicBezTo>
                    <a:pt x="465" y="2030"/>
                    <a:pt x="1109" y="2386"/>
                    <a:pt x="1812" y="2386"/>
                  </a:cubicBezTo>
                  <a:cubicBezTo>
                    <a:pt x="2516" y="2386"/>
                    <a:pt x="3158" y="2030"/>
                    <a:pt x="3532" y="1433"/>
                  </a:cubicBezTo>
                  <a:cubicBezTo>
                    <a:pt x="3624" y="1287"/>
                    <a:pt x="3624" y="1100"/>
                    <a:pt x="3532" y="954"/>
                  </a:cubicBezTo>
                  <a:cubicBezTo>
                    <a:pt x="3158" y="357"/>
                    <a:pt x="2515" y="1"/>
                    <a:pt x="18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6" name="Google Shape;2037;p58">
              <a:extLst>
                <a:ext uri="{FF2B5EF4-FFF2-40B4-BE49-F238E27FC236}">
                  <a16:creationId xmlns:a16="http://schemas.microsoft.com/office/drawing/2014/main" id="{8AB72B94-8E33-428A-A2BA-C6CA78BEF2D6}"/>
                </a:ext>
              </a:extLst>
            </p:cNvPr>
            <p:cNvSpPr/>
            <p:nvPr/>
          </p:nvSpPr>
          <p:spPr>
            <a:xfrm>
              <a:off x="2893335" y="3344745"/>
              <a:ext cx="115821" cy="29121"/>
            </a:xfrm>
            <a:custGeom>
              <a:avLst/>
              <a:gdLst/>
              <a:ahLst/>
              <a:cxnLst/>
              <a:rect l="l" t="t" r="r" b="b"/>
              <a:pathLst>
                <a:path w="3492" h="878" extrusionOk="0">
                  <a:moveTo>
                    <a:pt x="1746" y="1"/>
                  </a:moveTo>
                  <a:cubicBezTo>
                    <a:pt x="1209" y="1"/>
                    <a:pt x="673" y="125"/>
                    <a:pt x="183" y="374"/>
                  </a:cubicBezTo>
                  <a:cubicBezTo>
                    <a:pt x="53" y="441"/>
                    <a:pt x="1" y="601"/>
                    <a:pt x="67" y="732"/>
                  </a:cubicBezTo>
                  <a:cubicBezTo>
                    <a:pt x="115" y="824"/>
                    <a:pt x="208" y="877"/>
                    <a:pt x="305" y="877"/>
                  </a:cubicBezTo>
                  <a:cubicBezTo>
                    <a:pt x="345" y="877"/>
                    <a:pt x="386" y="868"/>
                    <a:pt x="425" y="849"/>
                  </a:cubicBezTo>
                  <a:cubicBezTo>
                    <a:pt x="838" y="638"/>
                    <a:pt x="1292" y="532"/>
                    <a:pt x="1746" y="532"/>
                  </a:cubicBezTo>
                  <a:cubicBezTo>
                    <a:pt x="2200" y="532"/>
                    <a:pt x="2653" y="638"/>
                    <a:pt x="3067" y="849"/>
                  </a:cubicBezTo>
                  <a:cubicBezTo>
                    <a:pt x="3106" y="868"/>
                    <a:pt x="3147" y="878"/>
                    <a:pt x="3188" y="878"/>
                  </a:cubicBezTo>
                  <a:cubicBezTo>
                    <a:pt x="3284" y="878"/>
                    <a:pt x="3378" y="824"/>
                    <a:pt x="3425" y="732"/>
                  </a:cubicBezTo>
                  <a:cubicBezTo>
                    <a:pt x="3492" y="601"/>
                    <a:pt x="3439" y="441"/>
                    <a:pt x="3309" y="374"/>
                  </a:cubicBezTo>
                  <a:cubicBezTo>
                    <a:pt x="2820" y="125"/>
                    <a:pt x="2283" y="1"/>
                    <a:pt x="17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7" name="Google Shape;2038;p58">
              <a:extLst>
                <a:ext uri="{FF2B5EF4-FFF2-40B4-BE49-F238E27FC236}">
                  <a16:creationId xmlns:a16="http://schemas.microsoft.com/office/drawing/2014/main" id="{8A6ED088-1759-4C86-855E-CE59CE6D8D65}"/>
                </a:ext>
              </a:extLst>
            </p:cNvPr>
            <p:cNvSpPr/>
            <p:nvPr/>
          </p:nvSpPr>
          <p:spPr>
            <a:xfrm>
              <a:off x="2730250" y="3349223"/>
              <a:ext cx="114163" cy="114096"/>
            </a:xfrm>
            <a:custGeom>
              <a:avLst/>
              <a:gdLst/>
              <a:ahLst/>
              <a:cxnLst/>
              <a:rect l="l" t="t" r="r" b="b"/>
              <a:pathLst>
                <a:path w="3442" h="3440" extrusionOk="0">
                  <a:moveTo>
                    <a:pt x="1720" y="532"/>
                  </a:moveTo>
                  <a:cubicBezTo>
                    <a:pt x="2285" y="532"/>
                    <a:pt x="2757" y="926"/>
                    <a:pt x="2879" y="1454"/>
                  </a:cubicBezTo>
                  <a:lnTo>
                    <a:pt x="563" y="1454"/>
                  </a:lnTo>
                  <a:cubicBezTo>
                    <a:pt x="684" y="926"/>
                    <a:pt x="1157" y="532"/>
                    <a:pt x="1720" y="532"/>
                  </a:cubicBezTo>
                  <a:close/>
                  <a:moveTo>
                    <a:pt x="2879" y="1986"/>
                  </a:moveTo>
                  <a:cubicBezTo>
                    <a:pt x="2757" y="2514"/>
                    <a:pt x="2285" y="2908"/>
                    <a:pt x="1720" y="2908"/>
                  </a:cubicBezTo>
                  <a:cubicBezTo>
                    <a:pt x="1157" y="2908"/>
                    <a:pt x="684" y="2514"/>
                    <a:pt x="563" y="1986"/>
                  </a:cubicBezTo>
                  <a:close/>
                  <a:moveTo>
                    <a:pt x="1720" y="0"/>
                  </a:moveTo>
                  <a:cubicBezTo>
                    <a:pt x="773" y="0"/>
                    <a:pt x="1" y="771"/>
                    <a:pt x="1" y="1720"/>
                  </a:cubicBezTo>
                  <a:cubicBezTo>
                    <a:pt x="1" y="2669"/>
                    <a:pt x="773" y="3440"/>
                    <a:pt x="1720" y="3440"/>
                  </a:cubicBezTo>
                  <a:cubicBezTo>
                    <a:pt x="2669" y="3440"/>
                    <a:pt x="3441" y="2669"/>
                    <a:pt x="3441" y="1720"/>
                  </a:cubicBezTo>
                  <a:cubicBezTo>
                    <a:pt x="3441" y="771"/>
                    <a:pt x="2669" y="0"/>
                    <a:pt x="17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8" name="Google Shape;2039;p58">
              <a:extLst>
                <a:ext uri="{FF2B5EF4-FFF2-40B4-BE49-F238E27FC236}">
                  <a16:creationId xmlns:a16="http://schemas.microsoft.com/office/drawing/2014/main" id="{EB8E2948-D449-4116-8E90-6C20CC8E7D1F}"/>
                </a:ext>
              </a:extLst>
            </p:cNvPr>
            <p:cNvSpPr/>
            <p:nvPr/>
          </p:nvSpPr>
          <p:spPr>
            <a:xfrm>
              <a:off x="2636386" y="3145176"/>
              <a:ext cx="478408" cy="601990"/>
            </a:xfrm>
            <a:custGeom>
              <a:avLst/>
              <a:gdLst/>
              <a:ahLst/>
              <a:cxnLst/>
              <a:rect l="l" t="t" r="r" b="b"/>
              <a:pathLst>
                <a:path w="14424" h="18150" extrusionOk="0">
                  <a:moveTo>
                    <a:pt x="7369" y="533"/>
                  </a:moveTo>
                  <a:cubicBezTo>
                    <a:pt x="7983" y="533"/>
                    <a:pt x="8481" y="1031"/>
                    <a:pt x="8481" y="1644"/>
                  </a:cubicBezTo>
                  <a:lnTo>
                    <a:pt x="8481" y="2346"/>
                  </a:lnTo>
                  <a:cubicBezTo>
                    <a:pt x="8109" y="2318"/>
                    <a:pt x="7698" y="2305"/>
                    <a:pt x="7238" y="2305"/>
                  </a:cubicBezTo>
                  <a:lnTo>
                    <a:pt x="7185" y="2305"/>
                  </a:lnTo>
                  <a:cubicBezTo>
                    <a:pt x="6070" y="2305"/>
                    <a:pt x="4659" y="2372"/>
                    <a:pt x="3640" y="2887"/>
                  </a:cubicBezTo>
                  <a:cubicBezTo>
                    <a:pt x="3203" y="3108"/>
                    <a:pt x="2859" y="3395"/>
                    <a:pt x="2607" y="3752"/>
                  </a:cubicBezTo>
                  <a:lnTo>
                    <a:pt x="2607" y="1644"/>
                  </a:lnTo>
                  <a:cubicBezTo>
                    <a:pt x="2607" y="1031"/>
                    <a:pt x="3106" y="533"/>
                    <a:pt x="3719" y="533"/>
                  </a:cubicBezTo>
                  <a:close/>
                  <a:moveTo>
                    <a:pt x="5728" y="2898"/>
                  </a:moveTo>
                  <a:lnTo>
                    <a:pt x="5728" y="3998"/>
                  </a:lnTo>
                  <a:lnTo>
                    <a:pt x="3087" y="3998"/>
                  </a:lnTo>
                  <a:cubicBezTo>
                    <a:pt x="3286" y="3739"/>
                    <a:pt x="3549" y="3529"/>
                    <a:pt x="3880" y="3361"/>
                  </a:cubicBezTo>
                  <a:cubicBezTo>
                    <a:pt x="4346" y="3125"/>
                    <a:pt x="4940" y="2975"/>
                    <a:pt x="5728" y="2898"/>
                  </a:cubicBezTo>
                  <a:close/>
                  <a:moveTo>
                    <a:pt x="1304" y="4935"/>
                  </a:moveTo>
                  <a:cubicBezTo>
                    <a:pt x="1456" y="4935"/>
                    <a:pt x="1579" y="5060"/>
                    <a:pt x="1579" y="5212"/>
                  </a:cubicBezTo>
                  <a:cubicBezTo>
                    <a:pt x="1579" y="5363"/>
                    <a:pt x="1456" y="5487"/>
                    <a:pt x="1304" y="5487"/>
                  </a:cubicBezTo>
                  <a:cubicBezTo>
                    <a:pt x="1152" y="5487"/>
                    <a:pt x="1029" y="5363"/>
                    <a:pt x="1029" y="5212"/>
                  </a:cubicBezTo>
                  <a:cubicBezTo>
                    <a:pt x="1029" y="5060"/>
                    <a:pt x="1152" y="4935"/>
                    <a:pt x="1304" y="4935"/>
                  </a:cubicBezTo>
                  <a:close/>
                  <a:moveTo>
                    <a:pt x="2075" y="5448"/>
                  </a:moveTo>
                  <a:lnTo>
                    <a:pt x="2075" y="6797"/>
                  </a:lnTo>
                  <a:cubicBezTo>
                    <a:pt x="2033" y="6895"/>
                    <a:pt x="1996" y="6994"/>
                    <a:pt x="1965" y="7097"/>
                  </a:cubicBezTo>
                  <a:lnTo>
                    <a:pt x="1570" y="7097"/>
                  </a:lnTo>
                  <a:lnTo>
                    <a:pt x="1570" y="5972"/>
                  </a:lnTo>
                  <a:cubicBezTo>
                    <a:pt x="1810" y="5888"/>
                    <a:pt x="2000" y="5693"/>
                    <a:pt x="2075" y="5448"/>
                  </a:cubicBezTo>
                  <a:close/>
                  <a:moveTo>
                    <a:pt x="1861" y="7629"/>
                  </a:moveTo>
                  <a:cubicBezTo>
                    <a:pt x="1854" y="7709"/>
                    <a:pt x="1850" y="7791"/>
                    <a:pt x="1850" y="7872"/>
                  </a:cubicBezTo>
                  <a:cubicBezTo>
                    <a:pt x="1850" y="8254"/>
                    <a:pt x="1930" y="8616"/>
                    <a:pt x="2073" y="8946"/>
                  </a:cubicBezTo>
                  <a:lnTo>
                    <a:pt x="814" y="8946"/>
                  </a:lnTo>
                  <a:lnTo>
                    <a:pt x="814" y="7783"/>
                  </a:lnTo>
                  <a:cubicBezTo>
                    <a:pt x="814" y="7697"/>
                    <a:pt x="883" y="7629"/>
                    <a:pt x="968" y="7629"/>
                  </a:cubicBezTo>
                  <a:close/>
                  <a:moveTo>
                    <a:pt x="5728" y="4530"/>
                  </a:moveTo>
                  <a:lnTo>
                    <a:pt x="5728" y="5441"/>
                  </a:lnTo>
                  <a:cubicBezTo>
                    <a:pt x="5628" y="5392"/>
                    <a:pt x="5525" y="5349"/>
                    <a:pt x="5418" y="5313"/>
                  </a:cubicBezTo>
                  <a:cubicBezTo>
                    <a:pt x="5390" y="5304"/>
                    <a:pt x="5361" y="5299"/>
                    <a:pt x="5332" y="5299"/>
                  </a:cubicBezTo>
                  <a:cubicBezTo>
                    <a:pt x="5222" y="5299"/>
                    <a:pt x="5119" y="5369"/>
                    <a:pt x="5081" y="5480"/>
                  </a:cubicBezTo>
                  <a:cubicBezTo>
                    <a:pt x="5034" y="5618"/>
                    <a:pt x="5109" y="5769"/>
                    <a:pt x="5248" y="5816"/>
                  </a:cubicBezTo>
                  <a:cubicBezTo>
                    <a:pt x="6129" y="6115"/>
                    <a:pt x="6720" y="6941"/>
                    <a:pt x="6720" y="7872"/>
                  </a:cubicBezTo>
                  <a:cubicBezTo>
                    <a:pt x="6720" y="9068"/>
                    <a:pt x="5748" y="10041"/>
                    <a:pt x="4550" y="10041"/>
                  </a:cubicBezTo>
                  <a:cubicBezTo>
                    <a:pt x="3354" y="10041"/>
                    <a:pt x="2381" y="9068"/>
                    <a:pt x="2381" y="7872"/>
                  </a:cubicBezTo>
                  <a:cubicBezTo>
                    <a:pt x="2382" y="6969"/>
                    <a:pt x="2950" y="6152"/>
                    <a:pt x="3795" y="5838"/>
                  </a:cubicBezTo>
                  <a:cubicBezTo>
                    <a:pt x="3932" y="5787"/>
                    <a:pt x="4003" y="5634"/>
                    <a:pt x="3952" y="5496"/>
                  </a:cubicBezTo>
                  <a:cubicBezTo>
                    <a:pt x="3912" y="5389"/>
                    <a:pt x="3810" y="5323"/>
                    <a:pt x="3702" y="5323"/>
                  </a:cubicBezTo>
                  <a:cubicBezTo>
                    <a:pt x="3671" y="5323"/>
                    <a:pt x="3640" y="5328"/>
                    <a:pt x="3610" y="5339"/>
                  </a:cubicBezTo>
                  <a:cubicBezTo>
                    <a:pt x="3223" y="5484"/>
                    <a:pt x="2882" y="5712"/>
                    <a:pt x="2607" y="5999"/>
                  </a:cubicBezTo>
                  <a:lnTo>
                    <a:pt x="2607" y="5683"/>
                  </a:lnTo>
                  <a:cubicBezTo>
                    <a:pt x="2607" y="5239"/>
                    <a:pt x="2667" y="4857"/>
                    <a:pt x="2793" y="4530"/>
                  </a:cubicBezTo>
                  <a:close/>
                  <a:moveTo>
                    <a:pt x="12349" y="7641"/>
                  </a:moveTo>
                  <a:cubicBezTo>
                    <a:pt x="12950" y="7725"/>
                    <a:pt x="13415" y="8243"/>
                    <a:pt x="13415" y="8867"/>
                  </a:cubicBezTo>
                  <a:lnTo>
                    <a:pt x="13415" y="9029"/>
                  </a:lnTo>
                  <a:cubicBezTo>
                    <a:pt x="13415" y="9658"/>
                    <a:pt x="12942" y="10180"/>
                    <a:pt x="12332" y="10257"/>
                  </a:cubicBezTo>
                  <a:cubicBezTo>
                    <a:pt x="12342" y="10125"/>
                    <a:pt x="12349" y="9991"/>
                    <a:pt x="12349" y="9857"/>
                  </a:cubicBezTo>
                  <a:lnTo>
                    <a:pt x="12349" y="9214"/>
                  </a:lnTo>
                  <a:lnTo>
                    <a:pt x="12653" y="9214"/>
                  </a:lnTo>
                  <a:cubicBezTo>
                    <a:pt x="12800" y="9214"/>
                    <a:pt x="12919" y="9095"/>
                    <a:pt x="12919" y="8948"/>
                  </a:cubicBezTo>
                  <a:cubicBezTo>
                    <a:pt x="12919" y="8801"/>
                    <a:pt x="12800" y="8682"/>
                    <a:pt x="12653" y="8682"/>
                  </a:cubicBezTo>
                  <a:lnTo>
                    <a:pt x="12349" y="8682"/>
                  </a:lnTo>
                  <a:lnTo>
                    <a:pt x="12349" y="7641"/>
                  </a:lnTo>
                  <a:close/>
                  <a:moveTo>
                    <a:pt x="2075" y="9478"/>
                  </a:moveTo>
                  <a:lnTo>
                    <a:pt x="2075" y="9857"/>
                  </a:lnTo>
                  <a:cubicBezTo>
                    <a:pt x="2075" y="9994"/>
                    <a:pt x="2081" y="10132"/>
                    <a:pt x="2091" y="10267"/>
                  </a:cubicBezTo>
                  <a:lnTo>
                    <a:pt x="968" y="10267"/>
                  </a:lnTo>
                  <a:cubicBezTo>
                    <a:pt x="883" y="10267"/>
                    <a:pt x="814" y="10199"/>
                    <a:pt x="814" y="10113"/>
                  </a:cubicBezTo>
                  <a:lnTo>
                    <a:pt x="814" y="9478"/>
                  </a:lnTo>
                  <a:close/>
                  <a:moveTo>
                    <a:pt x="4185" y="10548"/>
                  </a:moveTo>
                  <a:cubicBezTo>
                    <a:pt x="4305" y="10564"/>
                    <a:pt x="4427" y="10573"/>
                    <a:pt x="4550" y="10573"/>
                  </a:cubicBezTo>
                  <a:cubicBezTo>
                    <a:pt x="4568" y="10573"/>
                    <a:pt x="4584" y="10573"/>
                    <a:pt x="4601" y="10572"/>
                  </a:cubicBezTo>
                  <a:lnTo>
                    <a:pt x="4601" y="10888"/>
                  </a:lnTo>
                  <a:lnTo>
                    <a:pt x="4185" y="10888"/>
                  </a:lnTo>
                  <a:lnTo>
                    <a:pt x="4185" y="10548"/>
                  </a:lnTo>
                  <a:close/>
                  <a:moveTo>
                    <a:pt x="4601" y="12885"/>
                  </a:moveTo>
                  <a:lnTo>
                    <a:pt x="4601" y="13603"/>
                  </a:lnTo>
                  <a:lnTo>
                    <a:pt x="4223" y="13334"/>
                  </a:lnTo>
                  <a:cubicBezTo>
                    <a:pt x="4207" y="13317"/>
                    <a:pt x="4187" y="13274"/>
                    <a:pt x="4185" y="13254"/>
                  </a:cubicBezTo>
                  <a:lnTo>
                    <a:pt x="4185" y="12885"/>
                  </a:lnTo>
                  <a:close/>
                  <a:moveTo>
                    <a:pt x="2607" y="9745"/>
                  </a:moveTo>
                  <a:cubicBezTo>
                    <a:pt x="2896" y="10045"/>
                    <a:pt x="3253" y="10278"/>
                    <a:pt x="3654" y="10419"/>
                  </a:cubicBezTo>
                  <a:lnTo>
                    <a:pt x="3654" y="10976"/>
                  </a:lnTo>
                  <a:cubicBezTo>
                    <a:pt x="3654" y="11220"/>
                    <a:pt x="3852" y="11419"/>
                    <a:pt x="4097" y="11419"/>
                  </a:cubicBezTo>
                  <a:lnTo>
                    <a:pt x="4689" y="11419"/>
                  </a:lnTo>
                  <a:cubicBezTo>
                    <a:pt x="4933" y="11419"/>
                    <a:pt x="5133" y="11220"/>
                    <a:pt x="5133" y="10976"/>
                  </a:cubicBezTo>
                  <a:lnTo>
                    <a:pt x="5133" y="10510"/>
                  </a:lnTo>
                  <a:cubicBezTo>
                    <a:pt x="5341" y="10464"/>
                    <a:pt x="5540" y="10394"/>
                    <a:pt x="5728" y="10302"/>
                  </a:cubicBezTo>
                  <a:lnTo>
                    <a:pt x="5728" y="14193"/>
                  </a:lnTo>
                  <a:cubicBezTo>
                    <a:pt x="5523" y="14124"/>
                    <a:pt x="5324" y="14041"/>
                    <a:pt x="5132" y="13944"/>
                  </a:cubicBezTo>
                  <a:cubicBezTo>
                    <a:pt x="5132" y="13939"/>
                    <a:pt x="5133" y="13934"/>
                    <a:pt x="5133" y="13930"/>
                  </a:cubicBezTo>
                  <a:lnTo>
                    <a:pt x="5133" y="12796"/>
                  </a:lnTo>
                  <a:cubicBezTo>
                    <a:pt x="5133" y="12552"/>
                    <a:pt x="4933" y="12353"/>
                    <a:pt x="4689" y="12353"/>
                  </a:cubicBezTo>
                  <a:lnTo>
                    <a:pt x="4097" y="12353"/>
                  </a:lnTo>
                  <a:cubicBezTo>
                    <a:pt x="3862" y="12353"/>
                    <a:pt x="3670" y="12535"/>
                    <a:pt x="3655" y="12766"/>
                  </a:cubicBezTo>
                  <a:cubicBezTo>
                    <a:pt x="3001" y="11975"/>
                    <a:pt x="2607" y="10961"/>
                    <a:pt x="2607" y="9857"/>
                  </a:cubicBezTo>
                  <a:lnTo>
                    <a:pt x="2607" y="9745"/>
                  </a:lnTo>
                  <a:close/>
                  <a:moveTo>
                    <a:pt x="5627" y="14719"/>
                  </a:moveTo>
                  <a:cubicBezTo>
                    <a:pt x="6119" y="14876"/>
                    <a:pt x="6642" y="14962"/>
                    <a:pt x="7185" y="14962"/>
                  </a:cubicBezTo>
                  <a:lnTo>
                    <a:pt x="7238" y="14962"/>
                  </a:lnTo>
                  <a:cubicBezTo>
                    <a:pt x="7773" y="14962"/>
                    <a:pt x="8297" y="14881"/>
                    <a:pt x="8796" y="14721"/>
                  </a:cubicBezTo>
                  <a:lnTo>
                    <a:pt x="8796" y="15363"/>
                  </a:lnTo>
                  <a:lnTo>
                    <a:pt x="5627" y="15363"/>
                  </a:lnTo>
                  <a:lnTo>
                    <a:pt x="5627" y="14719"/>
                  </a:lnTo>
                  <a:close/>
                  <a:moveTo>
                    <a:pt x="13448" y="15895"/>
                  </a:moveTo>
                  <a:cubicBezTo>
                    <a:pt x="13693" y="15895"/>
                    <a:pt x="13892" y="16094"/>
                    <a:pt x="13892" y="16338"/>
                  </a:cubicBezTo>
                  <a:lnTo>
                    <a:pt x="13892" y="17619"/>
                  </a:lnTo>
                  <a:lnTo>
                    <a:pt x="533" y="17619"/>
                  </a:lnTo>
                  <a:lnTo>
                    <a:pt x="533" y="16338"/>
                  </a:lnTo>
                  <a:cubicBezTo>
                    <a:pt x="533" y="16094"/>
                    <a:pt x="731" y="15895"/>
                    <a:pt x="975" y="15895"/>
                  </a:cubicBezTo>
                  <a:close/>
                  <a:moveTo>
                    <a:pt x="3719" y="1"/>
                  </a:moveTo>
                  <a:cubicBezTo>
                    <a:pt x="2812" y="1"/>
                    <a:pt x="2075" y="737"/>
                    <a:pt x="2075" y="1643"/>
                  </a:cubicBezTo>
                  <a:lnTo>
                    <a:pt x="2075" y="4973"/>
                  </a:lnTo>
                  <a:cubicBezTo>
                    <a:pt x="1973" y="4644"/>
                    <a:pt x="1666" y="4404"/>
                    <a:pt x="1304" y="4404"/>
                  </a:cubicBezTo>
                  <a:cubicBezTo>
                    <a:pt x="858" y="4404"/>
                    <a:pt x="497" y="4766"/>
                    <a:pt x="497" y="5211"/>
                  </a:cubicBezTo>
                  <a:cubicBezTo>
                    <a:pt x="497" y="5563"/>
                    <a:pt x="723" y="5863"/>
                    <a:pt x="1038" y="5972"/>
                  </a:cubicBezTo>
                  <a:lnTo>
                    <a:pt x="1038" y="7097"/>
                  </a:lnTo>
                  <a:lnTo>
                    <a:pt x="968" y="7097"/>
                  </a:lnTo>
                  <a:cubicBezTo>
                    <a:pt x="589" y="7097"/>
                    <a:pt x="282" y="7405"/>
                    <a:pt x="282" y="7783"/>
                  </a:cubicBezTo>
                  <a:lnTo>
                    <a:pt x="282" y="10113"/>
                  </a:lnTo>
                  <a:cubicBezTo>
                    <a:pt x="282" y="10491"/>
                    <a:pt x="589" y="10798"/>
                    <a:pt x="968" y="10798"/>
                  </a:cubicBezTo>
                  <a:lnTo>
                    <a:pt x="2162" y="10798"/>
                  </a:lnTo>
                  <a:cubicBezTo>
                    <a:pt x="2474" y="12459"/>
                    <a:pt x="3593" y="13840"/>
                    <a:pt x="5097" y="14515"/>
                  </a:cubicBezTo>
                  <a:lnTo>
                    <a:pt x="5097" y="15363"/>
                  </a:lnTo>
                  <a:lnTo>
                    <a:pt x="975" y="15363"/>
                  </a:lnTo>
                  <a:cubicBezTo>
                    <a:pt x="437" y="15363"/>
                    <a:pt x="1" y="15800"/>
                    <a:pt x="1" y="16338"/>
                  </a:cubicBezTo>
                  <a:lnTo>
                    <a:pt x="1" y="17884"/>
                  </a:lnTo>
                  <a:cubicBezTo>
                    <a:pt x="1" y="18031"/>
                    <a:pt x="119" y="18150"/>
                    <a:pt x="267" y="18150"/>
                  </a:cubicBezTo>
                  <a:lnTo>
                    <a:pt x="14158" y="18150"/>
                  </a:lnTo>
                  <a:cubicBezTo>
                    <a:pt x="14304" y="18150"/>
                    <a:pt x="14424" y="18031"/>
                    <a:pt x="14424" y="17884"/>
                  </a:cubicBezTo>
                  <a:lnTo>
                    <a:pt x="14424" y="16338"/>
                  </a:lnTo>
                  <a:cubicBezTo>
                    <a:pt x="14424" y="15800"/>
                    <a:pt x="13986" y="15363"/>
                    <a:pt x="13448" y="15363"/>
                  </a:cubicBezTo>
                  <a:lnTo>
                    <a:pt x="9327" y="15363"/>
                  </a:lnTo>
                  <a:lnTo>
                    <a:pt x="9327" y="14517"/>
                  </a:lnTo>
                  <a:cubicBezTo>
                    <a:pt x="9646" y="14374"/>
                    <a:pt x="9951" y="14199"/>
                    <a:pt x="10240" y="13989"/>
                  </a:cubicBezTo>
                  <a:cubicBezTo>
                    <a:pt x="10358" y="13903"/>
                    <a:pt x="10384" y="13737"/>
                    <a:pt x="10298" y="13618"/>
                  </a:cubicBezTo>
                  <a:cubicBezTo>
                    <a:pt x="10246" y="13546"/>
                    <a:pt x="10165" y="13508"/>
                    <a:pt x="10083" y="13508"/>
                  </a:cubicBezTo>
                  <a:cubicBezTo>
                    <a:pt x="10029" y="13508"/>
                    <a:pt x="9974" y="13525"/>
                    <a:pt x="9927" y="13559"/>
                  </a:cubicBezTo>
                  <a:cubicBezTo>
                    <a:pt x="9142" y="14129"/>
                    <a:pt x="8213" y="14430"/>
                    <a:pt x="7238" y="14430"/>
                  </a:cubicBezTo>
                  <a:lnTo>
                    <a:pt x="7185" y="14430"/>
                  </a:lnTo>
                  <a:cubicBezTo>
                    <a:pt x="6869" y="14430"/>
                    <a:pt x="6559" y="14398"/>
                    <a:pt x="6260" y="14336"/>
                  </a:cubicBezTo>
                  <a:lnTo>
                    <a:pt x="6260" y="12053"/>
                  </a:lnTo>
                  <a:lnTo>
                    <a:pt x="8340" y="12053"/>
                  </a:lnTo>
                  <a:cubicBezTo>
                    <a:pt x="8487" y="12053"/>
                    <a:pt x="8606" y="11934"/>
                    <a:pt x="8606" y="11787"/>
                  </a:cubicBezTo>
                  <a:cubicBezTo>
                    <a:pt x="8606" y="11640"/>
                    <a:pt x="8487" y="11521"/>
                    <a:pt x="8340" y="11521"/>
                  </a:cubicBezTo>
                  <a:lnTo>
                    <a:pt x="6260" y="11521"/>
                  </a:lnTo>
                  <a:lnTo>
                    <a:pt x="6260" y="9961"/>
                  </a:lnTo>
                  <a:cubicBezTo>
                    <a:pt x="6423" y="9828"/>
                    <a:pt x="6571" y="9676"/>
                    <a:pt x="6699" y="9508"/>
                  </a:cubicBezTo>
                  <a:lnTo>
                    <a:pt x="6699" y="9912"/>
                  </a:lnTo>
                  <a:cubicBezTo>
                    <a:pt x="6699" y="10254"/>
                    <a:pt x="6977" y="10533"/>
                    <a:pt x="7320" y="10533"/>
                  </a:cubicBezTo>
                  <a:lnTo>
                    <a:pt x="7882" y="10533"/>
                  </a:lnTo>
                  <a:cubicBezTo>
                    <a:pt x="8029" y="10533"/>
                    <a:pt x="8148" y="10414"/>
                    <a:pt x="8148" y="10267"/>
                  </a:cubicBezTo>
                  <a:cubicBezTo>
                    <a:pt x="8148" y="10121"/>
                    <a:pt x="8029" y="10001"/>
                    <a:pt x="7882" y="10001"/>
                  </a:cubicBezTo>
                  <a:lnTo>
                    <a:pt x="7318" y="10001"/>
                  </a:lnTo>
                  <a:cubicBezTo>
                    <a:pt x="7271" y="10001"/>
                    <a:pt x="7230" y="9960"/>
                    <a:pt x="7230" y="9913"/>
                  </a:cubicBezTo>
                  <a:lnTo>
                    <a:pt x="7230" y="8210"/>
                  </a:lnTo>
                  <a:cubicBezTo>
                    <a:pt x="7245" y="8099"/>
                    <a:pt x="7252" y="7987"/>
                    <a:pt x="7252" y="7872"/>
                  </a:cubicBezTo>
                  <a:cubicBezTo>
                    <a:pt x="7252" y="7043"/>
                    <a:pt x="6875" y="6282"/>
                    <a:pt x="6260" y="5779"/>
                  </a:cubicBezTo>
                  <a:lnTo>
                    <a:pt x="6260" y="2859"/>
                  </a:lnTo>
                  <a:cubicBezTo>
                    <a:pt x="6545" y="2844"/>
                    <a:pt x="6853" y="2837"/>
                    <a:pt x="7185" y="2837"/>
                  </a:cubicBezTo>
                  <a:lnTo>
                    <a:pt x="7238" y="2837"/>
                  </a:lnTo>
                  <a:cubicBezTo>
                    <a:pt x="8273" y="2837"/>
                    <a:pt x="9045" y="2906"/>
                    <a:pt x="9668" y="3053"/>
                  </a:cubicBezTo>
                  <a:cubicBezTo>
                    <a:pt x="9688" y="3058"/>
                    <a:pt x="9709" y="3061"/>
                    <a:pt x="9729" y="3061"/>
                  </a:cubicBezTo>
                  <a:cubicBezTo>
                    <a:pt x="9850" y="3061"/>
                    <a:pt x="9959" y="2978"/>
                    <a:pt x="9987" y="2855"/>
                  </a:cubicBezTo>
                  <a:cubicBezTo>
                    <a:pt x="10021" y="2713"/>
                    <a:pt x="9933" y="2570"/>
                    <a:pt x="9790" y="2536"/>
                  </a:cubicBezTo>
                  <a:cubicBezTo>
                    <a:pt x="9552" y="2480"/>
                    <a:pt x="9295" y="2433"/>
                    <a:pt x="9013" y="2398"/>
                  </a:cubicBezTo>
                  <a:lnTo>
                    <a:pt x="9013" y="1644"/>
                  </a:lnTo>
                  <a:cubicBezTo>
                    <a:pt x="9013" y="1506"/>
                    <a:pt x="8996" y="1373"/>
                    <a:pt x="8963" y="1244"/>
                  </a:cubicBezTo>
                  <a:cubicBezTo>
                    <a:pt x="9183" y="1169"/>
                    <a:pt x="9417" y="1128"/>
                    <a:pt x="9662" y="1128"/>
                  </a:cubicBezTo>
                  <a:cubicBezTo>
                    <a:pt x="10849" y="1128"/>
                    <a:pt x="11817" y="2093"/>
                    <a:pt x="11817" y="3280"/>
                  </a:cubicBezTo>
                  <a:lnTo>
                    <a:pt x="11817" y="3761"/>
                  </a:lnTo>
                  <a:cubicBezTo>
                    <a:pt x="11685" y="3573"/>
                    <a:pt x="11531" y="3404"/>
                    <a:pt x="11352" y="3256"/>
                  </a:cubicBezTo>
                  <a:cubicBezTo>
                    <a:pt x="11302" y="3215"/>
                    <a:pt x="11242" y="3195"/>
                    <a:pt x="11182" y="3195"/>
                  </a:cubicBezTo>
                  <a:cubicBezTo>
                    <a:pt x="11106" y="3195"/>
                    <a:pt x="11030" y="3227"/>
                    <a:pt x="10977" y="3291"/>
                  </a:cubicBezTo>
                  <a:cubicBezTo>
                    <a:pt x="10883" y="3404"/>
                    <a:pt x="10900" y="3572"/>
                    <a:pt x="11013" y="3665"/>
                  </a:cubicBezTo>
                  <a:cubicBezTo>
                    <a:pt x="11554" y="4113"/>
                    <a:pt x="11817" y="4773"/>
                    <a:pt x="11817" y="5682"/>
                  </a:cubicBezTo>
                  <a:lnTo>
                    <a:pt x="11817" y="9857"/>
                  </a:lnTo>
                  <a:cubicBezTo>
                    <a:pt x="11817" y="10712"/>
                    <a:pt x="11579" y="11546"/>
                    <a:pt x="11130" y="12267"/>
                  </a:cubicBezTo>
                  <a:cubicBezTo>
                    <a:pt x="11053" y="12392"/>
                    <a:pt x="11091" y="12556"/>
                    <a:pt x="11215" y="12633"/>
                  </a:cubicBezTo>
                  <a:cubicBezTo>
                    <a:pt x="11259" y="12661"/>
                    <a:pt x="11307" y="12673"/>
                    <a:pt x="11356" y="12673"/>
                  </a:cubicBezTo>
                  <a:cubicBezTo>
                    <a:pt x="11444" y="12673"/>
                    <a:pt x="11531" y="12629"/>
                    <a:pt x="11582" y="12548"/>
                  </a:cubicBezTo>
                  <a:cubicBezTo>
                    <a:pt x="11916" y="12010"/>
                    <a:pt x="12145" y="11416"/>
                    <a:pt x="12261" y="10797"/>
                  </a:cubicBezTo>
                  <a:cubicBezTo>
                    <a:pt x="13198" y="10752"/>
                    <a:pt x="13946" y="9976"/>
                    <a:pt x="13946" y="9029"/>
                  </a:cubicBezTo>
                  <a:lnTo>
                    <a:pt x="13946" y="8867"/>
                  </a:lnTo>
                  <a:cubicBezTo>
                    <a:pt x="13946" y="7949"/>
                    <a:pt x="13244" y="7193"/>
                    <a:pt x="12349" y="7106"/>
                  </a:cubicBezTo>
                  <a:lnTo>
                    <a:pt x="12349" y="3280"/>
                  </a:lnTo>
                  <a:cubicBezTo>
                    <a:pt x="12349" y="1801"/>
                    <a:pt x="11143" y="596"/>
                    <a:pt x="9662" y="596"/>
                  </a:cubicBezTo>
                  <a:cubicBezTo>
                    <a:pt x="9342" y="596"/>
                    <a:pt x="9035" y="652"/>
                    <a:pt x="8751" y="756"/>
                  </a:cubicBezTo>
                  <a:cubicBezTo>
                    <a:pt x="8458" y="302"/>
                    <a:pt x="7948" y="1"/>
                    <a:pt x="73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56" name="Google Shape;2040;p58">
            <a:extLst>
              <a:ext uri="{FF2B5EF4-FFF2-40B4-BE49-F238E27FC236}">
                <a16:creationId xmlns:a16="http://schemas.microsoft.com/office/drawing/2014/main" id="{C73433FF-F53F-4560-B48E-4C618ECD5DF6}"/>
              </a:ext>
            </a:extLst>
          </p:cNvPr>
          <p:cNvGrpSpPr/>
          <p:nvPr/>
        </p:nvGrpSpPr>
        <p:grpSpPr>
          <a:xfrm>
            <a:off x="508696" y="1941227"/>
            <a:ext cx="294485" cy="457211"/>
            <a:chOff x="3375624" y="3145176"/>
            <a:chExt cx="388657" cy="601990"/>
          </a:xfrm>
        </p:grpSpPr>
        <p:sp>
          <p:nvSpPr>
            <p:cNvPr id="157" name="Google Shape;2041;p58">
              <a:extLst>
                <a:ext uri="{FF2B5EF4-FFF2-40B4-BE49-F238E27FC236}">
                  <a16:creationId xmlns:a16="http://schemas.microsoft.com/office/drawing/2014/main" id="{FA94335E-12ED-46F1-BB6B-C15F83035447}"/>
                </a:ext>
              </a:extLst>
            </p:cNvPr>
            <p:cNvSpPr/>
            <p:nvPr/>
          </p:nvSpPr>
          <p:spPr>
            <a:xfrm>
              <a:off x="3427663" y="3145176"/>
              <a:ext cx="58640" cy="58441"/>
            </a:xfrm>
            <a:custGeom>
              <a:avLst/>
              <a:gdLst/>
              <a:ahLst/>
              <a:cxnLst/>
              <a:rect l="l" t="t" r="r" b="b"/>
              <a:pathLst>
                <a:path w="1768" h="1762" extrusionOk="0">
                  <a:moveTo>
                    <a:pt x="1235" y="533"/>
                  </a:moveTo>
                  <a:lnTo>
                    <a:pt x="1235" y="1231"/>
                  </a:lnTo>
                  <a:lnTo>
                    <a:pt x="532" y="1231"/>
                  </a:lnTo>
                  <a:lnTo>
                    <a:pt x="532" y="533"/>
                  </a:lnTo>
                  <a:close/>
                  <a:moveTo>
                    <a:pt x="443" y="1"/>
                  </a:moveTo>
                  <a:cubicBezTo>
                    <a:pt x="198" y="1"/>
                    <a:pt x="0" y="199"/>
                    <a:pt x="0" y="443"/>
                  </a:cubicBezTo>
                  <a:lnTo>
                    <a:pt x="0" y="1319"/>
                  </a:lnTo>
                  <a:cubicBezTo>
                    <a:pt x="0" y="1564"/>
                    <a:pt x="198" y="1762"/>
                    <a:pt x="443" y="1762"/>
                  </a:cubicBezTo>
                  <a:lnTo>
                    <a:pt x="1324" y="1762"/>
                  </a:lnTo>
                  <a:cubicBezTo>
                    <a:pt x="1568" y="1762"/>
                    <a:pt x="1767" y="1564"/>
                    <a:pt x="1767" y="1319"/>
                  </a:cubicBezTo>
                  <a:lnTo>
                    <a:pt x="1767" y="443"/>
                  </a:lnTo>
                  <a:cubicBezTo>
                    <a:pt x="1767" y="199"/>
                    <a:pt x="1569" y="1"/>
                    <a:pt x="13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8" name="Google Shape;2042;p58">
              <a:extLst>
                <a:ext uri="{FF2B5EF4-FFF2-40B4-BE49-F238E27FC236}">
                  <a16:creationId xmlns:a16="http://schemas.microsoft.com/office/drawing/2014/main" id="{2251F4B6-BDE6-4D7F-8096-55FADE4D605F}"/>
                </a:ext>
              </a:extLst>
            </p:cNvPr>
            <p:cNvSpPr/>
            <p:nvPr/>
          </p:nvSpPr>
          <p:spPr>
            <a:xfrm>
              <a:off x="3643219" y="3162954"/>
              <a:ext cx="58640" cy="58441"/>
            </a:xfrm>
            <a:custGeom>
              <a:avLst/>
              <a:gdLst/>
              <a:ahLst/>
              <a:cxnLst/>
              <a:rect l="l" t="t" r="r" b="b"/>
              <a:pathLst>
                <a:path w="1768" h="1762" extrusionOk="0">
                  <a:moveTo>
                    <a:pt x="1236" y="533"/>
                  </a:moveTo>
                  <a:lnTo>
                    <a:pt x="1236" y="1231"/>
                  </a:lnTo>
                  <a:lnTo>
                    <a:pt x="531" y="1231"/>
                  </a:lnTo>
                  <a:lnTo>
                    <a:pt x="531" y="533"/>
                  </a:lnTo>
                  <a:close/>
                  <a:moveTo>
                    <a:pt x="443" y="1"/>
                  </a:moveTo>
                  <a:cubicBezTo>
                    <a:pt x="199" y="1"/>
                    <a:pt x="1" y="199"/>
                    <a:pt x="1" y="443"/>
                  </a:cubicBezTo>
                  <a:lnTo>
                    <a:pt x="1" y="1319"/>
                  </a:lnTo>
                  <a:cubicBezTo>
                    <a:pt x="1" y="1564"/>
                    <a:pt x="199" y="1762"/>
                    <a:pt x="443" y="1762"/>
                  </a:cubicBezTo>
                  <a:lnTo>
                    <a:pt x="1324" y="1762"/>
                  </a:lnTo>
                  <a:cubicBezTo>
                    <a:pt x="1568" y="1762"/>
                    <a:pt x="1768" y="1564"/>
                    <a:pt x="1768" y="1319"/>
                  </a:cubicBezTo>
                  <a:lnTo>
                    <a:pt x="1768" y="443"/>
                  </a:lnTo>
                  <a:cubicBezTo>
                    <a:pt x="1768" y="199"/>
                    <a:pt x="1568" y="1"/>
                    <a:pt x="13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9" name="Google Shape;2043;p58">
              <a:extLst>
                <a:ext uri="{FF2B5EF4-FFF2-40B4-BE49-F238E27FC236}">
                  <a16:creationId xmlns:a16="http://schemas.microsoft.com/office/drawing/2014/main" id="{A027ADAD-C803-411B-BE9F-1FD9C2AF2BB0}"/>
                </a:ext>
              </a:extLst>
            </p:cNvPr>
            <p:cNvSpPr/>
            <p:nvPr/>
          </p:nvSpPr>
          <p:spPr>
            <a:xfrm>
              <a:off x="3471743" y="3204314"/>
              <a:ext cx="87496" cy="87131"/>
            </a:xfrm>
            <a:custGeom>
              <a:avLst/>
              <a:gdLst/>
              <a:ahLst/>
              <a:cxnLst/>
              <a:rect l="l" t="t" r="r" b="b"/>
              <a:pathLst>
                <a:path w="2638" h="2627" extrusionOk="0">
                  <a:moveTo>
                    <a:pt x="2106" y="532"/>
                  </a:moveTo>
                  <a:lnTo>
                    <a:pt x="2106" y="1229"/>
                  </a:lnTo>
                  <a:lnTo>
                    <a:pt x="1680" y="1229"/>
                  </a:lnTo>
                  <a:cubicBezTo>
                    <a:pt x="1435" y="1229"/>
                    <a:pt x="1237" y="1429"/>
                    <a:pt x="1237" y="1673"/>
                  </a:cubicBezTo>
                  <a:lnTo>
                    <a:pt x="1237" y="2095"/>
                  </a:lnTo>
                  <a:lnTo>
                    <a:pt x="533" y="2095"/>
                  </a:lnTo>
                  <a:lnTo>
                    <a:pt x="533" y="1397"/>
                  </a:lnTo>
                  <a:lnTo>
                    <a:pt x="959" y="1397"/>
                  </a:lnTo>
                  <a:cubicBezTo>
                    <a:pt x="1203" y="1397"/>
                    <a:pt x="1401" y="1199"/>
                    <a:pt x="1401" y="954"/>
                  </a:cubicBezTo>
                  <a:lnTo>
                    <a:pt x="1401" y="532"/>
                  </a:lnTo>
                  <a:close/>
                  <a:moveTo>
                    <a:pt x="1313" y="0"/>
                  </a:moveTo>
                  <a:cubicBezTo>
                    <a:pt x="1069" y="0"/>
                    <a:pt x="871" y="199"/>
                    <a:pt x="871" y="443"/>
                  </a:cubicBezTo>
                  <a:lnTo>
                    <a:pt x="871" y="866"/>
                  </a:lnTo>
                  <a:lnTo>
                    <a:pt x="444" y="866"/>
                  </a:lnTo>
                  <a:cubicBezTo>
                    <a:pt x="200" y="866"/>
                    <a:pt x="1" y="1064"/>
                    <a:pt x="1" y="1308"/>
                  </a:cubicBezTo>
                  <a:lnTo>
                    <a:pt x="1" y="2184"/>
                  </a:lnTo>
                  <a:cubicBezTo>
                    <a:pt x="1" y="2429"/>
                    <a:pt x="200" y="2627"/>
                    <a:pt x="444" y="2627"/>
                  </a:cubicBezTo>
                  <a:lnTo>
                    <a:pt x="1325" y="2627"/>
                  </a:lnTo>
                  <a:cubicBezTo>
                    <a:pt x="1570" y="2627"/>
                    <a:pt x="1769" y="2429"/>
                    <a:pt x="1769" y="2184"/>
                  </a:cubicBezTo>
                  <a:lnTo>
                    <a:pt x="1769" y="1761"/>
                  </a:lnTo>
                  <a:lnTo>
                    <a:pt x="2194" y="1761"/>
                  </a:lnTo>
                  <a:cubicBezTo>
                    <a:pt x="2438" y="1761"/>
                    <a:pt x="2638" y="1563"/>
                    <a:pt x="2638" y="1319"/>
                  </a:cubicBezTo>
                  <a:lnTo>
                    <a:pt x="2638" y="443"/>
                  </a:lnTo>
                  <a:cubicBezTo>
                    <a:pt x="2638" y="199"/>
                    <a:pt x="2438" y="0"/>
                    <a:pt x="21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0" name="Google Shape;2044;p58">
              <a:extLst>
                <a:ext uri="{FF2B5EF4-FFF2-40B4-BE49-F238E27FC236}">
                  <a16:creationId xmlns:a16="http://schemas.microsoft.com/office/drawing/2014/main" id="{6B200F40-CE82-4D95-B281-22C370F38389}"/>
                </a:ext>
              </a:extLst>
            </p:cNvPr>
            <p:cNvSpPr/>
            <p:nvPr/>
          </p:nvSpPr>
          <p:spPr>
            <a:xfrm>
              <a:off x="3375624" y="3216254"/>
              <a:ext cx="387960" cy="530912"/>
            </a:xfrm>
            <a:custGeom>
              <a:avLst/>
              <a:gdLst/>
              <a:ahLst/>
              <a:cxnLst/>
              <a:rect l="l" t="t" r="r" b="b"/>
              <a:pathLst>
                <a:path w="11697" h="16007" extrusionOk="0">
                  <a:moveTo>
                    <a:pt x="1236" y="533"/>
                  </a:moveTo>
                  <a:lnTo>
                    <a:pt x="1236" y="1231"/>
                  </a:lnTo>
                  <a:lnTo>
                    <a:pt x="532" y="1231"/>
                  </a:lnTo>
                  <a:lnTo>
                    <a:pt x="532" y="533"/>
                  </a:lnTo>
                  <a:close/>
                  <a:moveTo>
                    <a:pt x="7401" y="1037"/>
                  </a:moveTo>
                  <a:lnTo>
                    <a:pt x="7401" y="1735"/>
                  </a:lnTo>
                  <a:lnTo>
                    <a:pt x="6697" y="1735"/>
                  </a:lnTo>
                  <a:lnTo>
                    <a:pt x="6697" y="1037"/>
                  </a:lnTo>
                  <a:close/>
                  <a:moveTo>
                    <a:pt x="5061" y="3567"/>
                  </a:moveTo>
                  <a:lnTo>
                    <a:pt x="5061" y="4398"/>
                  </a:lnTo>
                  <a:lnTo>
                    <a:pt x="3608" y="4398"/>
                  </a:lnTo>
                  <a:lnTo>
                    <a:pt x="3608" y="3567"/>
                  </a:lnTo>
                  <a:close/>
                  <a:moveTo>
                    <a:pt x="9137" y="4930"/>
                  </a:moveTo>
                  <a:lnTo>
                    <a:pt x="9137" y="5805"/>
                  </a:lnTo>
                  <a:cubicBezTo>
                    <a:pt x="9135" y="5816"/>
                    <a:pt x="9123" y="5838"/>
                    <a:pt x="9115" y="5846"/>
                  </a:cubicBezTo>
                  <a:lnTo>
                    <a:pt x="8244" y="6346"/>
                  </a:lnTo>
                  <a:cubicBezTo>
                    <a:pt x="8240" y="6346"/>
                    <a:pt x="8237" y="6345"/>
                    <a:pt x="8234" y="6345"/>
                  </a:cubicBezTo>
                  <a:lnTo>
                    <a:pt x="6994" y="6345"/>
                  </a:lnTo>
                  <a:cubicBezTo>
                    <a:pt x="6847" y="6345"/>
                    <a:pt x="6728" y="6464"/>
                    <a:pt x="6728" y="6611"/>
                  </a:cubicBezTo>
                  <a:cubicBezTo>
                    <a:pt x="6728" y="6759"/>
                    <a:pt x="6847" y="6877"/>
                    <a:pt x="6994" y="6877"/>
                  </a:cubicBezTo>
                  <a:lnTo>
                    <a:pt x="7320" y="6877"/>
                  </a:lnTo>
                  <a:lnTo>
                    <a:pt x="6443" y="7382"/>
                  </a:lnTo>
                  <a:cubicBezTo>
                    <a:pt x="6278" y="7478"/>
                    <a:pt x="6157" y="7686"/>
                    <a:pt x="6157" y="7878"/>
                  </a:cubicBezTo>
                  <a:lnTo>
                    <a:pt x="6157" y="8953"/>
                  </a:lnTo>
                  <a:lnTo>
                    <a:pt x="5561" y="8953"/>
                  </a:lnTo>
                  <a:lnTo>
                    <a:pt x="5561" y="7878"/>
                  </a:lnTo>
                  <a:cubicBezTo>
                    <a:pt x="5561" y="7686"/>
                    <a:pt x="5441" y="7478"/>
                    <a:pt x="5275" y="7382"/>
                  </a:cubicBezTo>
                  <a:lnTo>
                    <a:pt x="4398" y="6877"/>
                  </a:lnTo>
                  <a:lnTo>
                    <a:pt x="5363" y="6877"/>
                  </a:lnTo>
                  <a:cubicBezTo>
                    <a:pt x="5510" y="6877"/>
                    <a:pt x="5629" y="6758"/>
                    <a:pt x="5629" y="6612"/>
                  </a:cubicBezTo>
                  <a:cubicBezTo>
                    <a:pt x="5629" y="6464"/>
                    <a:pt x="5510" y="6346"/>
                    <a:pt x="5363" y="6346"/>
                  </a:cubicBezTo>
                  <a:lnTo>
                    <a:pt x="3580" y="6346"/>
                  </a:lnTo>
                  <a:cubicBezTo>
                    <a:pt x="3551" y="6346"/>
                    <a:pt x="3523" y="6350"/>
                    <a:pt x="3496" y="6359"/>
                  </a:cubicBezTo>
                  <a:lnTo>
                    <a:pt x="2604" y="5846"/>
                  </a:lnTo>
                  <a:cubicBezTo>
                    <a:pt x="2595" y="5838"/>
                    <a:pt x="2584" y="5817"/>
                    <a:pt x="2581" y="5805"/>
                  </a:cubicBezTo>
                  <a:lnTo>
                    <a:pt x="2581" y="4930"/>
                  </a:lnTo>
                  <a:lnTo>
                    <a:pt x="3077" y="4930"/>
                  </a:lnTo>
                  <a:lnTo>
                    <a:pt x="3077" y="5463"/>
                  </a:lnTo>
                  <a:cubicBezTo>
                    <a:pt x="3077" y="5610"/>
                    <a:pt x="3196" y="5729"/>
                    <a:pt x="3342" y="5729"/>
                  </a:cubicBezTo>
                  <a:cubicBezTo>
                    <a:pt x="3489" y="5729"/>
                    <a:pt x="3608" y="5610"/>
                    <a:pt x="3608" y="5463"/>
                  </a:cubicBezTo>
                  <a:lnTo>
                    <a:pt x="3608" y="4930"/>
                  </a:lnTo>
                  <a:lnTo>
                    <a:pt x="5061" y="4930"/>
                  </a:lnTo>
                  <a:lnTo>
                    <a:pt x="5061" y="5463"/>
                  </a:lnTo>
                  <a:cubicBezTo>
                    <a:pt x="5061" y="5610"/>
                    <a:pt x="5180" y="5729"/>
                    <a:pt x="5327" y="5729"/>
                  </a:cubicBezTo>
                  <a:cubicBezTo>
                    <a:pt x="5474" y="5729"/>
                    <a:pt x="5593" y="5610"/>
                    <a:pt x="5593" y="5463"/>
                  </a:cubicBezTo>
                  <a:lnTo>
                    <a:pt x="5593" y="4930"/>
                  </a:lnTo>
                  <a:lnTo>
                    <a:pt x="6783" y="4930"/>
                  </a:lnTo>
                  <a:lnTo>
                    <a:pt x="6783" y="5463"/>
                  </a:lnTo>
                  <a:cubicBezTo>
                    <a:pt x="6783" y="5610"/>
                    <a:pt x="6902" y="5729"/>
                    <a:pt x="7049" y="5729"/>
                  </a:cubicBezTo>
                  <a:cubicBezTo>
                    <a:pt x="7196" y="5729"/>
                    <a:pt x="7315" y="5610"/>
                    <a:pt x="7315" y="5463"/>
                  </a:cubicBezTo>
                  <a:lnTo>
                    <a:pt x="7315" y="4930"/>
                  </a:lnTo>
                  <a:lnTo>
                    <a:pt x="7951" y="4930"/>
                  </a:lnTo>
                  <a:lnTo>
                    <a:pt x="7951" y="5479"/>
                  </a:lnTo>
                  <a:cubicBezTo>
                    <a:pt x="7951" y="5626"/>
                    <a:pt x="8071" y="5745"/>
                    <a:pt x="8217" y="5745"/>
                  </a:cubicBezTo>
                  <a:cubicBezTo>
                    <a:pt x="8363" y="5745"/>
                    <a:pt x="8482" y="5626"/>
                    <a:pt x="8482" y="5479"/>
                  </a:cubicBezTo>
                  <a:lnTo>
                    <a:pt x="8482" y="4930"/>
                  </a:lnTo>
                  <a:close/>
                  <a:moveTo>
                    <a:pt x="443" y="1"/>
                  </a:moveTo>
                  <a:cubicBezTo>
                    <a:pt x="199" y="1"/>
                    <a:pt x="0" y="200"/>
                    <a:pt x="0" y="444"/>
                  </a:cubicBezTo>
                  <a:lnTo>
                    <a:pt x="0" y="1320"/>
                  </a:lnTo>
                  <a:cubicBezTo>
                    <a:pt x="0" y="1563"/>
                    <a:pt x="199" y="1763"/>
                    <a:pt x="443" y="1763"/>
                  </a:cubicBezTo>
                  <a:lnTo>
                    <a:pt x="617" y="1763"/>
                  </a:lnTo>
                  <a:lnTo>
                    <a:pt x="617" y="2714"/>
                  </a:lnTo>
                  <a:cubicBezTo>
                    <a:pt x="617" y="2959"/>
                    <a:pt x="817" y="3157"/>
                    <a:pt x="1061" y="3157"/>
                  </a:cubicBezTo>
                  <a:lnTo>
                    <a:pt x="3077" y="3157"/>
                  </a:lnTo>
                  <a:lnTo>
                    <a:pt x="3077" y="4398"/>
                  </a:lnTo>
                  <a:lnTo>
                    <a:pt x="2491" y="4398"/>
                  </a:lnTo>
                  <a:cubicBezTo>
                    <a:pt x="2247" y="4398"/>
                    <a:pt x="2049" y="4596"/>
                    <a:pt x="2049" y="4841"/>
                  </a:cubicBezTo>
                  <a:lnTo>
                    <a:pt x="2049" y="5809"/>
                  </a:lnTo>
                  <a:cubicBezTo>
                    <a:pt x="2049" y="6001"/>
                    <a:pt x="2169" y="6209"/>
                    <a:pt x="2335" y="6305"/>
                  </a:cubicBezTo>
                  <a:lnTo>
                    <a:pt x="5006" y="7841"/>
                  </a:lnTo>
                  <a:cubicBezTo>
                    <a:pt x="5015" y="7849"/>
                    <a:pt x="5027" y="7870"/>
                    <a:pt x="5029" y="7881"/>
                  </a:cubicBezTo>
                  <a:lnTo>
                    <a:pt x="5029" y="9041"/>
                  </a:lnTo>
                  <a:cubicBezTo>
                    <a:pt x="5029" y="9184"/>
                    <a:pt x="5097" y="9311"/>
                    <a:pt x="5202" y="9392"/>
                  </a:cubicBezTo>
                  <a:lnTo>
                    <a:pt x="4920" y="9673"/>
                  </a:lnTo>
                  <a:cubicBezTo>
                    <a:pt x="4899" y="9693"/>
                    <a:pt x="4833" y="9720"/>
                    <a:pt x="4805" y="9721"/>
                  </a:cubicBezTo>
                  <a:lnTo>
                    <a:pt x="464" y="9721"/>
                  </a:lnTo>
                  <a:cubicBezTo>
                    <a:pt x="220" y="9721"/>
                    <a:pt x="21" y="9919"/>
                    <a:pt x="21" y="10163"/>
                  </a:cubicBezTo>
                  <a:lnTo>
                    <a:pt x="21" y="15564"/>
                  </a:lnTo>
                  <a:cubicBezTo>
                    <a:pt x="21" y="15809"/>
                    <a:pt x="220" y="16007"/>
                    <a:pt x="464" y="16007"/>
                  </a:cubicBezTo>
                  <a:lnTo>
                    <a:pt x="11253" y="16007"/>
                  </a:lnTo>
                  <a:cubicBezTo>
                    <a:pt x="11498" y="16007"/>
                    <a:pt x="11696" y="15809"/>
                    <a:pt x="11696" y="15564"/>
                  </a:cubicBezTo>
                  <a:lnTo>
                    <a:pt x="11696" y="14483"/>
                  </a:lnTo>
                  <a:cubicBezTo>
                    <a:pt x="11696" y="14336"/>
                    <a:pt x="11577" y="14217"/>
                    <a:pt x="11430" y="14217"/>
                  </a:cubicBezTo>
                  <a:cubicBezTo>
                    <a:pt x="11283" y="14217"/>
                    <a:pt x="11165" y="14336"/>
                    <a:pt x="11165" y="14483"/>
                  </a:cubicBezTo>
                  <a:lnTo>
                    <a:pt x="11165" y="15476"/>
                  </a:lnTo>
                  <a:lnTo>
                    <a:pt x="553" y="15476"/>
                  </a:lnTo>
                  <a:lnTo>
                    <a:pt x="553" y="10253"/>
                  </a:lnTo>
                  <a:lnTo>
                    <a:pt x="4805" y="10253"/>
                  </a:lnTo>
                  <a:cubicBezTo>
                    <a:pt x="4974" y="10253"/>
                    <a:pt x="5175" y="10170"/>
                    <a:pt x="5295" y="10050"/>
                  </a:cubicBezTo>
                  <a:lnTo>
                    <a:pt x="5859" y="9489"/>
                  </a:lnTo>
                  <a:lnTo>
                    <a:pt x="6423" y="10050"/>
                  </a:lnTo>
                  <a:cubicBezTo>
                    <a:pt x="6542" y="10170"/>
                    <a:pt x="6744" y="10253"/>
                    <a:pt x="6913" y="10253"/>
                  </a:cubicBezTo>
                  <a:lnTo>
                    <a:pt x="11165" y="10253"/>
                  </a:lnTo>
                  <a:lnTo>
                    <a:pt x="11165" y="12711"/>
                  </a:lnTo>
                  <a:cubicBezTo>
                    <a:pt x="11165" y="12858"/>
                    <a:pt x="11284" y="12977"/>
                    <a:pt x="11431" y="12977"/>
                  </a:cubicBezTo>
                  <a:cubicBezTo>
                    <a:pt x="11578" y="12977"/>
                    <a:pt x="11696" y="12858"/>
                    <a:pt x="11696" y="12711"/>
                  </a:cubicBezTo>
                  <a:lnTo>
                    <a:pt x="11696" y="10164"/>
                  </a:lnTo>
                  <a:cubicBezTo>
                    <a:pt x="11696" y="9920"/>
                    <a:pt x="11498" y="9721"/>
                    <a:pt x="11253" y="9721"/>
                  </a:cubicBezTo>
                  <a:lnTo>
                    <a:pt x="6913" y="9721"/>
                  </a:lnTo>
                  <a:cubicBezTo>
                    <a:pt x="6885" y="9721"/>
                    <a:pt x="6819" y="9693"/>
                    <a:pt x="6797" y="9674"/>
                  </a:cubicBezTo>
                  <a:lnTo>
                    <a:pt x="6515" y="9391"/>
                  </a:lnTo>
                  <a:cubicBezTo>
                    <a:pt x="6621" y="9311"/>
                    <a:pt x="6689" y="9184"/>
                    <a:pt x="6689" y="9041"/>
                  </a:cubicBezTo>
                  <a:lnTo>
                    <a:pt x="6689" y="7881"/>
                  </a:lnTo>
                  <a:cubicBezTo>
                    <a:pt x="6691" y="7870"/>
                    <a:pt x="6703" y="7849"/>
                    <a:pt x="6712" y="7841"/>
                  </a:cubicBezTo>
                  <a:lnTo>
                    <a:pt x="9383" y="6305"/>
                  </a:lnTo>
                  <a:cubicBezTo>
                    <a:pt x="9549" y="6208"/>
                    <a:pt x="9669" y="6000"/>
                    <a:pt x="9669" y="5809"/>
                  </a:cubicBezTo>
                  <a:lnTo>
                    <a:pt x="9669" y="4841"/>
                  </a:lnTo>
                  <a:cubicBezTo>
                    <a:pt x="9669" y="4596"/>
                    <a:pt x="9471" y="4398"/>
                    <a:pt x="9227" y="4398"/>
                  </a:cubicBezTo>
                  <a:lnTo>
                    <a:pt x="8482" y="4398"/>
                  </a:lnTo>
                  <a:lnTo>
                    <a:pt x="8482" y="3347"/>
                  </a:lnTo>
                  <a:lnTo>
                    <a:pt x="8766" y="3347"/>
                  </a:lnTo>
                  <a:cubicBezTo>
                    <a:pt x="8913" y="3347"/>
                    <a:pt x="9032" y="3228"/>
                    <a:pt x="9032" y="3081"/>
                  </a:cubicBezTo>
                  <a:cubicBezTo>
                    <a:pt x="9032" y="2934"/>
                    <a:pt x="8913" y="2815"/>
                    <a:pt x="8766" y="2815"/>
                  </a:cubicBezTo>
                  <a:lnTo>
                    <a:pt x="8394" y="2815"/>
                  </a:lnTo>
                  <a:cubicBezTo>
                    <a:pt x="8150" y="2815"/>
                    <a:pt x="7950" y="3014"/>
                    <a:pt x="7950" y="3259"/>
                  </a:cubicBezTo>
                  <a:lnTo>
                    <a:pt x="7950" y="4398"/>
                  </a:lnTo>
                  <a:lnTo>
                    <a:pt x="7315" y="4398"/>
                  </a:lnTo>
                  <a:lnTo>
                    <a:pt x="7315" y="2267"/>
                  </a:lnTo>
                  <a:lnTo>
                    <a:pt x="7489" y="2267"/>
                  </a:lnTo>
                  <a:cubicBezTo>
                    <a:pt x="7734" y="2267"/>
                    <a:pt x="7933" y="2069"/>
                    <a:pt x="7933" y="1824"/>
                  </a:cubicBezTo>
                  <a:lnTo>
                    <a:pt x="7933" y="948"/>
                  </a:lnTo>
                  <a:cubicBezTo>
                    <a:pt x="7933" y="704"/>
                    <a:pt x="7734" y="506"/>
                    <a:pt x="7489" y="506"/>
                  </a:cubicBezTo>
                  <a:lnTo>
                    <a:pt x="6609" y="506"/>
                  </a:lnTo>
                  <a:cubicBezTo>
                    <a:pt x="6364" y="506"/>
                    <a:pt x="6165" y="704"/>
                    <a:pt x="6165" y="948"/>
                  </a:cubicBezTo>
                  <a:lnTo>
                    <a:pt x="6165" y="1824"/>
                  </a:lnTo>
                  <a:cubicBezTo>
                    <a:pt x="6165" y="2069"/>
                    <a:pt x="6364" y="2267"/>
                    <a:pt x="6609" y="2267"/>
                  </a:cubicBezTo>
                  <a:lnTo>
                    <a:pt x="6783" y="2267"/>
                  </a:lnTo>
                  <a:lnTo>
                    <a:pt x="6783" y="4398"/>
                  </a:lnTo>
                  <a:lnTo>
                    <a:pt x="5593" y="4398"/>
                  </a:lnTo>
                  <a:lnTo>
                    <a:pt x="5593" y="3478"/>
                  </a:lnTo>
                  <a:cubicBezTo>
                    <a:pt x="5593" y="3234"/>
                    <a:pt x="5395" y="3035"/>
                    <a:pt x="5151" y="3035"/>
                  </a:cubicBezTo>
                  <a:lnTo>
                    <a:pt x="3606" y="3035"/>
                  </a:lnTo>
                  <a:cubicBezTo>
                    <a:pt x="3589" y="2807"/>
                    <a:pt x="3398" y="2626"/>
                    <a:pt x="3165" y="2626"/>
                  </a:cubicBezTo>
                  <a:lnTo>
                    <a:pt x="1149" y="2626"/>
                  </a:lnTo>
                  <a:lnTo>
                    <a:pt x="1149" y="1763"/>
                  </a:lnTo>
                  <a:lnTo>
                    <a:pt x="1324" y="1763"/>
                  </a:lnTo>
                  <a:cubicBezTo>
                    <a:pt x="1568" y="1763"/>
                    <a:pt x="1767" y="1564"/>
                    <a:pt x="1767" y="1320"/>
                  </a:cubicBezTo>
                  <a:lnTo>
                    <a:pt x="1767" y="444"/>
                  </a:lnTo>
                  <a:cubicBezTo>
                    <a:pt x="1767" y="200"/>
                    <a:pt x="1568" y="1"/>
                    <a:pt x="13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1" name="Google Shape;2045;p58">
              <a:extLst>
                <a:ext uri="{FF2B5EF4-FFF2-40B4-BE49-F238E27FC236}">
                  <a16:creationId xmlns:a16="http://schemas.microsoft.com/office/drawing/2014/main" id="{19674C60-B495-4E4A-867B-A229877F8609}"/>
                </a:ext>
              </a:extLst>
            </p:cNvPr>
            <p:cNvSpPr/>
            <p:nvPr/>
          </p:nvSpPr>
          <p:spPr>
            <a:xfrm>
              <a:off x="3418576" y="3584181"/>
              <a:ext cx="63682" cy="17645"/>
            </a:xfrm>
            <a:custGeom>
              <a:avLst/>
              <a:gdLst/>
              <a:ahLst/>
              <a:cxnLst/>
              <a:rect l="l" t="t" r="r" b="b"/>
              <a:pathLst>
                <a:path w="1920" h="532" extrusionOk="0">
                  <a:moveTo>
                    <a:pt x="265" y="1"/>
                  </a:moveTo>
                  <a:cubicBezTo>
                    <a:pt x="118" y="1"/>
                    <a:pt x="0" y="119"/>
                    <a:pt x="0" y="266"/>
                  </a:cubicBezTo>
                  <a:cubicBezTo>
                    <a:pt x="0" y="412"/>
                    <a:pt x="118" y="532"/>
                    <a:pt x="265" y="532"/>
                  </a:cubicBezTo>
                  <a:lnTo>
                    <a:pt x="1653" y="532"/>
                  </a:lnTo>
                  <a:cubicBezTo>
                    <a:pt x="1799" y="532"/>
                    <a:pt x="1918" y="412"/>
                    <a:pt x="1918" y="266"/>
                  </a:cubicBezTo>
                  <a:cubicBezTo>
                    <a:pt x="1919" y="119"/>
                    <a:pt x="1800" y="1"/>
                    <a:pt x="16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2" name="Google Shape;2046;p58">
              <a:extLst>
                <a:ext uri="{FF2B5EF4-FFF2-40B4-BE49-F238E27FC236}">
                  <a16:creationId xmlns:a16="http://schemas.microsoft.com/office/drawing/2014/main" id="{777E694B-D4F4-4A75-A1F8-B4BE45EC0195}"/>
                </a:ext>
              </a:extLst>
            </p:cNvPr>
            <p:cNvSpPr/>
            <p:nvPr/>
          </p:nvSpPr>
          <p:spPr>
            <a:xfrm>
              <a:off x="3418576" y="3617879"/>
              <a:ext cx="63682" cy="17645"/>
            </a:xfrm>
            <a:custGeom>
              <a:avLst/>
              <a:gdLst/>
              <a:ahLst/>
              <a:cxnLst/>
              <a:rect l="l" t="t" r="r" b="b"/>
              <a:pathLst>
                <a:path w="1920" h="532" extrusionOk="0">
                  <a:moveTo>
                    <a:pt x="265" y="0"/>
                  </a:moveTo>
                  <a:cubicBezTo>
                    <a:pt x="118" y="0"/>
                    <a:pt x="0" y="119"/>
                    <a:pt x="0" y="266"/>
                  </a:cubicBezTo>
                  <a:cubicBezTo>
                    <a:pt x="0" y="413"/>
                    <a:pt x="118" y="532"/>
                    <a:pt x="265" y="532"/>
                  </a:cubicBezTo>
                  <a:lnTo>
                    <a:pt x="1653" y="532"/>
                  </a:lnTo>
                  <a:cubicBezTo>
                    <a:pt x="1799" y="532"/>
                    <a:pt x="1918" y="413"/>
                    <a:pt x="1918" y="266"/>
                  </a:cubicBezTo>
                  <a:cubicBezTo>
                    <a:pt x="1919" y="119"/>
                    <a:pt x="1800" y="0"/>
                    <a:pt x="16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3" name="Google Shape;2047;p58">
              <a:extLst>
                <a:ext uri="{FF2B5EF4-FFF2-40B4-BE49-F238E27FC236}">
                  <a16:creationId xmlns:a16="http://schemas.microsoft.com/office/drawing/2014/main" id="{70FD44C2-3814-4C9E-B572-C7A4C430C5FA}"/>
                </a:ext>
              </a:extLst>
            </p:cNvPr>
            <p:cNvSpPr/>
            <p:nvPr/>
          </p:nvSpPr>
          <p:spPr>
            <a:xfrm>
              <a:off x="3418576" y="3651578"/>
              <a:ext cx="63682" cy="17678"/>
            </a:xfrm>
            <a:custGeom>
              <a:avLst/>
              <a:gdLst/>
              <a:ahLst/>
              <a:cxnLst/>
              <a:rect l="l" t="t" r="r" b="b"/>
              <a:pathLst>
                <a:path w="1920" h="533" extrusionOk="0">
                  <a:moveTo>
                    <a:pt x="265" y="1"/>
                  </a:moveTo>
                  <a:cubicBezTo>
                    <a:pt x="118" y="1"/>
                    <a:pt x="0" y="120"/>
                    <a:pt x="0" y="267"/>
                  </a:cubicBezTo>
                  <a:cubicBezTo>
                    <a:pt x="0" y="413"/>
                    <a:pt x="118" y="532"/>
                    <a:pt x="265" y="532"/>
                  </a:cubicBezTo>
                  <a:lnTo>
                    <a:pt x="1653" y="532"/>
                  </a:lnTo>
                  <a:cubicBezTo>
                    <a:pt x="1799" y="532"/>
                    <a:pt x="1918" y="413"/>
                    <a:pt x="1918" y="267"/>
                  </a:cubicBezTo>
                  <a:cubicBezTo>
                    <a:pt x="1919" y="120"/>
                    <a:pt x="1800" y="1"/>
                    <a:pt x="16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4" name="Google Shape;2048;p58">
              <a:extLst>
                <a:ext uri="{FF2B5EF4-FFF2-40B4-BE49-F238E27FC236}">
                  <a16:creationId xmlns:a16="http://schemas.microsoft.com/office/drawing/2014/main" id="{0FBF54AC-9090-41C4-8DEB-64D11F9C1E46}"/>
                </a:ext>
              </a:extLst>
            </p:cNvPr>
            <p:cNvSpPr/>
            <p:nvPr/>
          </p:nvSpPr>
          <p:spPr>
            <a:xfrm>
              <a:off x="3418576" y="3685309"/>
              <a:ext cx="63682" cy="17612"/>
            </a:xfrm>
            <a:custGeom>
              <a:avLst/>
              <a:gdLst/>
              <a:ahLst/>
              <a:cxnLst/>
              <a:rect l="l" t="t" r="r" b="b"/>
              <a:pathLst>
                <a:path w="1920" h="531" extrusionOk="0">
                  <a:moveTo>
                    <a:pt x="265" y="0"/>
                  </a:moveTo>
                  <a:cubicBezTo>
                    <a:pt x="118" y="0"/>
                    <a:pt x="0" y="119"/>
                    <a:pt x="0" y="265"/>
                  </a:cubicBezTo>
                  <a:cubicBezTo>
                    <a:pt x="0" y="412"/>
                    <a:pt x="118" y="531"/>
                    <a:pt x="265" y="531"/>
                  </a:cubicBezTo>
                  <a:lnTo>
                    <a:pt x="1653" y="531"/>
                  </a:lnTo>
                  <a:cubicBezTo>
                    <a:pt x="1799" y="531"/>
                    <a:pt x="1918" y="412"/>
                    <a:pt x="1918" y="265"/>
                  </a:cubicBezTo>
                  <a:cubicBezTo>
                    <a:pt x="1919" y="119"/>
                    <a:pt x="1800" y="0"/>
                    <a:pt x="16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5" name="Google Shape;2049;p58">
              <a:extLst>
                <a:ext uri="{FF2B5EF4-FFF2-40B4-BE49-F238E27FC236}">
                  <a16:creationId xmlns:a16="http://schemas.microsoft.com/office/drawing/2014/main" id="{A72DDC39-2B9E-4C4A-974D-D97B3E1C2C61}"/>
                </a:ext>
              </a:extLst>
            </p:cNvPr>
            <p:cNvSpPr/>
            <p:nvPr/>
          </p:nvSpPr>
          <p:spPr>
            <a:xfrm>
              <a:off x="3501096" y="3584181"/>
              <a:ext cx="112471" cy="17645"/>
            </a:xfrm>
            <a:custGeom>
              <a:avLst/>
              <a:gdLst/>
              <a:ahLst/>
              <a:cxnLst/>
              <a:rect l="l" t="t" r="r" b="b"/>
              <a:pathLst>
                <a:path w="3391" h="532" extrusionOk="0">
                  <a:moveTo>
                    <a:pt x="267" y="1"/>
                  </a:moveTo>
                  <a:cubicBezTo>
                    <a:pt x="120" y="1"/>
                    <a:pt x="1" y="119"/>
                    <a:pt x="1" y="266"/>
                  </a:cubicBezTo>
                  <a:cubicBezTo>
                    <a:pt x="1" y="412"/>
                    <a:pt x="120" y="532"/>
                    <a:pt x="267" y="532"/>
                  </a:cubicBezTo>
                  <a:lnTo>
                    <a:pt x="3124" y="532"/>
                  </a:lnTo>
                  <a:cubicBezTo>
                    <a:pt x="3271" y="532"/>
                    <a:pt x="3390" y="412"/>
                    <a:pt x="3390" y="266"/>
                  </a:cubicBezTo>
                  <a:cubicBezTo>
                    <a:pt x="3390" y="119"/>
                    <a:pt x="3271" y="1"/>
                    <a:pt x="31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6" name="Google Shape;2050;p58">
              <a:extLst>
                <a:ext uri="{FF2B5EF4-FFF2-40B4-BE49-F238E27FC236}">
                  <a16:creationId xmlns:a16="http://schemas.microsoft.com/office/drawing/2014/main" id="{E050F2F9-FA00-445D-A636-EF30D0F32C66}"/>
                </a:ext>
              </a:extLst>
            </p:cNvPr>
            <p:cNvSpPr/>
            <p:nvPr/>
          </p:nvSpPr>
          <p:spPr>
            <a:xfrm>
              <a:off x="3627630" y="3584181"/>
              <a:ext cx="93731" cy="17645"/>
            </a:xfrm>
            <a:custGeom>
              <a:avLst/>
              <a:gdLst/>
              <a:ahLst/>
              <a:cxnLst/>
              <a:rect l="l" t="t" r="r" b="b"/>
              <a:pathLst>
                <a:path w="2826" h="532" extrusionOk="0">
                  <a:moveTo>
                    <a:pt x="266" y="1"/>
                  </a:moveTo>
                  <a:cubicBezTo>
                    <a:pt x="119" y="1"/>
                    <a:pt x="0" y="119"/>
                    <a:pt x="0" y="266"/>
                  </a:cubicBezTo>
                  <a:cubicBezTo>
                    <a:pt x="0" y="412"/>
                    <a:pt x="119" y="532"/>
                    <a:pt x="266" y="532"/>
                  </a:cubicBezTo>
                  <a:lnTo>
                    <a:pt x="2560" y="532"/>
                  </a:lnTo>
                  <a:cubicBezTo>
                    <a:pt x="2707" y="532"/>
                    <a:pt x="2826" y="412"/>
                    <a:pt x="2826" y="266"/>
                  </a:cubicBezTo>
                  <a:cubicBezTo>
                    <a:pt x="2826" y="119"/>
                    <a:pt x="2707" y="1"/>
                    <a:pt x="25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7" name="Google Shape;2051;p58">
              <a:extLst>
                <a:ext uri="{FF2B5EF4-FFF2-40B4-BE49-F238E27FC236}">
                  <a16:creationId xmlns:a16="http://schemas.microsoft.com/office/drawing/2014/main" id="{93185194-5971-4957-9385-E341A823CC4B}"/>
                </a:ext>
              </a:extLst>
            </p:cNvPr>
            <p:cNvSpPr/>
            <p:nvPr/>
          </p:nvSpPr>
          <p:spPr>
            <a:xfrm>
              <a:off x="3501096" y="3617879"/>
              <a:ext cx="218176" cy="17645"/>
            </a:xfrm>
            <a:custGeom>
              <a:avLst/>
              <a:gdLst/>
              <a:ahLst/>
              <a:cxnLst/>
              <a:rect l="l" t="t" r="r" b="b"/>
              <a:pathLst>
                <a:path w="6578" h="532" extrusionOk="0">
                  <a:moveTo>
                    <a:pt x="267" y="0"/>
                  </a:moveTo>
                  <a:cubicBezTo>
                    <a:pt x="120" y="0"/>
                    <a:pt x="1" y="119"/>
                    <a:pt x="1" y="266"/>
                  </a:cubicBezTo>
                  <a:cubicBezTo>
                    <a:pt x="1" y="413"/>
                    <a:pt x="120" y="532"/>
                    <a:pt x="267" y="532"/>
                  </a:cubicBezTo>
                  <a:lnTo>
                    <a:pt x="6311" y="532"/>
                  </a:lnTo>
                  <a:cubicBezTo>
                    <a:pt x="6458" y="532"/>
                    <a:pt x="6577" y="413"/>
                    <a:pt x="6577" y="266"/>
                  </a:cubicBezTo>
                  <a:cubicBezTo>
                    <a:pt x="6577" y="119"/>
                    <a:pt x="6458" y="0"/>
                    <a:pt x="63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8" name="Google Shape;2052;p58">
              <a:extLst>
                <a:ext uri="{FF2B5EF4-FFF2-40B4-BE49-F238E27FC236}">
                  <a16:creationId xmlns:a16="http://schemas.microsoft.com/office/drawing/2014/main" id="{671844D9-4CFC-42B8-84AD-0751C6FE5991}"/>
                </a:ext>
              </a:extLst>
            </p:cNvPr>
            <p:cNvSpPr/>
            <p:nvPr/>
          </p:nvSpPr>
          <p:spPr>
            <a:xfrm>
              <a:off x="3501096" y="3651578"/>
              <a:ext cx="76053" cy="17678"/>
            </a:xfrm>
            <a:custGeom>
              <a:avLst/>
              <a:gdLst/>
              <a:ahLst/>
              <a:cxnLst/>
              <a:rect l="l" t="t" r="r" b="b"/>
              <a:pathLst>
                <a:path w="2293" h="533" extrusionOk="0">
                  <a:moveTo>
                    <a:pt x="267" y="1"/>
                  </a:moveTo>
                  <a:cubicBezTo>
                    <a:pt x="120" y="1"/>
                    <a:pt x="1" y="120"/>
                    <a:pt x="1" y="267"/>
                  </a:cubicBezTo>
                  <a:cubicBezTo>
                    <a:pt x="1" y="413"/>
                    <a:pt x="120" y="532"/>
                    <a:pt x="267" y="532"/>
                  </a:cubicBezTo>
                  <a:lnTo>
                    <a:pt x="2028" y="532"/>
                  </a:lnTo>
                  <a:cubicBezTo>
                    <a:pt x="2174" y="532"/>
                    <a:pt x="2293" y="413"/>
                    <a:pt x="2293" y="267"/>
                  </a:cubicBezTo>
                  <a:cubicBezTo>
                    <a:pt x="2293" y="120"/>
                    <a:pt x="2174" y="1"/>
                    <a:pt x="20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9" name="Google Shape;2053;p58">
              <a:extLst>
                <a:ext uri="{FF2B5EF4-FFF2-40B4-BE49-F238E27FC236}">
                  <a16:creationId xmlns:a16="http://schemas.microsoft.com/office/drawing/2014/main" id="{454A2533-1B17-4B88-8D59-B17C6F662D4C}"/>
                </a:ext>
              </a:extLst>
            </p:cNvPr>
            <p:cNvSpPr/>
            <p:nvPr/>
          </p:nvSpPr>
          <p:spPr>
            <a:xfrm>
              <a:off x="3590217" y="3651578"/>
              <a:ext cx="76053" cy="17678"/>
            </a:xfrm>
            <a:custGeom>
              <a:avLst/>
              <a:gdLst/>
              <a:ahLst/>
              <a:cxnLst/>
              <a:rect l="l" t="t" r="r" b="b"/>
              <a:pathLst>
                <a:path w="2293" h="533" extrusionOk="0">
                  <a:moveTo>
                    <a:pt x="267" y="1"/>
                  </a:moveTo>
                  <a:cubicBezTo>
                    <a:pt x="120" y="1"/>
                    <a:pt x="1" y="120"/>
                    <a:pt x="1" y="267"/>
                  </a:cubicBezTo>
                  <a:cubicBezTo>
                    <a:pt x="1" y="413"/>
                    <a:pt x="120" y="532"/>
                    <a:pt x="267" y="532"/>
                  </a:cubicBezTo>
                  <a:lnTo>
                    <a:pt x="2027" y="532"/>
                  </a:lnTo>
                  <a:cubicBezTo>
                    <a:pt x="2174" y="532"/>
                    <a:pt x="2293" y="413"/>
                    <a:pt x="2293" y="267"/>
                  </a:cubicBezTo>
                  <a:cubicBezTo>
                    <a:pt x="2293" y="120"/>
                    <a:pt x="2174" y="1"/>
                    <a:pt x="20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0" name="Google Shape;2054;p58">
              <a:extLst>
                <a:ext uri="{FF2B5EF4-FFF2-40B4-BE49-F238E27FC236}">
                  <a16:creationId xmlns:a16="http://schemas.microsoft.com/office/drawing/2014/main" id="{56CD6244-7E31-414F-A213-DEBAF8670492}"/>
                </a:ext>
              </a:extLst>
            </p:cNvPr>
            <p:cNvSpPr/>
            <p:nvPr/>
          </p:nvSpPr>
          <p:spPr>
            <a:xfrm>
              <a:off x="3680367" y="3651578"/>
              <a:ext cx="38905" cy="17678"/>
            </a:xfrm>
            <a:custGeom>
              <a:avLst/>
              <a:gdLst/>
              <a:ahLst/>
              <a:cxnLst/>
              <a:rect l="l" t="t" r="r" b="b"/>
              <a:pathLst>
                <a:path w="1173" h="533" extrusionOk="0">
                  <a:moveTo>
                    <a:pt x="266" y="1"/>
                  </a:moveTo>
                  <a:cubicBezTo>
                    <a:pt x="119" y="1"/>
                    <a:pt x="1" y="120"/>
                    <a:pt x="1" y="267"/>
                  </a:cubicBezTo>
                  <a:cubicBezTo>
                    <a:pt x="1" y="413"/>
                    <a:pt x="120" y="532"/>
                    <a:pt x="266" y="532"/>
                  </a:cubicBezTo>
                  <a:lnTo>
                    <a:pt x="906" y="532"/>
                  </a:lnTo>
                  <a:cubicBezTo>
                    <a:pt x="1053" y="532"/>
                    <a:pt x="1172" y="413"/>
                    <a:pt x="1172" y="267"/>
                  </a:cubicBezTo>
                  <a:cubicBezTo>
                    <a:pt x="1172" y="120"/>
                    <a:pt x="1053" y="1"/>
                    <a:pt x="9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1" name="Google Shape;2055;p58">
              <a:extLst>
                <a:ext uri="{FF2B5EF4-FFF2-40B4-BE49-F238E27FC236}">
                  <a16:creationId xmlns:a16="http://schemas.microsoft.com/office/drawing/2014/main" id="{410CF4E2-CAB5-429C-B60F-8A54A0703C31}"/>
                </a:ext>
              </a:extLst>
            </p:cNvPr>
            <p:cNvSpPr/>
            <p:nvPr/>
          </p:nvSpPr>
          <p:spPr>
            <a:xfrm>
              <a:off x="3501096" y="3685309"/>
              <a:ext cx="218176" cy="17612"/>
            </a:xfrm>
            <a:custGeom>
              <a:avLst/>
              <a:gdLst/>
              <a:ahLst/>
              <a:cxnLst/>
              <a:rect l="l" t="t" r="r" b="b"/>
              <a:pathLst>
                <a:path w="6578" h="531" extrusionOk="0">
                  <a:moveTo>
                    <a:pt x="267" y="0"/>
                  </a:moveTo>
                  <a:cubicBezTo>
                    <a:pt x="120" y="0"/>
                    <a:pt x="1" y="119"/>
                    <a:pt x="1" y="265"/>
                  </a:cubicBezTo>
                  <a:cubicBezTo>
                    <a:pt x="1" y="412"/>
                    <a:pt x="120" y="531"/>
                    <a:pt x="267" y="531"/>
                  </a:cubicBezTo>
                  <a:lnTo>
                    <a:pt x="6311" y="531"/>
                  </a:lnTo>
                  <a:cubicBezTo>
                    <a:pt x="6458" y="531"/>
                    <a:pt x="6577" y="412"/>
                    <a:pt x="6577" y="265"/>
                  </a:cubicBezTo>
                  <a:cubicBezTo>
                    <a:pt x="6577" y="119"/>
                    <a:pt x="6458" y="0"/>
                    <a:pt x="63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2" name="Google Shape;2056;p58">
              <a:extLst>
                <a:ext uri="{FF2B5EF4-FFF2-40B4-BE49-F238E27FC236}">
                  <a16:creationId xmlns:a16="http://schemas.microsoft.com/office/drawing/2014/main" id="{5D575F6F-DB9C-4339-B297-80BA69CF46F9}"/>
                </a:ext>
              </a:extLst>
            </p:cNvPr>
            <p:cNvSpPr/>
            <p:nvPr/>
          </p:nvSpPr>
          <p:spPr>
            <a:xfrm>
              <a:off x="3704546" y="3221495"/>
              <a:ext cx="59735" cy="105771"/>
            </a:xfrm>
            <a:custGeom>
              <a:avLst/>
              <a:gdLst/>
              <a:ahLst/>
              <a:cxnLst/>
              <a:rect l="l" t="t" r="r" b="b"/>
              <a:pathLst>
                <a:path w="1801" h="3189" extrusionOk="0">
                  <a:moveTo>
                    <a:pt x="1270" y="533"/>
                  </a:moveTo>
                  <a:lnTo>
                    <a:pt x="1270" y="1231"/>
                  </a:lnTo>
                  <a:lnTo>
                    <a:pt x="565" y="1231"/>
                  </a:lnTo>
                  <a:lnTo>
                    <a:pt x="565" y="533"/>
                  </a:lnTo>
                  <a:close/>
                  <a:moveTo>
                    <a:pt x="476" y="1"/>
                  </a:moveTo>
                  <a:cubicBezTo>
                    <a:pt x="233" y="1"/>
                    <a:pt x="34" y="200"/>
                    <a:pt x="34" y="444"/>
                  </a:cubicBezTo>
                  <a:lnTo>
                    <a:pt x="34" y="1320"/>
                  </a:lnTo>
                  <a:cubicBezTo>
                    <a:pt x="34" y="1564"/>
                    <a:pt x="233" y="1763"/>
                    <a:pt x="476" y="1763"/>
                  </a:cubicBezTo>
                  <a:lnTo>
                    <a:pt x="626" y="1763"/>
                  </a:lnTo>
                  <a:lnTo>
                    <a:pt x="626" y="2657"/>
                  </a:lnTo>
                  <a:lnTo>
                    <a:pt x="267" y="2657"/>
                  </a:lnTo>
                  <a:cubicBezTo>
                    <a:pt x="120" y="2657"/>
                    <a:pt x="1" y="2776"/>
                    <a:pt x="1" y="2923"/>
                  </a:cubicBezTo>
                  <a:cubicBezTo>
                    <a:pt x="1" y="3070"/>
                    <a:pt x="120" y="3189"/>
                    <a:pt x="267" y="3189"/>
                  </a:cubicBezTo>
                  <a:lnTo>
                    <a:pt x="714" y="3189"/>
                  </a:lnTo>
                  <a:cubicBezTo>
                    <a:pt x="959" y="3189"/>
                    <a:pt x="1157" y="2991"/>
                    <a:pt x="1157" y="2746"/>
                  </a:cubicBezTo>
                  <a:lnTo>
                    <a:pt x="1157" y="1763"/>
                  </a:lnTo>
                  <a:lnTo>
                    <a:pt x="1358" y="1763"/>
                  </a:lnTo>
                  <a:cubicBezTo>
                    <a:pt x="1602" y="1763"/>
                    <a:pt x="1801" y="1564"/>
                    <a:pt x="1801" y="1320"/>
                  </a:cubicBezTo>
                  <a:lnTo>
                    <a:pt x="1801" y="444"/>
                  </a:lnTo>
                  <a:cubicBezTo>
                    <a:pt x="1801" y="200"/>
                    <a:pt x="1602" y="1"/>
                    <a:pt x="13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E469DFFF-72B3-4F93-A632-1CFEEBDBF675}"/>
              </a:ext>
            </a:extLst>
          </p:cNvPr>
          <p:cNvSpPr txBox="1"/>
          <p:nvPr/>
        </p:nvSpPr>
        <p:spPr>
          <a:xfrm>
            <a:off x="6573115" y="2509699"/>
            <a:ext cx="18706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a-IR" sz="1600" b="0" i="0" dirty="0">
                <a:solidFill>
                  <a:schemeClr val="tx1"/>
                </a:solidFill>
                <a:effectLst/>
                <a:latin typeface="Vazir" panose="020B0603030804020204" pitchFamily="34" charset="-78"/>
                <a:cs typeface="Vazir" panose="020B0603030804020204" pitchFamily="34" charset="-78"/>
              </a:rPr>
              <a:t>خودروی بدون راننده</a:t>
            </a:r>
            <a:endParaRPr lang="en-US" sz="1600" dirty="0">
              <a:solidFill>
                <a:schemeClr val="tx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9926CE7-73BD-4539-A279-2A991A5E2701}"/>
              </a:ext>
            </a:extLst>
          </p:cNvPr>
          <p:cNvCxnSpPr>
            <a:cxnSpLocks/>
            <a:stCxn id="84" idx="1"/>
            <a:endCxn id="84" idx="1"/>
          </p:cNvCxnSpPr>
          <p:nvPr/>
        </p:nvCxnSpPr>
        <p:spPr>
          <a:xfrm>
            <a:off x="4976338" y="4137457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55E6BBB-DF20-4594-B661-DCC73DE24C7D}"/>
              </a:ext>
            </a:extLst>
          </p:cNvPr>
          <p:cNvSpPr txBox="1"/>
          <p:nvPr/>
        </p:nvSpPr>
        <p:spPr>
          <a:xfrm>
            <a:off x="5927104" y="3248235"/>
            <a:ext cx="27687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a-IR" sz="1600" b="0" i="0" dirty="0">
                <a:solidFill>
                  <a:schemeClr val="tx1"/>
                </a:solidFill>
                <a:effectLst/>
                <a:latin typeface="Vazir" panose="020B0603030804020204" pitchFamily="34" charset="-78"/>
                <a:cs typeface="Vazir" panose="020B0603030804020204" pitchFamily="34" charset="-78"/>
              </a:rPr>
              <a:t>کاملاً خودمختار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3D2978C-6AFD-4EA0-9F41-1329810CBF86}"/>
              </a:ext>
            </a:extLst>
          </p:cNvPr>
          <p:cNvSpPr txBox="1"/>
          <p:nvPr/>
        </p:nvSpPr>
        <p:spPr>
          <a:xfrm>
            <a:off x="4847993" y="3938299"/>
            <a:ext cx="40844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a-IR" b="0" i="0" dirty="0">
                <a:solidFill>
                  <a:schemeClr val="tx1"/>
                </a:solidFill>
                <a:effectLst/>
                <a:latin typeface="Vazir" panose="020B0603030804020204" pitchFamily="34" charset="-78"/>
                <a:cs typeface="Vazir" panose="020B0603030804020204" pitchFamily="34" charset="-78"/>
              </a:rPr>
              <a:t>ترکیبی از حسگرها، دوربین ها، رادار و هوش مصنوعی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75" name="Google Shape;2006;p58">
            <a:extLst>
              <a:ext uri="{FF2B5EF4-FFF2-40B4-BE49-F238E27FC236}">
                <a16:creationId xmlns:a16="http://schemas.microsoft.com/office/drawing/2014/main" id="{E7124432-E310-4DD0-B779-EE9086004C57}"/>
              </a:ext>
            </a:extLst>
          </p:cNvPr>
          <p:cNvCxnSpPr>
            <a:cxnSpLocks/>
          </p:cNvCxnSpPr>
          <p:nvPr/>
        </p:nvCxnSpPr>
        <p:spPr>
          <a:xfrm>
            <a:off x="3998039" y="4111771"/>
            <a:ext cx="978299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diamond" w="med" len="med"/>
          </a:ln>
        </p:spPr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CB035F57-2BCE-4D12-BD28-1BA2B05F1D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0169" y="2509699"/>
            <a:ext cx="3576320" cy="201168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436079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" grpId="0" animBg="1"/>
      <p:bldP spid="83" grpId="0" animBg="1"/>
      <p:bldP spid="84" grpId="0" animBg="1"/>
      <p:bldP spid="7" grpId="0"/>
      <p:bldP spid="16" grpId="0"/>
      <p:bldP spid="1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Rectangle: Rounded Corners 104">
            <a:extLst>
              <a:ext uri="{FF2B5EF4-FFF2-40B4-BE49-F238E27FC236}">
                <a16:creationId xmlns:a16="http://schemas.microsoft.com/office/drawing/2014/main" id="{632BED8C-9C47-49D8-B547-D61FA1D8AC1C}"/>
              </a:ext>
            </a:extLst>
          </p:cNvPr>
          <p:cNvSpPr/>
          <p:nvPr/>
        </p:nvSpPr>
        <p:spPr>
          <a:xfrm>
            <a:off x="6243535" y="238105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7E1BC96A-4EDB-468B-85CA-114E38EA8F54}"/>
              </a:ext>
            </a:extLst>
          </p:cNvPr>
          <p:cNvSpPr txBox="1"/>
          <p:nvPr/>
        </p:nvSpPr>
        <p:spPr>
          <a:xfrm>
            <a:off x="6241939" y="338876"/>
            <a:ext cx="1946382" cy="29238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300" b="1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معرفی ماشین های خودران</a:t>
            </a:r>
            <a:endParaRPr lang="en-US" sz="1300" b="1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87247245-3F8C-4F9D-AA30-1407488ED3C5}"/>
              </a:ext>
            </a:extLst>
          </p:cNvPr>
          <p:cNvSpPr/>
          <p:nvPr/>
        </p:nvSpPr>
        <p:spPr>
          <a:xfrm>
            <a:off x="4240681" y="247651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712B808-2220-4A59-BCA1-EE7CCF3B2C91}"/>
              </a:ext>
            </a:extLst>
          </p:cNvPr>
          <p:cNvSpPr txBox="1"/>
          <p:nvPr/>
        </p:nvSpPr>
        <p:spPr>
          <a:xfrm>
            <a:off x="4237489" y="389622"/>
            <a:ext cx="1946382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تاریخچه و تکامل</a:t>
            </a:r>
            <a:endParaRPr lang="en-US" sz="1200" dirty="0">
              <a:solidFill>
                <a:schemeClr val="tx1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  <a:p>
            <a:pPr algn="ctr"/>
            <a:endParaRPr lang="en-US" sz="1200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73A4E425-503F-4DE0-A489-464B14C59EB7}"/>
              </a:ext>
            </a:extLst>
          </p:cNvPr>
          <p:cNvSpPr/>
          <p:nvPr/>
        </p:nvSpPr>
        <p:spPr>
          <a:xfrm>
            <a:off x="2236231" y="238105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490EAC1-C274-4354-9F8F-0DF8E4AE22BB}"/>
              </a:ext>
            </a:extLst>
          </p:cNvPr>
          <p:cNvSpPr txBox="1"/>
          <p:nvPr/>
        </p:nvSpPr>
        <p:spPr>
          <a:xfrm>
            <a:off x="2234635" y="338876"/>
            <a:ext cx="194638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چرا ماشین های خودران؟</a:t>
            </a:r>
            <a:endParaRPr lang="en-US" sz="1200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12A244D5-94D4-4066-BCA4-0D3A39B625B5}"/>
              </a:ext>
            </a:extLst>
          </p:cNvPr>
          <p:cNvSpPr/>
          <p:nvPr/>
        </p:nvSpPr>
        <p:spPr>
          <a:xfrm>
            <a:off x="230185" y="234416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B52F1FC-F825-4507-BB38-13169985EE27}"/>
              </a:ext>
            </a:extLst>
          </p:cNvPr>
          <p:cNvSpPr txBox="1"/>
          <p:nvPr/>
        </p:nvSpPr>
        <p:spPr>
          <a:xfrm>
            <a:off x="228589" y="335187"/>
            <a:ext cx="194638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Segoe UI Variable Text Semiligh" pitchFamily="2" charset="0"/>
                <a:ea typeface="Source Sans Pro" panose="020B0503030403020204" pitchFamily="34" charset="0"/>
                <a:cs typeface="Vazir" panose="020B0603030804020204" pitchFamily="34" charset="-78"/>
              </a:rPr>
              <a:t>اجزای اصلی</a:t>
            </a:r>
            <a:endParaRPr lang="en-US" sz="1200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716A55E5-3250-4C78-8D92-F22BD61FAC0B}"/>
              </a:ext>
            </a:extLst>
          </p:cNvPr>
          <p:cNvSpPr/>
          <p:nvPr/>
        </p:nvSpPr>
        <p:spPr>
          <a:xfrm>
            <a:off x="6243535" y="816539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AD80162-6797-409F-8910-1141C2F43033}"/>
              </a:ext>
            </a:extLst>
          </p:cNvPr>
          <p:cNvSpPr txBox="1"/>
          <p:nvPr/>
        </p:nvSpPr>
        <p:spPr>
          <a:xfrm>
            <a:off x="6241939" y="917310"/>
            <a:ext cx="194638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نحوه عملکرد</a:t>
            </a:r>
            <a:endParaRPr lang="en-US" sz="1200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E05AF670-C5A9-40FD-A45F-DE9B9CB0E9FC}"/>
              </a:ext>
            </a:extLst>
          </p:cNvPr>
          <p:cNvSpPr/>
          <p:nvPr/>
        </p:nvSpPr>
        <p:spPr>
          <a:xfrm>
            <a:off x="4240681" y="826085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51BAAE2-358F-4B30-A158-D5A500E14701}"/>
              </a:ext>
            </a:extLst>
          </p:cNvPr>
          <p:cNvSpPr txBox="1"/>
          <p:nvPr/>
        </p:nvSpPr>
        <p:spPr>
          <a:xfrm>
            <a:off x="4239085" y="926856"/>
            <a:ext cx="194638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چالش ها و موانع</a:t>
            </a:r>
            <a:endParaRPr lang="en-US" sz="1200" dirty="0">
              <a:solidFill>
                <a:schemeClr val="tx1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</p:txBody>
      </p: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A2337CF5-6624-4C58-9CFC-5215A2541A60}"/>
              </a:ext>
            </a:extLst>
          </p:cNvPr>
          <p:cNvSpPr/>
          <p:nvPr/>
        </p:nvSpPr>
        <p:spPr>
          <a:xfrm>
            <a:off x="2236231" y="816539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1AA35C7-BFF0-415B-9601-A03373469462}"/>
              </a:ext>
            </a:extLst>
          </p:cNvPr>
          <p:cNvSpPr txBox="1"/>
          <p:nvPr/>
        </p:nvSpPr>
        <p:spPr>
          <a:xfrm>
            <a:off x="2234635" y="917310"/>
            <a:ext cx="194638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آینده ماشین های خودران</a:t>
            </a:r>
            <a:endParaRPr lang="en-US" sz="1200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78C40EB4-CF69-40C8-B849-F987139B14AD}"/>
              </a:ext>
            </a:extLst>
          </p:cNvPr>
          <p:cNvSpPr/>
          <p:nvPr/>
        </p:nvSpPr>
        <p:spPr>
          <a:xfrm>
            <a:off x="230185" y="812850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EE70279-4315-460F-BA5D-2D3B49A2C580}"/>
              </a:ext>
            </a:extLst>
          </p:cNvPr>
          <p:cNvSpPr txBox="1"/>
          <p:nvPr/>
        </p:nvSpPr>
        <p:spPr>
          <a:xfrm>
            <a:off x="228589" y="913621"/>
            <a:ext cx="194638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منابع</a:t>
            </a:r>
            <a:endParaRPr lang="en-US" sz="1200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pic>
        <p:nvPicPr>
          <p:cNvPr id="79" name="Google Shape;1742;p51">
            <a:extLst>
              <a:ext uri="{FF2B5EF4-FFF2-40B4-BE49-F238E27FC236}">
                <a16:creationId xmlns:a16="http://schemas.microsoft.com/office/drawing/2014/main" id="{D8B4643C-6CBB-4AAB-AE2B-A63E56614B9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24331" t="5721" r="23342" b="4591"/>
          <a:stretch/>
        </p:blipFill>
        <p:spPr>
          <a:xfrm rot="2268302">
            <a:off x="-2645093" y="-633104"/>
            <a:ext cx="1857374" cy="1790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1829;p51">
            <a:extLst>
              <a:ext uri="{FF2B5EF4-FFF2-40B4-BE49-F238E27FC236}">
                <a16:creationId xmlns:a16="http://schemas.microsoft.com/office/drawing/2014/main" id="{BBC78E24-C423-49D3-8912-C9F4052A97C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8647" t="7960" r="8852" b="8336"/>
          <a:stretch/>
        </p:blipFill>
        <p:spPr>
          <a:xfrm rot="-1406513">
            <a:off x="-1180064" y="58574"/>
            <a:ext cx="1175233" cy="76322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9926CE7-73BD-4539-A279-2A991A5E2701}"/>
              </a:ext>
            </a:extLst>
          </p:cNvPr>
          <p:cNvCxnSpPr>
            <a:cxnSpLocks/>
            <a:stCxn id="84" idx="1"/>
            <a:endCxn id="84" idx="1"/>
          </p:cNvCxnSpPr>
          <p:nvPr/>
        </p:nvCxnSpPr>
        <p:spPr>
          <a:xfrm>
            <a:off x="4976338" y="4137457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4482" y="1630395"/>
            <a:ext cx="3428093" cy="1946208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052" y="3053976"/>
            <a:ext cx="3067834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7241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2146;p59">
            <a:extLst>
              <a:ext uri="{FF2B5EF4-FFF2-40B4-BE49-F238E27FC236}">
                <a16:creationId xmlns:a16="http://schemas.microsoft.com/office/drawing/2014/main" id="{1E111F92-10C0-451A-B33F-7BDCEA0FB72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18647" t="7960" r="8852" b="8336"/>
          <a:stretch/>
        </p:blipFill>
        <p:spPr>
          <a:xfrm rot="-1406513">
            <a:off x="7999804" y="4279605"/>
            <a:ext cx="1175233" cy="7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2148;p59">
            <a:extLst>
              <a:ext uri="{FF2B5EF4-FFF2-40B4-BE49-F238E27FC236}">
                <a16:creationId xmlns:a16="http://schemas.microsoft.com/office/drawing/2014/main" id="{0AA7D8E9-509B-4074-8CFD-82BB1B0AC9E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18647" t="7960" r="8852" b="8336"/>
          <a:stretch/>
        </p:blipFill>
        <p:spPr>
          <a:xfrm rot="9084173">
            <a:off x="7658317" y="3663286"/>
            <a:ext cx="1175231" cy="763226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0091CB7-CA36-4770-914E-7D19D5698634}"/>
              </a:ext>
            </a:extLst>
          </p:cNvPr>
          <p:cNvSpPr/>
          <p:nvPr/>
        </p:nvSpPr>
        <p:spPr>
          <a:xfrm>
            <a:off x="6243535" y="238105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9A6977-8A69-4790-9F80-D7FA3D77EE7F}"/>
              </a:ext>
            </a:extLst>
          </p:cNvPr>
          <p:cNvSpPr txBox="1"/>
          <p:nvPr/>
        </p:nvSpPr>
        <p:spPr>
          <a:xfrm>
            <a:off x="6241939" y="338876"/>
            <a:ext cx="194638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معرفی ماشین های خودران</a:t>
            </a:r>
            <a:endParaRPr lang="en-US" sz="1200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4C1F26F-3BD8-45F9-8DE2-C6525954E657}"/>
              </a:ext>
            </a:extLst>
          </p:cNvPr>
          <p:cNvSpPr/>
          <p:nvPr/>
        </p:nvSpPr>
        <p:spPr>
          <a:xfrm>
            <a:off x="4240681" y="247651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4A3B8E-C842-42BB-A29A-E7F0159973FE}"/>
              </a:ext>
            </a:extLst>
          </p:cNvPr>
          <p:cNvSpPr txBox="1"/>
          <p:nvPr/>
        </p:nvSpPr>
        <p:spPr>
          <a:xfrm>
            <a:off x="4237489" y="389622"/>
            <a:ext cx="1946382" cy="49244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lang="fa-IR" b="1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تاریخچه و تکامل</a:t>
            </a:r>
            <a:endParaRPr lang="en-US" b="1" dirty="0">
              <a:solidFill>
                <a:schemeClr val="tx1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  <a:p>
            <a:pPr algn="ctr"/>
            <a:endParaRPr lang="en-US" sz="1200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017BE0F-C67A-4BF8-942C-BE1EA6114CAF}"/>
              </a:ext>
            </a:extLst>
          </p:cNvPr>
          <p:cNvSpPr/>
          <p:nvPr/>
        </p:nvSpPr>
        <p:spPr>
          <a:xfrm>
            <a:off x="2236231" y="238105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DD2E0-8E3A-45CE-A502-E6B019C669F7}"/>
              </a:ext>
            </a:extLst>
          </p:cNvPr>
          <p:cNvSpPr txBox="1"/>
          <p:nvPr/>
        </p:nvSpPr>
        <p:spPr>
          <a:xfrm>
            <a:off x="2234635" y="338876"/>
            <a:ext cx="194638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چرا ماشین های خودران؟</a:t>
            </a:r>
            <a:endParaRPr lang="en-US" sz="1200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B8BAE95-58CE-4AEC-8853-F06A3D0F56C6}"/>
              </a:ext>
            </a:extLst>
          </p:cNvPr>
          <p:cNvSpPr/>
          <p:nvPr/>
        </p:nvSpPr>
        <p:spPr>
          <a:xfrm>
            <a:off x="230185" y="234416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11E10AD-8419-44CC-B738-1B13A708A5F7}"/>
              </a:ext>
            </a:extLst>
          </p:cNvPr>
          <p:cNvSpPr txBox="1"/>
          <p:nvPr/>
        </p:nvSpPr>
        <p:spPr>
          <a:xfrm>
            <a:off x="228589" y="335187"/>
            <a:ext cx="194638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Segoe UI Variable Text Semiligh" pitchFamily="2" charset="0"/>
                <a:ea typeface="Source Sans Pro" panose="020B0503030403020204" pitchFamily="34" charset="0"/>
                <a:cs typeface="Vazir" panose="020B0603030804020204" pitchFamily="34" charset="-78"/>
              </a:rPr>
              <a:t>اجزای اصلی</a:t>
            </a:r>
            <a:endParaRPr lang="en-US" sz="1200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E05C835-93B3-4885-B983-7FB3DD8669D9}"/>
              </a:ext>
            </a:extLst>
          </p:cNvPr>
          <p:cNvSpPr/>
          <p:nvPr/>
        </p:nvSpPr>
        <p:spPr>
          <a:xfrm>
            <a:off x="6243535" y="816539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5DAC9AE-BAF0-4A89-B8D1-DCB5E3865E95}"/>
              </a:ext>
            </a:extLst>
          </p:cNvPr>
          <p:cNvSpPr txBox="1"/>
          <p:nvPr/>
        </p:nvSpPr>
        <p:spPr>
          <a:xfrm>
            <a:off x="6241939" y="917310"/>
            <a:ext cx="194638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نحوه عملکرد</a:t>
            </a:r>
            <a:endParaRPr lang="en-US" sz="1200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317C9A1-89BC-42A2-A1CE-85FDBE18830F}"/>
              </a:ext>
            </a:extLst>
          </p:cNvPr>
          <p:cNvSpPr/>
          <p:nvPr/>
        </p:nvSpPr>
        <p:spPr>
          <a:xfrm>
            <a:off x="4240681" y="826085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66D9E9B-43CF-425B-8B2B-5F27C5E72B1C}"/>
              </a:ext>
            </a:extLst>
          </p:cNvPr>
          <p:cNvSpPr txBox="1"/>
          <p:nvPr/>
        </p:nvSpPr>
        <p:spPr>
          <a:xfrm>
            <a:off x="4239085" y="926856"/>
            <a:ext cx="194638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چالش ها و موانع</a:t>
            </a:r>
            <a:endParaRPr lang="en-US" sz="1200" dirty="0">
              <a:solidFill>
                <a:schemeClr val="tx1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79901CD-2ECB-423D-B08D-98B43A07E0E0}"/>
              </a:ext>
            </a:extLst>
          </p:cNvPr>
          <p:cNvSpPr/>
          <p:nvPr/>
        </p:nvSpPr>
        <p:spPr>
          <a:xfrm>
            <a:off x="2236231" y="816539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34B8175-5E0D-40E4-A86D-ECED6888F1D1}"/>
              </a:ext>
            </a:extLst>
          </p:cNvPr>
          <p:cNvSpPr txBox="1"/>
          <p:nvPr/>
        </p:nvSpPr>
        <p:spPr>
          <a:xfrm>
            <a:off x="2234635" y="917310"/>
            <a:ext cx="194638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آینده ماشین های خودران</a:t>
            </a:r>
            <a:endParaRPr lang="en-US" sz="1200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06FCCD35-0675-4A7E-9D4F-20D2BB856718}"/>
              </a:ext>
            </a:extLst>
          </p:cNvPr>
          <p:cNvSpPr/>
          <p:nvPr/>
        </p:nvSpPr>
        <p:spPr>
          <a:xfrm>
            <a:off x="230185" y="812850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C994D92-8AAD-471E-83AF-873AF9F07D80}"/>
              </a:ext>
            </a:extLst>
          </p:cNvPr>
          <p:cNvSpPr txBox="1"/>
          <p:nvPr/>
        </p:nvSpPr>
        <p:spPr>
          <a:xfrm>
            <a:off x="228589" y="913621"/>
            <a:ext cx="194638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منابع</a:t>
            </a:r>
            <a:endParaRPr lang="en-US" sz="1200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grpSp>
        <p:nvGrpSpPr>
          <p:cNvPr id="22" name="Google Shape;1265;p36">
            <a:extLst>
              <a:ext uri="{FF2B5EF4-FFF2-40B4-BE49-F238E27FC236}">
                <a16:creationId xmlns:a16="http://schemas.microsoft.com/office/drawing/2014/main" id="{E820EEC6-A2F8-4E40-9E03-0B9ECF93BA6A}"/>
              </a:ext>
            </a:extLst>
          </p:cNvPr>
          <p:cNvGrpSpPr/>
          <p:nvPr/>
        </p:nvGrpSpPr>
        <p:grpSpPr>
          <a:xfrm>
            <a:off x="4947220" y="4343173"/>
            <a:ext cx="76825" cy="76800"/>
            <a:chOff x="3104875" y="1099400"/>
            <a:chExt cx="76825" cy="76800"/>
          </a:xfrm>
        </p:grpSpPr>
        <p:sp>
          <p:nvSpPr>
            <p:cNvPr id="23" name="Google Shape;1266;p36">
              <a:extLst>
                <a:ext uri="{FF2B5EF4-FFF2-40B4-BE49-F238E27FC236}">
                  <a16:creationId xmlns:a16="http://schemas.microsoft.com/office/drawing/2014/main" id="{6BAD57EF-00BE-4B93-9B31-8C10374D1E54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" name="Google Shape;1267;p36">
              <a:extLst>
                <a:ext uri="{FF2B5EF4-FFF2-40B4-BE49-F238E27FC236}">
                  <a16:creationId xmlns:a16="http://schemas.microsoft.com/office/drawing/2014/main" id="{D2797C79-3A56-403C-9424-8F17CC908674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26" name="Google Shape;2062;p59">
            <a:extLst>
              <a:ext uri="{FF2B5EF4-FFF2-40B4-BE49-F238E27FC236}">
                <a16:creationId xmlns:a16="http://schemas.microsoft.com/office/drawing/2014/main" id="{D43409C3-568C-478B-AC1B-47ECC7AA3A85}"/>
              </a:ext>
            </a:extLst>
          </p:cNvPr>
          <p:cNvSpPr/>
          <p:nvPr/>
        </p:nvSpPr>
        <p:spPr>
          <a:xfrm rot="5400000">
            <a:off x="4864769" y="2184464"/>
            <a:ext cx="903900" cy="7836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002E8A">
              <a:alpha val="33000"/>
            </a:srgbClr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" name="Google Shape;2063;p59">
            <a:extLst>
              <a:ext uri="{FF2B5EF4-FFF2-40B4-BE49-F238E27FC236}">
                <a16:creationId xmlns:a16="http://schemas.microsoft.com/office/drawing/2014/main" id="{C5FF4CBE-D063-4B08-BC61-B0B01A5D01BC}"/>
              </a:ext>
            </a:extLst>
          </p:cNvPr>
          <p:cNvSpPr/>
          <p:nvPr/>
        </p:nvSpPr>
        <p:spPr>
          <a:xfrm rot="5400000">
            <a:off x="6776221" y="2490562"/>
            <a:ext cx="903900" cy="7836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002E8A">
              <a:alpha val="33000"/>
            </a:srgbClr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8" name="Google Shape;2064;p59">
            <a:extLst>
              <a:ext uri="{FF2B5EF4-FFF2-40B4-BE49-F238E27FC236}">
                <a16:creationId xmlns:a16="http://schemas.microsoft.com/office/drawing/2014/main" id="{E20F0E23-E801-4E00-BC89-22CF2FCB4203}"/>
              </a:ext>
            </a:extLst>
          </p:cNvPr>
          <p:cNvSpPr/>
          <p:nvPr/>
        </p:nvSpPr>
        <p:spPr>
          <a:xfrm rot="5400000">
            <a:off x="2953318" y="2490562"/>
            <a:ext cx="903900" cy="7836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002E8A">
              <a:alpha val="33000"/>
            </a:srgbClr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9" name="Google Shape;2066;p59">
            <a:extLst>
              <a:ext uri="{FF2B5EF4-FFF2-40B4-BE49-F238E27FC236}">
                <a16:creationId xmlns:a16="http://schemas.microsoft.com/office/drawing/2014/main" id="{14C19D94-22C7-42EE-A68C-FB6A6A03B402}"/>
              </a:ext>
            </a:extLst>
          </p:cNvPr>
          <p:cNvSpPr/>
          <p:nvPr/>
        </p:nvSpPr>
        <p:spPr>
          <a:xfrm rot="10800000">
            <a:off x="6273668" y="2732021"/>
            <a:ext cx="1909006" cy="955096"/>
          </a:xfrm>
          <a:custGeom>
            <a:avLst/>
            <a:gdLst/>
            <a:ahLst/>
            <a:cxnLst/>
            <a:rect l="l" t="t" r="r" b="b"/>
            <a:pathLst>
              <a:path w="44065" h="22050" fill="none" extrusionOk="0">
                <a:moveTo>
                  <a:pt x="0" y="22050"/>
                </a:moveTo>
                <a:cubicBezTo>
                  <a:pt x="0" y="9874"/>
                  <a:pt x="9874" y="1"/>
                  <a:pt x="22049" y="1"/>
                </a:cubicBezTo>
                <a:cubicBezTo>
                  <a:pt x="34191" y="1"/>
                  <a:pt x="44065" y="9874"/>
                  <a:pt x="44065" y="22050"/>
                </a:cubicBezTo>
              </a:path>
            </a:pathLst>
          </a:custGeom>
          <a:noFill/>
          <a:ln w="19050" cap="rnd" cmpd="sng">
            <a:solidFill>
              <a:schemeClr val="dk1"/>
            </a:solidFill>
            <a:prstDash val="solid"/>
            <a:miter lim="33357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1" name="Google Shape;2068;p59">
            <a:extLst>
              <a:ext uri="{FF2B5EF4-FFF2-40B4-BE49-F238E27FC236}">
                <a16:creationId xmlns:a16="http://schemas.microsoft.com/office/drawing/2014/main" id="{3774BD85-CD76-4108-A645-A34A3BEBDE4B}"/>
              </a:ext>
            </a:extLst>
          </p:cNvPr>
          <p:cNvSpPr txBox="1"/>
          <p:nvPr/>
        </p:nvSpPr>
        <p:spPr>
          <a:xfrm>
            <a:off x="2445118" y="1866877"/>
            <a:ext cx="1920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dirty="0">
              <a:solidFill>
                <a:schemeClr val="dk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32" name="Google Shape;2070;p59">
            <a:extLst>
              <a:ext uri="{FF2B5EF4-FFF2-40B4-BE49-F238E27FC236}">
                <a16:creationId xmlns:a16="http://schemas.microsoft.com/office/drawing/2014/main" id="{5C2F4E1C-4958-406C-87BB-ECE32AF80D1D}"/>
              </a:ext>
            </a:extLst>
          </p:cNvPr>
          <p:cNvSpPr/>
          <p:nvPr/>
        </p:nvSpPr>
        <p:spPr>
          <a:xfrm rot="10800000">
            <a:off x="4362195" y="1788428"/>
            <a:ext cx="1909049" cy="953666"/>
          </a:xfrm>
          <a:custGeom>
            <a:avLst/>
            <a:gdLst/>
            <a:ahLst/>
            <a:cxnLst/>
            <a:rect l="l" t="t" r="r" b="b"/>
            <a:pathLst>
              <a:path w="44066" h="22017" fill="none" extrusionOk="0">
                <a:moveTo>
                  <a:pt x="44065" y="1"/>
                </a:moveTo>
                <a:cubicBezTo>
                  <a:pt x="44065" y="12176"/>
                  <a:pt x="34191" y="22016"/>
                  <a:pt x="22049" y="22016"/>
                </a:cubicBezTo>
                <a:cubicBezTo>
                  <a:pt x="9874" y="22016"/>
                  <a:pt x="0" y="12176"/>
                  <a:pt x="0" y="1"/>
                </a:cubicBezTo>
              </a:path>
            </a:pathLst>
          </a:custGeom>
          <a:noFill/>
          <a:ln w="19050" cap="rnd" cmpd="sng">
            <a:solidFill>
              <a:schemeClr val="dk1"/>
            </a:solidFill>
            <a:prstDash val="solid"/>
            <a:miter lim="33357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3" name="Google Shape;2071;p59">
            <a:extLst>
              <a:ext uri="{FF2B5EF4-FFF2-40B4-BE49-F238E27FC236}">
                <a16:creationId xmlns:a16="http://schemas.microsoft.com/office/drawing/2014/main" id="{29581F5B-D888-44CA-978C-754FE9DE85C6}"/>
              </a:ext>
            </a:extLst>
          </p:cNvPr>
          <p:cNvSpPr/>
          <p:nvPr/>
        </p:nvSpPr>
        <p:spPr>
          <a:xfrm rot="10800000">
            <a:off x="2450765" y="2732021"/>
            <a:ext cx="1909006" cy="955096"/>
          </a:xfrm>
          <a:custGeom>
            <a:avLst/>
            <a:gdLst/>
            <a:ahLst/>
            <a:cxnLst/>
            <a:rect l="l" t="t" r="r" b="b"/>
            <a:pathLst>
              <a:path w="44065" h="22050" fill="none" extrusionOk="0">
                <a:moveTo>
                  <a:pt x="0" y="22050"/>
                </a:moveTo>
                <a:cubicBezTo>
                  <a:pt x="0" y="9874"/>
                  <a:pt x="9874" y="1"/>
                  <a:pt x="22049" y="1"/>
                </a:cubicBezTo>
                <a:cubicBezTo>
                  <a:pt x="34191" y="1"/>
                  <a:pt x="44065" y="9874"/>
                  <a:pt x="44065" y="22050"/>
                </a:cubicBezTo>
              </a:path>
            </a:pathLst>
          </a:custGeom>
          <a:noFill/>
          <a:ln w="19050" cap="rnd" cmpd="sng">
            <a:solidFill>
              <a:schemeClr val="dk1"/>
            </a:solidFill>
            <a:prstDash val="solid"/>
            <a:miter lim="33357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5" name="Google Shape;2073;p59">
            <a:extLst>
              <a:ext uri="{FF2B5EF4-FFF2-40B4-BE49-F238E27FC236}">
                <a16:creationId xmlns:a16="http://schemas.microsoft.com/office/drawing/2014/main" id="{231BB18A-B47C-40EF-BA66-B56981773B55}"/>
              </a:ext>
            </a:extLst>
          </p:cNvPr>
          <p:cNvSpPr/>
          <p:nvPr/>
        </p:nvSpPr>
        <p:spPr>
          <a:xfrm rot="10800000">
            <a:off x="6186724" y="2636553"/>
            <a:ext cx="159037" cy="159009"/>
          </a:xfrm>
          <a:custGeom>
            <a:avLst/>
            <a:gdLst/>
            <a:ahLst/>
            <a:cxnLst/>
            <a:rect l="l" t="t" r="r" b="b"/>
            <a:pathLst>
              <a:path w="3671" h="3671" extrusionOk="0">
                <a:moveTo>
                  <a:pt x="1835" y="1"/>
                </a:moveTo>
                <a:cubicBezTo>
                  <a:pt x="835" y="1"/>
                  <a:pt x="1" y="835"/>
                  <a:pt x="1" y="1836"/>
                </a:cubicBezTo>
                <a:cubicBezTo>
                  <a:pt x="1" y="2870"/>
                  <a:pt x="835" y="3670"/>
                  <a:pt x="1835" y="3670"/>
                </a:cubicBezTo>
                <a:cubicBezTo>
                  <a:pt x="2869" y="3670"/>
                  <a:pt x="3670" y="2870"/>
                  <a:pt x="3670" y="1836"/>
                </a:cubicBezTo>
                <a:cubicBezTo>
                  <a:pt x="3670" y="835"/>
                  <a:pt x="2836" y="1"/>
                  <a:pt x="183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6" name="Google Shape;2074;p59">
            <a:extLst>
              <a:ext uri="{FF2B5EF4-FFF2-40B4-BE49-F238E27FC236}">
                <a16:creationId xmlns:a16="http://schemas.microsoft.com/office/drawing/2014/main" id="{8CC47715-C235-44F8-80D9-2A1A6C57E6CE}"/>
              </a:ext>
            </a:extLst>
          </p:cNvPr>
          <p:cNvSpPr/>
          <p:nvPr/>
        </p:nvSpPr>
        <p:spPr>
          <a:xfrm rot="10800000">
            <a:off x="4277796" y="2636553"/>
            <a:ext cx="158994" cy="159009"/>
          </a:xfrm>
          <a:custGeom>
            <a:avLst/>
            <a:gdLst/>
            <a:ahLst/>
            <a:cxnLst/>
            <a:rect l="l" t="t" r="r" b="b"/>
            <a:pathLst>
              <a:path w="3670" h="3671" extrusionOk="0">
                <a:moveTo>
                  <a:pt x="1835" y="1"/>
                </a:moveTo>
                <a:cubicBezTo>
                  <a:pt x="834" y="1"/>
                  <a:pt x="1" y="835"/>
                  <a:pt x="1" y="1836"/>
                </a:cubicBezTo>
                <a:cubicBezTo>
                  <a:pt x="1" y="2870"/>
                  <a:pt x="834" y="3670"/>
                  <a:pt x="1835" y="3670"/>
                </a:cubicBezTo>
                <a:cubicBezTo>
                  <a:pt x="2836" y="3670"/>
                  <a:pt x="3670" y="2870"/>
                  <a:pt x="3670" y="1836"/>
                </a:cubicBezTo>
                <a:cubicBezTo>
                  <a:pt x="3670" y="835"/>
                  <a:pt x="2869" y="1"/>
                  <a:pt x="183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8" name="Google Shape;2076;p59">
            <a:extLst>
              <a:ext uri="{FF2B5EF4-FFF2-40B4-BE49-F238E27FC236}">
                <a16:creationId xmlns:a16="http://schemas.microsoft.com/office/drawing/2014/main" id="{39A4663A-04A3-43C5-A9AC-5974FA276BF8}"/>
              </a:ext>
            </a:extLst>
          </p:cNvPr>
          <p:cNvSpPr txBox="1"/>
          <p:nvPr/>
        </p:nvSpPr>
        <p:spPr>
          <a:xfrm>
            <a:off x="4356570" y="3126384"/>
            <a:ext cx="1920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dirty="0">
              <a:solidFill>
                <a:schemeClr val="dk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39" name="Google Shape;2077;p59">
            <a:extLst>
              <a:ext uri="{FF2B5EF4-FFF2-40B4-BE49-F238E27FC236}">
                <a16:creationId xmlns:a16="http://schemas.microsoft.com/office/drawing/2014/main" id="{70A7AD67-FDEC-4381-ABF3-CADB835E9BCC}"/>
              </a:ext>
            </a:extLst>
          </p:cNvPr>
          <p:cNvSpPr txBox="1"/>
          <p:nvPr/>
        </p:nvSpPr>
        <p:spPr>
          <a:xfrm>
            <a:off x="6268021" y="1866877"/>
            <a:ext cx="1920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dirty="0">
              <a:solidFill>
                <a:schemeClr val="dk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grpSp>
        <p:nvGrpSpPr>
          <p:cNvPr id="149" name="Google Shape;11127;p77">
            <a:extLst>
              <a:ext uri="{FF2B5EF4-FFF2-40B4-BE49-F238E27FC236}">
                <a16:creationId xmlns:a16="http://schemas.microsoft.com/office/drawing/2014/main" id="{EB66413A-4695-44A9-9CAC-D6E9DE82F026}"/>
              </a:ext>
            </a:extLst>
          </p:cNvPr>
          <p:cNvGrpSpPr/>
          <p:nvPr/>
        </p:nvGrpSpPr>
        <p:grpSpPr>
          <a:xfrm>
            <a:off x="3172625" y="2716057"/>
            <a:ext cx="440505" cy="290018"/>
            <a:chOff x="5727616" y="4204699"/>
            <a:chExt cx="440505" cy="290018"/>
          </a:xfrm>
        </p:grpSpPr>
        <p:sp>
          <p:nvSpPr>
            <p:cNvPr id="150" name="Google Shape;11128;p77">
              <a:extLst>
                <a:ext uri="{FF2B5EF4-FFF2-40B4-BE49-F238E27FC236}">
                  <a16:creationId xmlns:a16="http://schemas.microsoft.com/office/drawing/2014/main" id="{71C99277-F270-4C66-B6A1-885FD74DAFF5}"/>
                </a:ext>
              </a:extLst>
            </p:cNvPr>
            <p:cNvSpPr/>
            <p:nvPr/>
          </p:nvSpPr>
          <p:spPr>
            <a:xfrm>
              <a:off x="5727616" y="4204699"/>
              <a:ext cx="440505" cy="290018"/>
            </a:xfrm>
            <a:custGeom>
              <a:avLst/>
              <a:gdLst/>
              <a:ahLst/>
              <a:cxnLst/>
              <a:rect l="l" t="t" r="r" b="b"/>
              <a:pathLst>
                <a:path w="13872" h="9133" extrusionOk="0">
                  <a:moveTo>
                    <a:pt x="13145" y="4465"/>
                  </a:moveTo>
                  <a:lnTo>
                    <a:pt x="13145" y="4870"/>
                  </a:lnTo>
                  <a:lnTo>
                    <a:pt x="12752" y="4870"/>
                  </a:lnTo>
                  <a:lnTo>
                    <a:pt x="12752" y="4465"/>
                  </a:lnTo>
                  <a:close/>
                  <a:moveTo>
                    <a:pt x="1275" y="3941"/>
                  </a:moveTo>
                  <a:lnTo>
                    <a:pt x="1275" y="4430"/>
                  </a:lnTo>
                  <a:cubicBezTo>
                    <a:pt x="1275" y="4775"/>
                    <a:pt x="1013" y="5049"/>
                    <a:pt x="668" y="5049"/>
                  </a:cubicBezTo>
                  <a:lnTo>
                    <a:pt x="418" y="5049"/>
                  </a:lnTo>
                  <a:cubicBezTo>
                    <a:pt x="501" y="4549"/>
                    <a:pt x="810" y="4120"/>
                    <a:pt x="1275" y="3941"/>
                  </a:cubicBezTo>
                  <a:close/>
                  <a:moveTo>
                    <a:pt x="9121" y="417"/>
                  </a:moveTo>
                  <a:cubicBezTo>
                    <a:pt x="9562" y="417"/>
                    <a:pt x="9978" y="620"/>
                    <a:pt x="10252" y="977"/>
                  </a:cubicBezTo>
                  <a:lnTo>
                    <a:pt x="12205" y="3584"/>
                  </a:lnTo>
                  <a:cubicBezTo>
                    <a:pt x="12240" y="3632"/>
                    <a:pt x="12300" y="3656"/>
                    <a:pt x="12360" y="3656"/>
                  </a:cubicBezTo>
                  <a:lnTo>
                    <a:pt x="13312" y="3656"/>
                  </a:lnTo>
                  <a:cubicBezTo>
                    <a:pt x="13431" y="3656"/>
                    <a:pt x="13514" y="3775"/>
                    <a:pt x="13467" y="3882"/>
                  </a:cubicBezTo>
                  <a:lnTo>
                    <a:pt x="13372" y="4060"/>
                  </a:lnTo>
                  <a:lnTo>
                    <a:pt x="12574" y="4060"/>
                  </a:lnTo>
                  <a:cubicBezTo>
                    <a:pt x="12455" y="4060"/>
                    <a:pt x="12360" y="4156"/>
                    <a:pt x="12360" y="4275"/>
                  </a:cubicBezTo>
                  <a:lnTo>
                    <a:pt x="12360" y="5084"/>
                  </a:lnTo>
                  <a:cubicBezTo>
                    <a:pt x="12360" y="5203"/>
                    <a:pt x="12455" y="5299"/>
                    <a:pt x="12574" y="5299"/>
                  </a:cubicBezTo>
                  <a:lnTo>
                    <a:pt x="13181" y="5299"/>
                  </a:lnTo>
                  <a:lnTo>
                    <a:pt x="13181" y="5596"/>
                  </a:lnTo>
                  <a:cubicBezTo>
                    <a:pt x="13181" y="5787"/>
                    <a:pt x="13252" y="5977"/>
                    <a:pt x="13395" y="6096"/>
                  </a:cubicBezTo>
                  <a:cubicBezTo>
                    <a:pt x="13455" y="6156"/>
                    <a:pt x="13479" y="6227"/>
                    <a:pt x="13479" y="6323"/>
                  </a:cubicBezTo>
                  <a:lnTo>
                    <a:pt x="13479" y="6692"/>
                  </a:lnTo>
                  <a:lnTo>
                    <a:pt x="13443" y="6692"/>
                  </a:lnTo>
                  <a:cubicBezTo>
                    <a:pt x="13443" y="7037"/>
                    <a:pt x="13181" y="7311"/>
                    <a:pt x="12836" y="7311"/>
                  </a:cubicBezTo>
                  <a:lnTo>
                    <a:pt x="12526" y="7311"/>
                  </a:lnTo>
                  <a:cubicBezTo>
                    <a:pt x="12419" y="6501"/>
                    <a:pt x="11740" y="5894"/>
                    <a:pt x="10919" y="5894"/>
                  </a:cubicBezTo>
                  <a:cubicBezTo>
                    <a:pt x="10097" y="5894"/>
                    <a:pt x="9419" y="6513"/>
                    <a:pt x="9312" y="7311"/>
                  </a:cubicBezTo>
                  <a:lnTo>
                    <a:pt x="4061" y="7311"/>
                  </a:lnTo>
                  <a:cubicBezTo>
                    <a:pt x="3954" y="6501"/>
                    <a:pt x="3275" y="5894"/>
                    <a:pt x="2454" y="5894"/>
                  </a:cubicBezTo>
                  <a:cubicBezTo>
                    <a:pt x="1632" y="5894"/>
                    <a:pt x="965" y="6501"/>
                    <a:pt x="846" y="7275"/>
                  </a:cubicBezTo>
                  <a:cubicBezTo>
                    <a:pt x="608" y="7204"/>
                    <a:pt x="429" y="6966"/>
                    <a:pt x="429" y="6692"/>
                  </a:cubicBezTo>
                  <a:lnTo>
                    <a:pt x="429" y="5465"/>
                  </a:lnTo>
                  <a:lnTo>
                    <a:pt x="691" y="5465"/>
                  </a:lnTo>
                  <a:cubicBezTo>
                    <a:pt x="1263" y="5465"/>
                    <a:pt x="1703" y="5001"/>
                    <a:pt x="1703" y="4453"/>
                  </a:cubicBezTo>
                  <a:lnTo>
                    <a:pt x="1703" y="3822"/>
                  </a:lnTo>
                  <a:lnTo>
                    <a:pt x="2406" y="3644"/>
                  </a:lnTo>
                  <a:cubicBezTo>
                    <a:pt x="2465" y="3632"/>
                    <a:pt x="2513" y="3596"/>
                    <a:pt x="2525" y="3560"/>
                  </a:cubicBezTo>
                  <a:lnTo>
                    <a:pt x="3954" y="1120"/>
                  </a:lnTo>
                  <a:cubicBezTo>
                    <a:pt x="4204" y="679"/>
                    <a:pt x="4680" y="417"/>
                    <a:pt x="5180" y="417"/>
                  </a:cubicBezTo>
                  <a:close/>
                  <a:moveTo>
                    <a:pt x="2430" y="6275"/>
                  </a:moveTo>
                  <a:cubicBezTo>
                    <a:pt x="3108" y="6275"/>
                    <a:pt x="3656" y="6823"/>
                    <a:pt x="3656" y="7501"/>
                  </a:cubicBezTo>
                  <a:cubicBezTo>
                    <a:pt x="3656" y="8168"/>
                    <a:pt x="3108" y="8716"/>
                    <a:pt x="2430" y="8716"/>
                  </a:cubicBezTo>
                  <a:cubicBezTo>
                    <a:pt x="1763" y="8716"/>
                    <a:pt x="1215" y="8168"/>
                    <a:pt x="1215" y="7501"/>
                  </a:cubicBezTo>
                  <a:cubicBezTo>
                    <a:pt x="1215" y="6823"/>
                    <a:pt x="1763" y="6275"/>
                    <a:pt x="2430" y="6275"/>
                  </a:cubicBezTo>
                  <a:close/>
                  <a:moveTo>
                    <a:pt x="10919" y="6275"/>
                  </a:moveTo>
                  <a:cubicBezTo>
                    <a:pt x="11586" y="6275"/>
                    <a:pt x="12145" y="6823"/>
                    <a:pt x="12145" y="7501"/>
                  </a:cubicBezTo>
                  <a:cubicBezTo>
                    <a:pt x="12145" y="8168"/>
                    <a:pt x="11586" y="8716"/>
                    <a:pt x="10919" y="8716"/>
                  </a:cubicBezTo>
                  <a:cubicBezTo>
                    <a:pt x="10252" y="8716"/>
                    <a:pt x="9693" y="8168"/>
                    <a:pt x="9693" y="7501"/>
                  </a:cubicBezTo>
                  <a:cubicBezTo>
                    <a:pt x="9693" y="6823"/>
                    <a:pt x="10252" y="6275"/>
                    <a:pt x="10919" y="6275"/>
                  </a:cubicBezTo>
                  <a:close/>
                  <a:moveTo>
                    <a:pt x="5144" y="0"/>
                  </a:moveTo>
                  <a:cubicBezTo>
                    <a:pt x="4501" y="0"/>
                    <a:pt x="3894" y="334"/>
                    <a:pt x="3573" y="905"/>
                  </a:cubicBezTo>
                  <a:lnTo>
                    <a:pt x="2180" y="3275"/>
                  </a:lnTo>
                  <a:lnTo>
                    <a:pt x="1430" y="3465"/>
                  </a:lnTo>
                  <a:cubicBezTo>
                    <a:pt x="489" y="3703"/>
                    <a:pt x="1" y="4477"/>
                    <a:pt x="1" y="5251"/>
                  </a:cubicBezTo>
                  <a:lnTo>
                    <a:pt x="1" y="6692"/>
                  </a:lnTo>
                  <a:cubicBezTo>
                    <a:pt x="1" y="7180"/>
                    <a:pt x="358" y="7608"/>
                    <a:pt x="810" y="7692"/>
                  </a:cubicBezTo>
                  <a:cubicBezTo>
                    <a:pt x="906" y="8501"/>
                    <a:pt x="1584" y="9132"/>
                    <a:pt x="2418" y="9132"/>
                  </a:cubicBezTo>
                  <a:cubicBezTo>
                    <a:pt x="3251" y="9132"/>
                    <a:pt x="3930" y="8513"/>
                    <a:pt x="4025" y="7728"/>
                  </a:cubicBezTo>
                  <a:lnTo>
                    <a:pt x="9300" y="7728"/>
                  </a:lnTo>
                  <a:cubicBezTo>
                    <a:pt x="9407" y="8525"/>
                    <a:pt x="10085" y="9132"/>
                    <a:pt x="10907" y="9132"/>
                  </a:cubicBezTo>
                  <a:cubicBezTo>
                    <a:pt x="11740" y="9132"/>
                    <a:pt x="12407" y="8513"/>
                    <a:pt x="12514" y="7728"/>
                  </a:cubicBezTo>
                  <a:lnTo>
                    <a:pt x="12824" y="7728"/>
                  </a:lnTo>
                  <a:cubicBezTo>
                    <a:pt x="13395" y="7728"/>
                    <a:pt x="13836" y="7263"/>
                    <a:pt x="13836" y="6716"/>
                  </a:cubicBezTo>
                  <a:lnTo>
                    <a:pt x="13836" y="6299"/>
                  </a:lnTo>
                  <a:cubicBezTo>
                    <a:pt x="13848" y="6096"/>
                    <a:pt x="13776" y="5918"/>
                    <a:pt x="13645" y="5787"/>
                  </a:cubicBezTo>
                  <a:cubicBezTo>
                    <a:pt x="13586" y="5727"/>
                    <a:pt x="13550" y="5656"/>
                    <a:pt x="13550" y="5561"/>
                  </a:cubicBezTo>
                  <a:lnTo>
                    <a:pt x="13550" y="4572"/>
                  </a:lnTo>
                  <a:lnTo>
                    <a:pt x="13788" y="4037"/>
                  </a:lnTo>
                  <a:cubicBezTo>
                    <a:pt x="13872" y="3846"/>
                    <a:pt x="13872" y="3656"/>
                    <a:pt x="13764" y="3501"/>
                  </a:cubicBezTo>
                  <a:cubicBezTo>
                    <a:pt x="13657" y="3334"/>
                    <a:pt x="13479" y="3239"/>
                    <a:pt x="13288" y="3239"/>
                  </a:cubicBezTo>
                  <a:lnTo>
                    <a:pt x="12443" y="3239"/>
                  </a:lnTo>
                  <a:lnTo>
                    <a:pt x="10550" y="727"/>
                  </a:lnTo>
                  <a:cubicBezTo>
                    <a:pt x="10204" y="262"/>
                    <a:pt x="9657" y="0"/>
                    <a:pt x="908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1" name="Google Shape;11129;p77">
              <a:extLst>
                <a:ext uri="{FF2B5EF4-FFF2-40B4-BE49-F238E27FC236}">
                  <a16:creationId xmlns:a16="http://schemas.microsoft.com/office/drawing/2014/main" id="{EC78DF32-05A6-4D62-8D07-A42C376156EF}"/>
                </a:ext>
              </a:extLst>
            </p:cNvPr>
            <p:cNvSpPr/>
            <p:nvPr/>
          </p:nvSpPr>
          <p:spPr>
            <a:xfrm>
              <a:off x="5779789" y="4416409"/>
              <a:ext cx="52205" cy="51475"/>
            </a:xfrm>
            <a:custGeom>
              <a:avLst/>
              <a:gdLst/>
              <a:ahLst/>
              <a:cxnLst/>
              <a:rect l="l" t="t" r="r" b="b"/>
              <a:pathLst>
                <a:path w="1644" h="1621" extrusionOk="0">
                  <a:moveTo>
                    <a:pt x="811" y="1"/>
                  </a:moveTo>
                  <a:cubicBezTo>
                    <a:pt x="584" y="1"/>
                    <a:pt x="394" y="84"/>
                    <a:pt x="239" y="239"/>
                  </a:cubicBezTo>
                  <a:cubicBezTo>
                    <a:pt x="96" y="382"/>
                    <a:pt x="1" y="596"/>
                    <a:pt x="1" y="799"/>
                  </a:cubicBezTo>
                  <a:cubicBezTo>
                    <a:pt x="1" y="1263"/>
                    <a:pt x="382" y="1620"/>
                    <a:pt x="822" y="1620"/>
                  </a:cubicBezTo>
                  <a:cubicBezTo>
                    <a:pt x="1275" y="1620"/>
                    <a:pt x="1644" y="1263"/>
                    <a:pt x="1644" y="799"/>
                  </a:cubicBezTo>
                  <a:cubicBezTo>
                    <a:pt x="1644" y="739"/>
                    <a:pt x="1632" y="668"/>
                    <a:pt x="1608" y="608"/>
                  </a:cubicBezTo>
                  <a:cubicBezTo>
                    <a:pt x="1557" y="546"/>
                    <a:pt x="1478" y="484"/>
                    <a:pt x="1389" y="484"/>
                  </a:cubicBezTo>
                  <a:cubicBezTo>
                    <a:pt x="1375" y="484"/>
                    <a:pt x="1361" y="486"/>
                    <a:pt x="1346" y="489"/>
                  </a:cubicBezTo>
                  <a:cubicBezTo>
                    <a:pt x="1239" y="525"/>
                    <a:pt x="1168" y="620"/>
                    <a:pt x="1192" y="727"/>
                  </a:cubicBezTo>
                  <a:cubicBezTo>
                    <a:pt x="1203" y="763"/>
                    <a:pt x="1203" y="787"/>
                    <a:pt x="1203" y="822"/>
                  </a:cubicBezTo>
                  <a:cubicBezTo>
                    <a:pt x="1203" y="1037"/>
                    <a:pt x="1025" y="1215"/>
                    <a:pt x="811" y="1215"/>
                  </a:cubicBezTo>
                  <a:cubicBezTo>
                    <a:pt x="584" y="1215"/>
                    <a:pt x="406" y="1037"/>
                    <a:pt x="406" y="822"/>
                  </a:cubicBezTo>
                  <a:cubicBezTo>
                    <a:pt x="406" y="596"/>
                    <a:pt x="584" y="418"/>
                    <a:pt x="811" y="418"/>
                  </a:cubicBezTo>
                  <a:cubicBezTo>
                    <a:pt x="930" y="418"/>
                    <a:pt x="1013" y="322"/>
                    <a:pt x="1013" y="203"/>
                  </a:cubicBezTo>
                  <a:cubicBezTo>
                    <a:pt x="1013" y="84"/>
                    <a:pt x="930" y="1"/>
                    <a:pt x="81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2" name="Google Shape;11130;p77">
              <a:extLst>
                <a:ext uri="{FF2B5EF4-FFF2-40B4-BE49-F238E27FC236}">
                  <a16:creationId xmlns:a16="http://schemas.microsoft.com/office/drawing/2014/main" id="{4A65788E-06CB-4E60-9B98-4FACFF1D10CC}"/>
                </a:ext>
              </a:extLst>
            </p:cNvPr>
            <p:cNvSpPr/>
            <p:nvPr/>
          </p:nvSpPr>
          <p:spPr>
            <a:xfrm>
              <a:off x="6048627" y="4416409"/>
              <a:ext cx="52205" cy="51856"/>
            </a:xfrm>
            <a:custGeom>
              <a:avLst/>
              <a:gdLst/>
              <a:ahLst/>
              <a:cxnLst/>
              <a:rect l="l" t="t" r="r" b="b"/>
              <a:pathLst>
                <a:path w="1644" h="1633" extrusionOk="0">
                  <a:moveTo>
                    <a:pt x="822" y="1"/>
                  </a:moveTo>
                  <a:cubicBezTo>
                    <a:pt x="596" y="1"/>
                    <a:pt x="405" y="84"/>
                    <a:pt x="238" y="239"/>
                  </a:cubicBezTo>
                  <a:cubicBezTo>
                    <a:pt x="95" y="382"/>
                    <a:pt x="0" y="596"/>
                    <a:pt x="0" y="822"/>
                  </a:cubicBezTo>
                  <a:cubicBezTo>
                    <a:pt x="0" y="1263"/>
                    <a:pt x="381" y="1632"/>
                    <a:pt x="822" y="1632"/>
                  </a:cubicBezTo>
                  <a:cubicBezTo>
                    <a:pt x="1274" y="1632"/>
                    <a:pt x="1643" y="1275"/>
                    <a:pt x="1643" y="822"/>
                  </a:cubicBezTo>
                  <a:cubicBezTo>
                    <a:pt x="1643" y="763"/>
                    <a:pt x="1631" y="680"/>
                    <a:pt x="1608" y="620"/>
                  </a:cubicBezTo>
                  <a:cubicBezTo>
                    <a:pt x="1577" y="548"/>
                    <a:pt x="1492" y="484"/>
                    <a:pt x="1400" y="484"/>
                  </a:cubicBezTo>
                  <a:cubicBezTo>
                    <a:pt x="1386" y="484"/>
                    <a:pt x="1372" y="486"/>
                    <a:pt x="1358" y="489"/>
                  </a:cubicBezTo>
                  <a:cubicBezTo>
                    <a:pt x="1250" y="525"/>
                    <a:pt x="1179" y="620"/>
                    <a:pt x="1215" y="727"/>
                  </a:cubicBezTo>
                  <a:cubicBezTo>
                    <a:pt x="1227" y="763"/>
                    <a:pt x="1227" y="787"/>
                    <a:pt x="1227" y="822"/>
                  </a:cubicBezTo>
                  <a:cubicBezTo>
                    <a:pt x="1227" y="1037"/>
                    <a:pt x="1048" y="1215"/>
                    <a:pt x="822" y="1215"/>
                  </a:cubicBezTo>
                  <a:cubicBezTo>
                    <a:pt x="596" y="1215"/>
                    <a:pt x="417" y="1037"/>
                    <a:pt x="417" y="822"/>
                  </a:cubicBezTo>
                  <a:cubicBezTo>
                    <a:pt x="417" y="596"/>
                    <a:pt x="596" y="418"/>
                    <a:pt x="822" y="418"/>
                  </a:cubicBezTo>
                  <a:cubicBezTo>
                    <a:pt x="941" y="418"/>
                    <a:pt x="1036" y="322"/>
                    <a:pt x="1036" y="203"/>
                  </a:cubicBezTo>
                  <a:cubicBezTo>
                    <a:pt x="1036" y="84"/>
                    <a:pt x="941" y="1"/>
                    <a:pt x="822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3" name="Google Shape;11131;p77">
              <a:extLst>
                <a:ext uri="{FF2B5EF4-FFF2-40B4-BE49-F238E27FC236}">
                  <a16:creationId xmlns:a16="http://schemas.microsoft.com/office/drawing/2014/main" id="{34DFE35B-B913-45AB-9AFE-81CFC91FDDAB}"/>
                </a:ext>
              </a:extLst>
            </p:cNvPr>
            <p:cNvSpPr/>
            <p:nvPr/>
          </p:nvSpPr>
          <p:spPr>
            <a:xfrm>
              <a:off x="6000995" y="4365379"/>
              <a:ext cx="122892" cy="58016"/>
            </a:xfrm>
            <a:custGeom>
              <a:avLst/>
              <a:gdLst/>
              <a:ahLst/>
              <a:cxnLst/>
              <a:rect l="l" t="t" r="r" b="b"/>
              <a:pathLst>
                <a:path w="3870" h="1827" extrusionOk="0">
                  <a:moveTo>
                    <a:pt x="2310" y="1"/>
                  </a:moveTo>
                  <a:cubicBezTo>
                    <a:pt x="1810" y="1"/>
                    <a:pt x="1334" y="143"/>
                    <a:pt x="929" y="429"/>
                  </a:cubicBezTo>
                  <a:cubicBezTo>
                    <a:pt x="524" y="715"/>
                    <a:pt x="226" y="1096"/>
                    <a:pt x="48" y="1548"/>
                  </a:cubicBezTo>
                  <a:cubicBezTo>
                    <a:pt x="0" y="1656"/>
                    <a:pt x="60" y="1775"/>
                    <a:pt x="167" y="1810"/>
                  </a:cubicBezTo>
                  <a:cubicBezTo>
                    <a:pt x="192" y="1822"/>
                    <a:pt x="218" y="1827"/>
                    <a:pt x="244" y="1827"/>
                  </a:cubicBezTo>
                  <a:cubicBezTo>
                    <a:pt x="326" y="1827"/>
                    <a:pt x="404" y="1773"/>
                    <a:pt x="441" y="1691"/>
                  </a:cubicBezTo>
                  <a:cubicBezTo>
                    <a:pt x="738" y="917"/>
                    <a:pt x="1488" y="405"/>
                    <a:pt x="2322" y="405"/>
                  </a:cubicBezTo>
                  <a:cubicBezTo>
                    <a:pt x="2774" y="405"/>
                    <a:pt x="3191" y="536"/>
                    <a:pt x="3548" y="798"/>
                  </a:cubicBezTo>
                  <a:cubicBezTo>
                    <a:pt x="3581" y="831"/>
                    <a:pt x="3624" y="846"/>
                    <a:pt x="3667" y="846"/>
                  </a:cubicBezTo>
                  <a:cubicBezTo>
                    <a:pt x="3732" y="846"/>
                    <a:pt x="3798" y="813"/>
                    <a:pt x="3834" y="763"/>
                  </a:cubicBezTo>
                  <a:cubicBezTo>
                    <a:pt x="3870" y="679"/>
                    <a:pt x="3858" y="560"/>
                    <a:pt x="3774" y="489"/>
                  </a:cubicBezTo>
                  <a:cubicBezTo>
                    <a:pt x="3334" y="179"/>
                    <a:pt x="2846" y="1"/>
                    <a:pt x="2310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4" name="Google Shape;11132;p77">
              <a:extLst>
                <a:ext uri="{FF2B5EF4-FFF2-40B4-BE49-F238E27FC236}">
                  <a16:creationId xmlns:a16="http://schemas.microsoft.com/office/drawing/2014/main" id="{0267161D-64CF-46EE-9D52-DC09EF9FC3D9}"/>
                </a:ext>
              </a:extLst>
            </p:cNvPr>
            <p:cNvSpPr/>
            <p:nvPr/>
          </p:nvSpPr>
          <p:spPr>
            <a:xfrm>
              <a:off x="5816847" y="4230039"/>
              <a:ext cx="124797" cy="193610"/>
            </a:xfrm>
            <a:custGeom>
              <a:avLst/>
              <a:gdLst/>
              <a:ahLst/>
              <a:cxnLst/>
              <a:rect l="l" t="t" r="r" b="b"/>
              <a:pathLst>
                <a:path w="3930" h="6097" extrusionOk="0">
                  <a:moveTo>
                    <a:pt x="3513" y="417"/>
                  </a:moveTo>
                  <a:lnTo>
                    <a:pt x="3513" y="2441"/>
                  </a:lnTo>
                  <a:lnTo>
                    <a:pt x="822" y="2441"/>
                  </a:lnTo>
                  <a:lnTo>
                    <a:pt x="1834" y="714"/>
                  </a:lnTo>
                  <a:cubicBezTo>
                    <a:pt x="1930" y="524"/>
                    <a:pt x="2144" y="417"/>
                    <a:pt x="2346" y="417"/>
                  </a:cubicBezTo>
                  <a:close/>
                  <a:moveTo>
                    <a:pt x="2346" y="0"/>
                  </a:moveTo>
                  <a:cubicBezTo>
                    <a:pt x="1989" y="0"/>
                    <a:pt x="1644" y="203"/>
                    <a:pt x="1465" y="512"/>
                  </a:cubicBezTo>
                  <a:lnTo>
                    <a:pt x="60" y="2917"/>
                  </a:lnTo>
                  <a:cubicBezTo>
                    <a:pt x="1" y="3024"/>
                    <a:pt x="25" y="3143"/>
                    <a:pt x="132" y="3203"/>
                  </a:cubicBezTo>
                  <a:cubicBezTo>
                    <a:pt x="155" y="3215"/>
                    <a:pt x="203" y="3239"/>
                    <a:pt x="239" y="3239"/>
                  </a:cubicBezTo>
                  <a:cubicBezTo>
                    <a:pt x="310" y="3239"/>
                    <a:pt x="370" y="3203"/>
                    <a:pt x="417" y="3131"/>
                  </a:cubicBezTo>
                  <a:lnTo>
                    <a:pt x="572" y="2846"/>
                  </a:lnTo>
                  <a:lnTo>
                    <a:pt x="3513" y="2846"/>
                  </a:lnTo>
                  <a:lnTo>
                    <a:pt x="3513" y="5882"/>
                  </a:lnTo>
                  <a:cubicBezTo>
                    <a:pt x="3513" y="6001"/>
                    <a:pt x="3596" y="6096"/>
                    <a:pt x="3715" y="6096"/>
                  </a:cubicBezTo>
                  <a:cubicBezTo>
                    <a:pt x="3835" y="6096"/>
                    <a:pt x="3930" y="6001"/>
                    <a:pt x="3930" y="5882"/>
                  </a:cubicBezTo>
                  <a:lnTo>
                    <a:pt x="3930" y="203"/>
                  </a:lnTo>
                  <a:cubicBezTo>
                    <a:pt x="3918" y="95"/>
                    <a:pt x="3823" y="0"/>
                    <a:pt x="371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5" name="Google Shape;11133;p77">
              <a:extLst>
                <a:ext uri="{FF2B5EF4-FFF2-40B4-BE49-F238E27FC236}">
                  <a16:creationId xmlns:a16="http://schemas.microsoft.com/office/drawing/2014/main" id="{D0EDCE8F-C442-4547-AA24-D87FC498E139}"/>
                </a:ext>
              </a:extLst>
            </p:cNvPr>
            <p:cNvSpPr/>
            <p:nvPr/>
          </p:nvSpPr>
          <p:spPr>
            <a:xfrm>
              <a:off x="5954474" y="4230039"/>
              <a:ext cx="120256" cy="102854"/>
            </a:xfrm>
            <a:custGeom>
              <a:avLst/>
              <a:gdLst/>
              <a:ahLst/>
              <a:cxnLst/>
              <a:rect l="l" t="t" r="r" b="b"/>
              <a:pathLst>
                <a:path w="3787" h="3239" extrusionOk="0">
                  <a:moveTo>
                    <a:pt x="203" y="0"/>
                  </a:moveTo>
                  <a:cubicBezTo>
                    <a:pt x="84" y="0"/>
                    <a:pt x="1" y="95"/>
                    <a:pt x="1" y="214"/>
                  </a:cubicBezTo>
                  <a:lnTo>
                    <a:pt x="1" y="3024"/>
                  </a:lnTo>
                  <a:cubicBezTo>
                    <a:pt x="1" y="3143"/>
                    <a:pt x="84" y="3239"/>
                    <a:pt x="203" y="3239"/>
                  </a:cubicBezTo>
                  <a:cubicBezTo>
                    <a:pt x="322" y="3239"/>
                    <a:pt x="417" y="3143"/>
                    <a:pt x="417" y="3024"/>
                  </a:cubicBezTo>
                  <a:lnTo>
                    <a:pt x="417" y="405"/>
                  </a:lnTo>
                  <a:lnTo>
                    <a:pt x="1977" y="405"/>
                  </a:lnTo>
                  <a:cubicBezTo>
                    <a:pt x="2132" y="405"/>
                    <a:pt x="2322" y="512"/>
                    <a:pt x="2429" y="655"/>
                  </a:cubicBezTo>
                  <a:lnTo>
                    <a:pt x="3287" y="1786"/>
                  </a:lnTo>
                  <a:cubicBezTo>
                    <a:pt x="3346" y="1869"/>
                    <a:pt x="3358" y="1941"/>
                    <a:pt x="3358" y="2024"/>
                  </a:cubicBezTo>
                  <a:cubicBezTo>
                    <a:pt x="3358" y="2250"/>
                    <a:pt x="3180" y="2429"/>
                    <a:pt x="2953" y="2429"/>
                  </a:cubicBezTo>
                  <a:lnTo>
                    <a:pt x="1013" y="2429"/>
                  </a:lnTo>
                  <a:cubicBezTo>
                    <a:pt x="894" y="2429"/>
                    <a:pt x="798" y="2524"/>
                    <a:pt x="798" y="2643"/>
                  </a:cubicBezTo>
                  <a:cubicBezTo>
                    <a:pt x="798" y="2762"/>
                    <a:pt x="882" y="2846"/>
                    <a:pt x="1013" y="2846"/>
                  </a:cubicBezTo>
                  <a:lnTo>
                    <a:pt x="2977" y="2846"/>
                  </a:lnTo>
                  <a:cubicBezTo>
                    <a:pt x="3418" y="2846"/>
                    <a:pt x="3787" y="2489"/>
                    <a:pt x="3787" y="2024"/>
                  </a:cubicBezTo>
                  <a:cubicBezTo>
                    <a:pt x="3787" y="1846"/>
                    <a:pt x="3727" y="1691"/>
                    <a:pt x="3632" y="1536"/>
                  </a:cubicBezTo>
                  <a:lnTo>
                    <a:pt x="2775" y="405"/>
                  </a:lnTo>
                  <a:cubicBezTo>
                    <a:pt x="2584" y="155"/>
                    <a:pt x="2287" y="0"/>
                    <a:pt x="196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6" name="Google Shape;11134;p77">
              <a:extLst>
                <a:ext uri="{FF2B5EF4-FFF2-40B4-BE49-F238E27FC236}">
                  <a16:creationId xmlns:a16="http://schemas.microsoft.com/office/drawing/2014/main" id="{6E4D9F55-D544-4C81-8712-913969E42FA4}"/>
                </a:ext>
              </a:extLst>
            </p:cNvPr>
            <p:cNvSpPr/>
            <p:nvPr/>
          </p:nvSpPr>
          <p:spPr>
            <a:xfrm>
              <a:off x="5876198" y="4333243"/>
              <a:ext cx="39376" cy="13274"/>
            </a:xfrm>
            <a:custGeom>
              <a:avLst/>
              <a:gdLst/>
              <a:ahLst/>
              <a:cxnLst/>
              <a:rect l="l" t="t" r="r" b="b"/>
              <a:pathLst>
                <a:path w="1240" h="418" extrusionOk="0">
                  <a:moveTo>
                    <a:pt x="215" y="1"/>
                  </a:moveTo>
                  <a:cubicBezTo>
                    <a:pt x="96" y="1"/>
                    <a:pt x="1" y="84"/>
                    <a:pt x="1" y="203"/>
                  </a:cubicBezTo>
                  <a:cubicBezTo>
                    <a:pt x="1" y="322"/>
                    <a:pt x="96" y="417"/>
                    <a:pt x="215" y="417"/>
                  </a:cubicBezTo>
                  <a:lnTo>
                    <a:pt x="1025" y="417"/>
                  </a:lnTo>
                  <a:cubicBezTo>
                    <a:pt x="1144" y="417"/>
                    <a:pt x="1239" y="322"/>
                    <a:pt x="1239" y="203"/>
                  </a:cubicBezTo>
                  <a:cubicBezTo>
                    <a:pt x="1239" y="84"/>
                    <a:pt x="1156" y="1"/>
                    <a:pt x="1025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7" name="Google Shape;11135;p77">
              <a:extLst>
                <a:ext uri="{FF2B5EF4-FFF2-40B4-BE49-F238E27FC236}">
                  <a16:creationId xmlns:a16="http://schemas.microsoft.com/office/drawing/2014/main" id="{7FE955B7-97C7-4C4F-BEC8-52674EDC6F49}"/>
                </a:ext>
              </a:extLst>
            </p:cNvPr>
            <p:cNvSpPr/>
            <p:nvPr/>
          </p:nvSpPr>
          <p:spPr>
            <a:xfrm>
              <a:off x="5979433" y="4333243"/>
              <a:ext cx="39344" cy="13274"/>
            </a:xfrm>
            <a:custGeom>
              <a:avLst/>
              <a:gdLst/>
              <a:ahLst/>
              <a:cxnLst/>
              <a:rect l="l" t="t" r="r" b="b"/>
              <a:pathLst>
                <a:path w="1239" h="418" extrusionOk="0">
                  <a:moveTo>
                    <a:pt x="203" y="1"/>
                  </a:moveTo>
                  <a:cubicBezTo>
                    <a:pt x="84" y="1"/>
                    <a:pt x="0" y="84"/>
                    <a:pt x="0" y="203"/>
                  </a:cubicBezTo>
                  <a:cubicBezTo>
                    <a:pt x="0" y="322"/>
                    <a:pt x="84" y="417"/>
                    <a:pt x="203" y="417"/>
                  </a:cubicBezTo>
                  <a:lnTo>
                    <a:pt x="1024" y="417"/>
                  </a:lnTo>
                  <a:cubicBezTo>
                    <a:pt x="1143" y="417"/>
                    <a:pt x="1239" y="322"/>
                    <a:pt x="1239" y="203"/>
                  </a:cubicBezTo>
                  <a:cubicBezTo>
                    <a:pt x="1239" y="84"/>
                    <a:pt x="1143" y="1"/>
                    <a:pt x="1024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58" name="Google Shape;11127;p77">
            <a:extLst>
              <a:ext uri="{FF2B5EF4-FFF2-40B4-BE49-F238E27FC236}">
                <a16:creationId xmlns:a16="http://schemas.microsoft.com/office/drawing/2014/main" id="{872FC755-A4FE-4DB0-99EB-1FD1BDA2014E}"/>
              </a:ext>
            </a:extLst>
          </p:cNvPr>
          <p:cNvGrpSpPr/>
          <p:nvPr/>
        </p:nvGrpSpPr>
        <p:grpSpPr>
          <a:xfrm>
            <a:off x="5085020" y="2412478"/>
            <a:ext cx="440505" cy="290018"/>
            <a:chOff x="5727616" y="4204699"/>
            <a:chExt cx="440505" cy="290018"/>
          </a:xfrm>
        </p:grpSpPr>
        <p:sp>
          <p:nvSpPr>
            <p:cNvPr id="159" name="Google Shape;11128;p77">
              <a:extLst>
                <a:ext uri="{FF2B5EF4-FFF2-40B4-BE49-F238E27FC236}">
                  <a16:creationId xmlns:a16="http://schemas.microsoft.com/office/drawing/2014/main" id="{F52A7A18-5AFB-4208-9D8A-5A9D1D790839}"/>
                </a:ext>
              </a:extLst>
            </p:cNvPr>
            <p:cNvSpPr/>
            <p:nvPr/>
          </p:nvSpPr>
          <p:spPr>
            <a:xfrm>
              <a:off x="5727616" y="4204699"/>
              <a:ext cx="440505" cy="290018"/>
            </a:xfrm>
            <a:custGeom>
              <a:avLst/>
              <a:gdLst/>
              <a:ahLst/>
              <a:cxnLst/>
              <a:rect l="l" t="t" r="r" b="b"/>
              <a:pathLst>
                <a:path w="13872" h="9133" extrusionOk="0">
                  <a:moveTo>
                    <a:pt x="13145" y="4465"/>
                  </a:moveTo>
                  <a:lnTo>
                    <a:pt x="13145" y="4870"/>
                  </a:lnTo>
                  <a:lnTo>
                    <a:pt x="12752" y="4870"/>
                  </a:lnTo>
                  <a:lnTo>
                    <a:pt x="12752" y="4465"/>
                  </a:lnTo>
                  <a:close/>
                  <a:moveTo>
                    <a:pt x="1275" y="3941"/>
                  </a:moveTo>
                  <a:lnTo>
                    <a:pt x="1275" y="4430"/>
                  </a:lnTo>
                  <a:cubicBezTo>
                    <a:pt x="1275" y="4775"/>
                    <a:pt x="1013" y="5049"/>
                    <a:pt x="668" y="5049"/>
                  </a:cubicBezTo>
                  <a:lnTo>
                    <a:pt x="418" y="5049"/>
                  </a:lnTo>
                  <a:cubicBezTo>
                    <a:pt x="501" y="4549"/>
                    <a:pt x="810" y="4120"/>
                    <a:pt x="1275" y="3941"/>
                  </a:cubicBezTo>
                  <a:close/>
                  <a:moveTo>
                    <a:pt x="9121" y="417"/>
                  </a:moveTo>
                  <a:cubicBezTo>
                    <a:pt x="9562" y="417"/>
                    <a:pt x="9978" y="620"/>
                    <a:pt x="10252" y="977"/>
                  </a:cubicBezTo>
                  <a:lnTo>
                    <a:pt x="12205" y="3584"/>
                  </a:lnTo>
                  <a:cubicBezTo>
                    <a:pt x="12240" y="3632"/>
                    <a:pt x="12300" y="3656"/>
                    <a:pt x="12360" y="3656"/>
                  </a:cubicBezTo>
                  <a:lnTo>
                    <a:pt x="13312" y="3656"/>
                  </a:lnTo>
                  <a:cubicBezTo>
                    <a:pt x="13431" y="3656"/>
                    <a:pt x="13514" y="3775"/>
                    <a:pt x="13467" y="3882"/>
                  </a:cubicBezTo>
                  <a:lnTo>
                    <a:pt x="13372" y="4060"/>
                  </a:lnTo>
                  <a:lnTo>
                    <a:pt x="12574" y="4060"/>
                  </a:lnTo>
                  <a:cubicBezTo>
                    <a:pt x="12455" y="4060"/>
                    <a:pt x="12360" y="4156"/>
                    <a:pt x="12360" y="4275"/>
                  </a:cubicBezTo>
                  <a:lnTo>
                    <a:pt x="12360" y="5084"/>
                  </a:lnTo>
                  <a:cubicBezTo>
                    <a:pt x="12360" y="5203"/>
                    <a:pt x="12455" y="5299"/>
                    <a:pt x="12574" y="5299"/>
                  </a:cubicBezTo>
                  <a:lnTo>
                    <a:pt x="13181" y="5299"/>
                  </a:lnTo>
                  <a:lnTo>
                    <a:pt x="13181" y="5596"/>
                  </a:lnTo>
                  <a:cubicBezTo>
                    <a:pt x="13181" y="5787"/>
                    <a:pt x="13252" y="5977"/>
                    <a:pt x="13395" y="6096"/>
                  </a:cubicBezTo>
                  <a:cubicBezTo>
                    <a:pt x="13455" y="6156"/>
                    <a:pt x="13479" y="6227"/>
                    <a:pt x="13479" y="6323"/>
                  </a:cubicBezTo>
                  <a:lnTo>
                    <a:pt x="13479" y="6692"/>
                  </a:lnTo>
                  <a:lnTo>
                    <a:pt x="13443" y="6692"/>
                  </a:lnTo>
                  <a:cubicBezTo>
                    <a:pt x="13443" y="7037"/>
                    <a:pt x="13181" y="7311"/>
                    <a:pt x="12836" y="7311"/>
                  </a:cubicBezTo>
                  <a:lnTo>
                    <a:pt x="12526" y="7311"/>
                  </a:lnTo>
                  <a:cubicBezTo>
                    <a:pt x="12419" y="6501"/>
                    <a:pt x="11740" y="5894"/>
                    <a:pt x="10919" y="5894"/>
                  </a:cubicBezTo>
                  <a:cubicBezTo>
                    <a:pt x="10097" y="5894"/>
                    <a:pt x="9419" y="6513"/>
                    <a:pt x="9312" y="7311"/>
                  </a:cubicBezTo>
                  <a:lnTo>
                    <a:pt x="4061" y="7311"/>
                  </a:lnTo>
                  <a:cubicBezTo>
                    <a:pt x="3954" y="6501"/>
                    <a:pt x="3275" y="5894"/>
                    <a:pt x="2454" y="5894"/>
                  </a:cubicBezTo>
                  <a:cubicBezTo>
                    <a:pt x="1632" y="5894"/>
                    <a:pt x="965" y="6501"/>
                    <a:pt x="846" y="7275"/>
                  </a:cubicBezTo>
                  <a:cubicBezTo>
                    <a:pt x="608" y="7204"/>
                    <a:pt x="429" y="6966"/>
                    <a:pt x="429" y="6692"/>
                  </a:cubicBezTo>
                  <a:lnTo>
                    <a:pt x="429" y="5465"/>
                  </a:lnTo>
                  <a:lnTo>
                    <a:pt x="691" y="5465"/>
                  </a:lnTo>
                  <a:cubicBezTo>
                    <a:pt x="1263" y="5465"/>
                    <a:pt x="1703" y="5001"/>
                    <a:pt x="1703" y="4453"/>
                  </a:cubicBezTo>
                  <a:lnTo>
                    <a:pt x="1703" y="3822"/>
                  </a:lnTo>
                  <a:lnTo>
                    <a:pt x="2406" y="3644"/>
                  </a:lnTo>
                  <a:cubicBezTo>
                    <a:pt x="2465" y="3632"/>
                    <a:pt x="2513" y="3596"/>
                    <a:pt x="2525" y="3560"/>
                  </a:cubicBezTo>
                  <a:lnTo>
                    <a:pt x="3954" y="1120"/>
                  </a:lnTo>
                  <a:cubicBezTo>
                    <a:pt x="4204" y="679"/>
                    <a:pt x="4680" y="417"/>
                    <a:pt x="5180" y="417"/>
                  </a:cubicBezTo>
                  <a:close/>
                  <a:moveTo>
                    <a:pt x="2430" y="6275"/>
                  </a:moveTo>
                  <a:cubicBezTo>
                    <a:pt x="3108" y="6275"/>
                    <a:pt x="3656" y="6823"/>
                    <a:pt x="3656" y="7501"/>
                  </a:cubicBezTo>
                  <a:cubicBezTo>
                    <a:pt x="3656" y="8168"/>
                    <a:pt x="3108" y="8716"/>
                    <a:pt x="2430" y="8716"/>
                  </a:cubicBezTo>
                  <a:cubicBezTo>
                    <a:pt x="1763" y="8716"/>
                    <a:pt x="1215" y="8168"/>
                    <a:pt x="1215" y="7501"/>
                  </a:cubicBezTo>
                  <a:cubicBezTo>
                    <a:pt x="1215" y="6823"/>
                    <a:pt x="1763" y="6275"/>
                    <a:pt x="2430" y="6275"/>
                  </a:cubicBezTo>
                  <a:close/>
                  <a:moveTo>
                    <a:pt x="10919" y="6275"/>
                  </a:moveTo>
                  <a:cubicBezTo>
                    <a:pt x="11586" y="6275"/>
                    <a:pt x="12145" y="6823"/>
                    <a:pt x="12145" y="7501"/>
                  </a:cubicBezTo>
                  <a:cubicBezTo>
                    <a:pt x="12145" y="8168"/>
                    <a:pt x="11586" y="8716"/>
                    <a:pt x="10919" y="8716"/>
                  </a:cubicBezTo>
                  <a:cubicBezTo>
                    <a:pt x="10252" y="8716"/>
                    <a:pt x="9693" y="8168"/>
                    <a:pt x="9693" y="7501"/>
                  </a:cubicBezTo>
                  <a:cubicBezTo>
                    <a:pt x="9693" y="6823"/>
                    <a:pt x="10252" y="6275"/>
                    <a:pt x="10919" y="6275"/>
                  </a:cubicBezTo>
                  <a:close/>
                  <a:moveTo>
                    <a:pt x="5144" y="0"/>
                  </a:moveTo>
                  <a:cubicBezTo>
                    <a:pt x="4501" y="0"/>
                    <a:pt x="3894" y="334"/>
                    <a:pt x="3573" y="905"/>
                  </a:cubicBezTo>
                  <a:lnTo>
                    <a:pt x="2180" y="3275"/>
                  </a:lnTo>
                  <a:lnTo>
                    <a:pt x="1430" y="3465"/>
                  </a:lnTo>
                  <a:cubicBezTo>
                    <a:pt x="489" y="3703"/>
                    <a:pt x="1" y="4477"/>
                    <a:pt x="1" y="5251"/>
                  </a:cubicBezTo>
                  <a:lnTo>
                    <a:pt x="1" y="6692"/>
                  </a:lnTo>
                  <a:cubicBezTo>
                    <a:pt x="1" y="7180"/>
                    <a:pt x="358" y="7608"/>
                    <a:pt x="810" y="7692"/>
                  </a:cubicBezTo>
                  <a:cubicBezTo>
                    <a:pt x="906" y="8501"/>
                    <a:pt x="1584" y="9132"/>
                    <a:pt x="2418" y="9132"/>
                  </a:cubicBezTo>
                  <a:cubicBezTo>
                    <a:pt x="3251" y="9132"/>
                    <a:pt x="3930" y="8513"/>
                    <a:pt x="4025" y="7728"/>
                  </a:cubicBezTo>
                  <a:lnTo>
                    <a:pt x="9300" y="7728"/>
                  </a:lnTo>
                  <a:cubicBezTo>
                    <a:pt x="9407" y="8525"/>
                    <a:pt x="10085" y="9132"/>
                    <a:pt x="10907" y="9132"/>
                  </a:cubicBezTo>
                  <a:cubicBezTo>
                    <a:pt x="11740" y="9132"/>
                    <a:pt x="12407" y="8513"/>
                    <a:pt x="12514" y="7728"/>
                  </a:cubicBezTo>
                  <a:lnTo>
                    <a:pt x="12824" y="7728"/>
                  </a:lnTo>
                  <a:cubicBezTo>
                    <a:pt x="13395" y="7728"/>
                    <a:pt x="13836" y="7263"/>
                    <a:pt x="13836" y="6716"/>
                  </a:cubicBezTo>
                  <a:lnTo>
                    <a:pt x="13836" y="6299"/>
                  </a:lnTo>
                  <a:cubicBezTo>
                    <a:pt x="13848" y="6096"/>
                    <a:pt x="13776" y="5918"/>
                    <a:pt x="13645" y="5787"/>
                  </a:cubicBezTo>
                  <a:cubicBezTo>
                    <a:pt x="13586" y="5727"/>
                    <a:pt x="13550" y="5656"/>
                    <a:pt x="13550" y="5561"/>
                  </a:cubicBezTo>
                  <a:lnTo>
                    <a:pt x="13550" y="4572"/>
                  </a:lnTo>
                  <a:lnTo>
                    <a:pt x="13788" y="4037"/>
                  </a:lnTo>
                  <a:cubicBezTo>
                    <a:pt x="13872" y="3846"/>
                    <a:pt x="13872" y="3656"/>
                    <a:pt x="13764" y="3501"/>
                  </a:cubicBezTo>
                  <a:cubicBezTo>
                    <a:pt x="13657" y="3334"/>
                    <a:pt x="13479" y="3239"/>
                    <a:pt x="13288" y="3239"/>
                  </a:cubicBezTo>
                  <a:lnTo>
                    <a:pt x="12443" y="3239"/>
                  </a:lnTo>
                  <a:lnTo>
                    <a:pt x="10550" y="727"/>
                  </a:lnTo>
                  <a:cubicBezTo>
                    <a:pt x="10204" y="262"/>
                    <a:pt x="9657" y="0"/>
                    <a:pt x="908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0" name="Google Shape;11129;p77">
              <a:extLst>
                <a:ext uri="{FF2B5EF4-FFF2-40B4-BE49-F238E27FC236}">
                  <a16:creationId xmlns:a16="http://schemas.microsoft.com/office/drawing/2014/main" id="{1C039F6B-2EFA-4AA5-8731-CCCD63E00C39}"/>
                </a:ext>
              </a:extLst>
            </p:cNvPr>
            <p:cNvSpPr/>
            <p:nvPr/>
          </p:nvSpPr>
          <p:spPr>
            <a:xfrm>
              <a:off x="5779789" y="4416409"/>
              <a:ext cx="52205" cy="51475"/>
            </a:xfrm>
            <a:custGeom>
              <a:avLst/>
              <a:gdLst/>
              <a:ahLst/>
              <a:cxnLst/>
              <a:rect l="l" t="t" r="r" b="b"/>
              <a:pathLst>
                <a:path w="1644" h="1621" extrusionOk="0">
                  <a:moveTo>
                    <a:pt x="811" y="1"/>
                  </a:moveTo>
                  <a:cubicBezTo>
                    <a:pt x="584" y="1"/>
                    <a:pt x="394" y="84"/>
                    <a:pt x="239" y="239"/>
                  </a:cubicBezTo>
                  <a:cubicBezTo>
                    <a:pt x="96" y="382"/>
                    <a:pt x="1" y="596"/>
                    <a:pt x="1" y="799"/>
                  </a:cubicBezTo>
                  <a:cubicBezTo>
                    <a:pt x="1" y="1263"/>
                    <a:pt x="382" y="1620"/>
                    <a:pt x="822" y="1620"/>
                  </a:cubicBezTo>
                  <a:cubicBezTo>
                    <a:pt x="1275" y="1620"/>
                    <a:pt x="1644" y="1263"/>
                    <a:pt x="1644" y="799"/>
                  </a:cubicBezTo>
                  <a:cubicBezTo>
                    <a:pt x="1644" y="739"/>
                    <a:pt x="1632" y="668"/>
                    <a:pt x="1608" y="608"/>
                  </a:cubicBezTo>
                  <a:cubicBezTo>
                    <a:pt x="1557" y="546"/>
                    <a:pt x="1478" y="484"/>
                    <a:pt x="1389" y="484"/>
                  </a:cubicBezTo>
                  <a:cubicBezTo>
                    <a:pt x="1375" y="484"/>
                    <a:pt x="1361" y="486"/>
                    <a:pt x="1346" y="489"/>
                  </a:cubicBezTo>
                  <a:cubicBezTo>
                    <a:pt x="1239" y="525"/>
                    <a:pt x="1168" y="620"/>
                    <a:pt x="1192" y="727"/>
                  </a:cubicBezTo>
                  <a:cubicBezTo>
                    <a:pt x="1203" y="763"/>
                    <a:pt x="1203" y="787"/>
                    <a:pt x="1203" y="822"/>
                  </a:cubicBezTo>
                  <a:cubicBezTo>
                    <a:pt x="1203" y="1037"/>
                    <a:pt x="1025" y="1215"/>
                    <a:pt x="811" y="1215"/>
                  </a:cubicBezTo>
                  <a:cubicBezTo>
                    <a:pt x="584" y="1215"/>
                    <a:pt x="406" y="1037"/>
                    <a:pt x="406" y="822"/>
                  </a:cubicBezTo>
                  <a:cubicBezTo>
                    <a:pt x="406" y="596"/>
                    <a:pt x="584" y="418"/>
                    <a:pt x="811" y="418"/>
                  </a:cubicBezTo>
                  <a:cubicBezTo>
                    <a:pt x="930" y="418"/>
                    <a:pt x="1013" y="322"/>
                    <a:pt x="1013" y="203"/>
                  </a:cubicBezTo>
                  <a:cubicBezTo>
                    <a:pt x="1013" y="84"/>
                    <a:pt x="930" y="1"/>
                    <a:pt x="81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1" name="Google Shape;11130;p77">
              <a:extLst>
                <a:ext uri="{FF2B5EF4-FFF2-40B4-BE49-F238E27FC236}">
                  <a16:creationId xmlns:a16="http://schemas.microsoft.com/office/drawing/2014/main" id="{C737DE51-2565-4FC4-98DC-1AB6A96D1F20}"/>
                </a:ext>
              </a:extLst>
            </p:cNvPr>
            <p:cNvSpPr/>
            <p:nvPr/>
          </p:nvSpPr>
          <p:spPr>
            <a:xfrm>
              <a:off x="6048627" y="4416409"/>
              <a:ext cx="52205" cy="51856"/>
            </a:xfrm>
            <a:custGeom>
              <a:avLst/>
              <a:gdLst/>
              <a:ahLst/>
              <a:cxnLst/>
              <a:rect l="l" t="t" r="r" b="b"/>
              <a:pathLst>
                <a:path w="1644" h="1633" extrusionOk="0">
                  <a:moveTo>
                    <a:pt x="822" y="1"/>
                  </a:moveTo>
                  <a:cubicBezTo>
                    <a:pt x="596" y="1"/>
                    <a:pt x="405" y="84"/>
                    <a:pt x="238" y="239"/>
                  </a:cubicBezTo>
                  <a:cubicBezTo>
                    <a:pt x="95" y="382"/>
                    <a:pt x="0" y="596"/>
                    <a:pt x="0" y="822"/>
                  </a:cubicBezTo>
                  <a:cubicBezTo>
                    <a:pt x="0" y="1263"/>
                    <a:pt x="381" y="1632"/>
                    <a:pt x="822" y="1632"/>
                  </a:cubicBezTo>
                  <a:cubicBezTo>
                    <a:pt x="1274" y="1632"/>
                    <a:pt x="1643" y="1275"/>
                    <a:pt x="1643" y="822"/>
                  </a:cubicBezTo>
                  <a:cubicBezTo>
                    <a:pt x="1643" y="763"/>
                    <a:pt x="1631" y="680"/>
                    <a:pt x="1608" y="620"/>
                  </a:cubicBezTo>
                  <a:cubicBezTo>
                    <a:pt x="1577" y="548"/>
                    <a:pt x="1492" y="484"/>
                    <a:pt x="1400" y="484"/>
                  </a:cubicBezTo>
                  <a:cubicBezTo>
                    <a:pt x="1386" y="484"/>
                    <a:pt x="1372" y="486"/>
                    <a:pt x="1358" y="489"/>
                  </a:cubicBezTo>
                  <a:cubicBezTo>
                    <a:pt x="1250" y="525"/>
                    <a:pt x="1179" y="620"/>
                    <a:pt x="1215" y="727"/>
                  </a:cubicBezTo>
                  <a:cubicBezTo>
                    <a:pt x="1227" y="763"/>
                    <a:pt x="1227" y="787"/>
                    <a:pt x="1227" y="822"/>
                  </a:cubicBezTo>
                  <a:cubicBezTo>
                    <a:pt x="1227" y="1037"/>
                    <a:pt x="1048" y="1215"/>
                    <a:pt x="822" y="1215"/>
                  </a:cubicBezTo>
                  <a:cubicBezTo>
                    <a:pt x="596" y="1215"/>
                    <a:pt x="417" y="1037"/>
                    <a:pt x="417" y="822"/>
                  </a:cubicBezTo>
                  <a:cubicBezTo>
                    <a:pt x="417" y="596"/>
                    <a:pt x="596" y="418"/>
                    <a:pt x="822" y="418"/>
                  </a:cubicBezTo>
                  <a:cubicBezTo>
                    <a:pt x="941" y="418"/>
                    <a:pt x="1036" y="322"/>
                    <a:pt x="1036" y="203"/>
                  </a:cubicBezTo>
                  <a:cubicBezTo>
                    <a:pt x="1036" y="84"/>
                    <a:pt x="941" y="1"/>
                    <a:pt x="822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2" name="Google Shape;11131;p77">
              <a:extLst>
                <a:ext uri="{FF2B5EF4-FFF2-40B4-BE49-F238E27FC236}">
                  <a16:creationId xmlns:a16="http://schemas.microsoft.com/office/drawing/2014/main" id="{6D3E8024-7A79-4EBE-934D-CD380EC87AC1}"/>
                </a:ext>
              </a:extLst>
            </p:cNvPr>
            <p:cNvSpPr/>
            <p:nvPr/>
          </p:nvSpPr>
          <p:spPr>
            <a:xfrm>
              <a:off x="6000995" y="4365379"/>
              <a:ext cx="122892" cy="58016"/>
            </a:xfrm>
            <a:custGeom>
              <a:avLst/>
              <a:gdLst/>
              <a:ahLst/>
              <a:cxnLst/>
              <a:rect l="l" t="t" r="r" b="b"/>
              <a:pathLst>
                <a:path w="3870" h="1827" extrusionOk="0">
                  <a:moveTo>
                    <a:pt x="2310" y="1"/>
                  </a:moveTo>
                  <a:cubicBezTo>
                    <a:pt x="1810" y="1"/>
                    <a:pt x="1334" y="143"/>
                    <a:pt x="929" y="429"/>
                  </a:cubicBezTo>
                  <a:cubicBezTo>
                    <a:pt x="524" y="715"/>
                    <a:pt x="226" y="1096"/>
                    <a:pt x="48" y="1548"/>
                  </a:cubicBezTo>
                  <a:cubicBezTo>
                    <a:pt x="0" y="1656"/>
                    <a:pt x="60" y="1775"/>
                    <a:pt x="167" y="1810"/>
                  </a:cubicBezTo>
                  <a:cubicBezTo>
                    <a:pt x="192" y="1822"/>
                    <a:pt x="218" y="1827"/>
                    <a:pt x="244" y="1827"/>
                  </a:cubicBezTo>
                  <a:cubicBezTo>
                    <a:pt x="326" y="1827"/>
                    <a:pt x="404" y="1773"/>
                    <a:pt x="441" y="1691"/>
                  </a:cubicBezTo>
                  <a:cubicBezTo>
                    <a:pt x="738" y="917"/>
                    <a:pt x="1488" y="405"/>
                    <a:pt x="2322" y="405"/>
                  </a:cubicBezTo>
                  <a:cubicBezTo>
                    <a:pt x="2774" y="405"/>
                    <a:pt x="3191" y="536"/>
                    <a:pt x="3548" y="798"/>
                  </a:cubicBezTo>
                  <a:cubicBezTo>
                    <a:pt x="3581" y="831"/>
                    <a:pt x="3624" y="846"/>
                    <a:pt x="3667" y="846"/>
                  </a:cubicBezTo>
                  <a:cubicBezTo>
                    <a:pt x="3732" y="846"/>
                    <a:pt x="3798" y="813"/>
                    <a:pt x="3834" y="763"/>
                  </a:cubicBezTo>
                  <a:cubicBezTo>
                    <a:pt x="3870" y="679"/>
                    <a:pt x="3858" y="560"/>
                    <a:pt x="3774" y="489"/>
                  </a:cubicBezTo>
                  <a:cubicBezTo>
                    <a:pt x="3334" y="179"/>
                    <a:pt x="2846" y="1"/>
                    <a:pt x="2310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3" name="Google Shape;11132;p77">
              <a:extLst>
                <a:ext uri="{FF2B5EF4-FFF2-40B4-BE49-F238E27FC236}">
                  <a16:creationId xmlns:a16="http://schemas.microsoft.com/office/drawing/2014/main" id="{5FF87131-641B-4674-AF60-F854B71FFD72}"/>
                </a:ext>
              </a:extLst>
            </p:cNvPr>
            <p:cNvSpPr/>
            <p:nvPr/>
          </p:nvSpPr>
          <p:spPr>
            <a:xfrm>
              <a:off x="5816847" y="4230039"/>
              <a:ext cx="124797" cy="193610"/>
            </a:xfrm>
            <a:custGeom>
              <a:avLst/>
              <a:gdLst/>
              <a:ahLst/>
              <a:cxnLst/>
              <a:rect l="l" t="t" r="r" b="b"/>
              <a:pathLst>
                <a:path w="3930" h="6097" extrusionOk="0">
                  <a:moveTo>
                    <a:pt x="3513" y="417"/>
                  </a:moveTo>
                  <a:lnTo>
                    <a:pt x="3513" y="2441"/>
                  </a:lnTo>
                  <a:lnTo>
                    <a:pt x="822" y="2441"/>
                  </a:lnTo>
                  <a:lnTo>
                    <a:pt x="1834" y="714"/>
                  </a:lnTo>
                  <a:cubicBezTo>
                    <a:pt x="1930" y="524"/>
                    <a:pt x="2144" y="417"/>
                    <a:pt x="2346" y="417"/>
                  </a:cubicBezTo>
                  <a:close/>
                  <a:moveTo>
                    <a:pt x="2346" y="0"/>
                  </a:moveTo>
                  <a:cubicBezTo>
                    <a:pt x="1989" y="0"/>
                    <a:pt x="1644" y="203"/>
                    <a:pt x="1465" y="512"/>
                  </a:cubicBezTo>
                  <a:lnTo>
                    <a:pt x="60" y="2917"/>
                  </a:lnTo>
                  <a:cubicBezTo>
                    <a:pt x="1" y="3024"/>
                    <a:pt x="25" y="3143"/>
                    <a:pt x="132" y="3203"/>
                  </a:cubicBezTo>
                  <a:cubicBezTo>
                    <a:pt x="155" y="3215"/>
                    <a:pt x="203" y="3239"/>
                    <a:pt x="239" y="3239"/>
                  </a:cubicBezTo>
                  <a:cubicBezTo>
                    <a:pt x="310" y="3239"/>
                    <a:pt x="370" y="3203"/>
                    <a:pt x="417" y="3131"/>
                  </a:cubicBezTo>
                  <a:lnTo>
                    <a:pt x="572" y="2846"/>
                  </a:lnTo>
                  <a:lnTo>
                    <a:pt x="3513" y="2846"/>
                  </a:lnTo>
                  <a:lnTo>
                    <a:pt x="3513" y="5882"/>
                  </a:lnTo>
                  <a:cubicBezTo>
                    <a:pt x="3513" y="6001"/>
                    <a:pt x="3596" y="6096"/>
                    <a:pt x="3715" y="6096"/>
                  </a:cubicBezTo>
                  <a:cubicBezTo>
                    <a:pt x="3835" y="6096"/>
                    <a:pt x="3930" y="6001"/>
                    <a:pt x="3930" y="5882"/>
                  </a:cubicBezTo>
                  <a:lnTo>
                    <a:pt x="3930" y="203"/>
                  </a:lnTo>
                  <a:cubicBezTo>
                    <a:pt x="3918" y="95"/>
                    <a:pt x="3823" y="0"/>
                    <a:pt x="371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4" name="Google Shape;11133;p77">
              <a:extLst>
                <a:ext uri="{FF2B5EF4-FFF2-40B4-BE49-F238E27FC236}">
                  <a16:creationId xmlns:a16="http://schemas.microsoft.com/office/drawing/2014/main" id="{13510788-1189-4873-8660-AAD43AC194BC}"/>
                </a:ext>
              </a:extLst>
            </p:cNvPr>
            <p:cNvSpPr/>
            <p:nvPr/>
          </p:nvSpPr>
          <p:spPr>
            <a:xfrm>
              <a:off x="5954474" y="4230039"/>
              <a:ext cx="120256" cy="102854"/>
            </a:xfrm>
            <a:custGeom>
              <a:avLst/>
              <a:gdLst/>
              <a:ahLst/>
              <a:cxnLst/>
              <a:rect l="l" t="t" r="r" b="b"/>
              <a:pathLst>
                <a:path w="3787" h="3239" extrusionOk="0">
                  <a:moveTo>
                    <a:pt x="203" y="0"/>
                  </a:moveTo>
                  <a:cubicBezTo>
                    <a:pt x="84" y="0"/>
                    <a:pt x="1" y="95"/>
                    <a:pt x="1" y="214"/>
                  </a:cubicBezTo>
                  <a:lnTo>
                    <a:pt x="1" y="3024"/>
                  </a:lnTo>
                  <a:cubicBezTo>
                    <a:pt x="1" y="3143"/>
                    <a:pt x="84" y="3239"/>
                    <a:pt x="203" y="3239"/>
                  </a:cubicBezTo>
                  <a:cubicBezTo>
                    <a:pt x="322" y="3239"/>
                    <a:pt x="417" y="3143"/>
                    <a:pt x="417" y="3024"/>
                  </a:cubicBezTo>
                  <a:lnTo>
                    <a:pt x="417" y="405"/>
                  </a:lnTo>
                  <a:lnTo>
                    <a:pt x="1977" y="405"/>
                  </a:lnTo>
                  <a:cubicBezTo>
                    <a:pt x="2132" y="405"/>
                    <a:pt x="2322" y="512"/>
                    <a:pt x="2429" y="655"/>
                  </a:cubicBezTo>
                  <a:lnTo>
                    <a:pt x="3287" y="1786"/>
                  </a:lnTo>
                  <a:cubicBezTo>
                    <a:pt x="3346" y="1869"/>
                    <a:pt x="3358" y="1941"/>
                    <a:pt x="3358" y="2024"/>
                  </a:cubicBezTo>
                  <a:cubicBezTo>
                    <a:pt x="3358" y="2250"/>
                    <a:pt x="3180" y="2429"/>
                    <a:pt x="2953" y="2429"/>
                  </a:cubicBezTo>
                  <a:lnTo>
                    <a:pt x="1013" y="2429"/>
                  </a:lnTo>
                  <a:cubicBezTo>
                    <a:pt x="894" y="2429"/>
                    <a:pt x="798" y="2524"/>
                    <a:pt x="798" y="2643"/>
                  </a:cubicBezTo>
                  <a:cubicBezTo>
                    <a:pt x="798" y="2762"/>
                    <a:pt x="882" y="2846"/>
                    <a:pt x="1013" y="2846"/>
                  </a:cubicBezTo>
                  <a:lnTo>
                    <a:pt x="2977" y="2846"/>
                  </a:lnTo>
                  <a:cubicBezTo>
                    <a:pt x="3418" y="2846"/>
                    <a:pt x="3787" y="2489"/>
                    <a:pt x="3787" y="2024"/>
                  </a:cubicBezTo>
                  <a:cubicBezTo>
                    <a:pt x="3787" y="1846"/>
                    <a:pt x="3727" y="1691"/>
                    <a:pt x="3632" y="1536"/>
                  </a:cubicBezTo>
                  <a:lnTo>
                    <a:pt x="2775" y="405"/>
                  </a:lnTo>
                  <a:cubicBezTo>
                    <a:pt x="2584" y="155"/>
                    <a:pt x="2287" y="0"/>
                    <a:pt x="196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5" name="Google Shape;11134;p77">
              <a:extLst>
                <a:ext uri="{FF2B5EF4-FFF2-40B4-BE49-F238E27FC236}">
                  <a16:creationId xmlns:a16="http://schemas.microsoft.com/office/drawing/2014/main" id="{17D60B37-1711-4A32-B2D8-8799C2067557}"/>
                </a:ext>
              </a:extLst>
            </p:cNvPr>
            <p:cNvSpPr/>
            <p:nvPr/>
          </p:nvSpPr>
          <p:spPr>
            <a:xfrm>
              <a:off x="5876198" y="4333243"/>
              <a:ext cx="39376" cy="13274"/>
            </a:xfrm>
            <a:custGeom>
              <a:avLst/>
              <a:gdLst/>
              <a:ahLst/>
              <a:cxnLst/>
              <a:rect l="l" t="t" r="r" b="b"/>
              <a:pathLst>
                <a:path w="1240" h="418" extrusionOk="0">
                  <a:moveTo>
                    <a:pt x="215" y="1"/>
                  </a:moveTo>
                  <a:cubicBezTo>
                    <a:pt x="96" y="1"/>
                    <a:pt x="1" y="84"/>
                    <a:pt x="1" y="203"/>
                  </a:cubicBezTo>
                  <a:cubicBezTo>
                    <a:pt x="1" y="322"/>
                    <a:pt x="96" y="417"/>
                    <a:pt x="215" y="417"/>
                  </a:cubicBezTo>
                  <a:lnTo>
                    <a:pt x="1025" y="417"/>
                  </a:lnTo>
                  <a:cubicBezTo>
                    <a:pt x="1144" y="417"/>
                    <a:pt x="1239" y="322"/>
                    <a:pt x="1239" y="203"/>
                  </a:cubicBezTo>
                  <a:cubicBezTo>
                    <a:pt x="1239" y="84"/>
                    <a:pt x="1156" y="1"/>
                    <a:pt x="1025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6" name="Google Shape;11135;p77">
              <a:extLst>
                <a:ext uri="{FF2B5EF4-FFF2-40B4-BE49-F238E27FC236}">
                  <a16:creationId xmlns:a16="http://schemas.microsoft.com/office/drawing/2014/main" id="{E5750F46-1ADA-4CB7-BEA4-FA871835341C}"/>
                </a:ext>
              </a:extLst>
            </p:cNvPr>
            <p:cNvSpPr/>
            <p:nvPr/>
          </p:nvSpPr>
          <p:spPr>
            <a:xfrm>
              <a:off x="5979433" y="4333243"/>
              <a:ext cx="39344" cy="13274"/>
            </a:xfrm>
            <a:custGeom>
              <a:avLst/>
              <a:gdLst/>
              <a:ahLst/>
              <a:cxnLst/>
              <a:rect l="l" t="t" r="r" b="b"/>
              <a:pathLst>
                <a:path w="1239" h="418" extrusionOk="0">
                  <a:moveTo>
                    <a:pt x="203" y="1"/>
                  </a:moveTo>
                  <a:cubicBezTo>
                    <a:pt x="84" y="1"/>
                    <a:pt x="0" y="84"/>
                    <a:pt x="0" y="203"/>
                  </a:cubicBezTo>
                  <a:cubicBezTo>
                    <a:pt x="0" y="322"/>
                    <a:pt x="84" y="417"/>
                    <a:pt x="203" y="417"/>
                  </a:cubicBezTo>
                  <a:lnTo>
                    <a:pt x="1024" y="417"/>
                  </a:lnTo>
                  <a:cubicBezTo>
                    <a:pt x="1143" y="417"/>
                    <a:pt x="1239" y="322"/>
                    <a:pt x="1239" y="203"/>
                  </a:cubicBezTo>
                  <a:cubicBezTo>
                    <a:pt x="1239" y="84"/>
                    <a:pt x="1143" y="1"/>
                    <a:pt x="1024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76" name="Google Shape;11127;p77">
            <a:extLst>
              <a:ext uri="{FF2B5EF4-FFF2-40B4-BE49-F238E27FC236}">
                <a16:creationId xmlns:a16="http://schemas.microsoft.com/office/drawing/2014/main" id="{34D01803-D394-4F60-AB30-5B611353E95A}"/>
              </a:ext>
            </a:extLst>
          </p:cNvPr>
          <p:cNvGrpSpPr/>
          <p:nvPr/>
        </p:nvGrpSpPr>
        <p:grpSpPr>
          <a:xfrm>
            <a:off x="7023224" y="2720488"/>
            <a:ext cx="440505" cy="290018"/>
            <a:chOff x="5727616" y="4204699"/>
            <a:chExt cx="440505" cy="290018"/>
          </a:xfrm>
        </p:grpSpPr>
        <p:sp>
          <p:nvSpPr>
            <p:cNvPr id="177" name="Google Shape;11128;p77">
              <a:extLst>
                <a:ext uri="{FF2B5EF4-FFF2-40B4-BE49-F238E27FC236}">
                  <a16:creationId xmlns:a16="http://schemas.microsoft.com/office/drawing/2014/main" id="{2B176907-7265-4BFB-AD47-E50F2296C0AC}"/>
                </a:ext>
              </a:extLst>
            </p:cNvPr>
            <p:cNvSpPr/>
            <p:nvPr/>
          </p:nvSpPr>
          <p:spPr>
            <a:xfrm>
              <a:off x="5727616" y="4204699"/>
              <a:ext cx="440505" cy="290018"/>
            </a:xfrm>
            <a:custGeom>
              <a:avLst/>
              <a:gdLst/>
              <a:ahLst/>
              <a:cxnLst/>
              <a:rect l="l" t="t" r="r" b="b"/>
              <a:pathLst>
                <a:path w="13872" h="9133" extrusionOk="0">
                  <a:moveTo>
                    <a:pt x="13145" y="4465"/>
                  </a:moveTo>
                  <a:lnTo>
                    <a:pt x="13145" y="4870"/>
                  </a:lnTo>
                  <a:lnTo>
                    <a:pt x="12752" y="4870"/>
                  </a:lnTo>
                  <a:lnTo>
                    <a:pt x="12752" y="4465"/>
                  </a:lnTo>
                  <a:close/>
                  <a:moveTo>
                    <a:pt x="1275" y="3941"/>
                  </a:moveTo>
                  <a:lnTo>
                    <a:pt x="1275" y="4430"/>
                  </a:lnTo>
                  <a:cubicBezTo>
                    <a:pt x="1275" y="4775"/>
                    <a:pt x="1013" y="5049"/>
                    <a:pt x="668" y="5049"/>
                  </a:cubicBezTo>
                  <a:lnTo>
                    <a:pt x="418" y="5049"/>
                  </a:lnTo>
                  <a:cubicBezTo>
                    <a:pt x="501" y="4549"/>
                    <a:pt x="810" y="4120"/>
                    <a:pt x="1275" y="3941"/>
                  </a:cubicBezTo>
                  <a:close/>
                  <a:moveTo>
                    <a:pt x="9121" y="417"/>
                  </a:moveTo>
                  <a:cubicBezTo>
                    <a:pt x="9562" y="417"/>
                    <a:pt x="9978" y="620"/>
                    <a:pt x="10252" y="977"/>
                  </a:cubicBezTo>
                  <a:lnTo>
                    <a:pt x="12205" y="3584"/>
                  </a:lnTo>
                  <a:cubicBezTo>
                    <a:pt x="12240" y="3632"/>
                    <a:pt x="12300" y="3656"/>
                    <a:pt x="12360" y="3656"/>
                  </a:cubicBezTo>
                  <a:lnTo>
                    <a:pt x="13312" y="3656"/>
                  </a:lnTo>
                  <a:cubicBezTo>
                    <a:pt x="13431" y="3656"/>
                    <a:pt x="13514" y="3775"/>
                    <a:pt x="13467" y="3882"/>
                  </a:cubicBezTo>
                  <a:lnTo>
                    <a:pt x="13372" y="4060"/>
                  </a:lnTo>
                  <a:lnTo>
                    <a:pt x="12574" y="4060"/>
                  </a:lnTo>
                  <a:cubicBezTo>
                    <a:pt x="12455" y="4060"/>
                    <a:pt x="12360" y="4156"/>
                    <a:pt x="12360" y="4275"/>
                  </a:cubicBezTo>
                  <a:lnTo>
                    <a:pt x="12360" y="5084"/>
                  </a:lnTo>
                  <a:cubicBezTo>
                    <a:pt x="12360" y="5203"/>
                    <a:pt x="12455" y="5299"/>
                    <a:pt x="12574" y="5299"/>
                  </a:cubicBezTo>
                  <a:lnTo>
                    <a:pt x="13181" y="5299"/>
                  </a:lnTo>
                  <a:lnTo>
                    <a:pt x="13181" y="5596"/>
                  </a:lnTo>
                  <a:cubicBezTo>
                    <a:pt x="13181" y="5787"/>
                    <a:pt x="13252" y="5977"/>
                    <a:pt x="13395" y="6096"/>
                  </a:cubicBezTo>
                  <a:cubicBezTo>
                    <a:pt x="13455" y="6156"/>
                    <a:pt x="13479" y="6227"/>
                    <a:pt x="13479" y="6323"/>
                  </a:cubicBezTo>
                  <a:lnTo>
                    <a:pt x="13479" y="6692"/>
                  </a:lnTo>
                  <a:lnTo>
                    <a:pt x="13443" y="6692"/>
                  </a:lnTo>
                  <a:cubicBezTo>
                    <a:pt x="13443" y="7037"/>
                    <a:pt x="13181" y="7311"/>
                    <a:pt x="12836" y="7311"/>
                  </a:cubicBezTo>
                  <a:lnTo>
                    <a:pt x="12526" y="7311"/>
                  </a:lnTo>
                  <a:cubicBezTo>
                    <a:pt x="12419" y="6501"/>
                    <a:pt x="11740" y="5894"/>
                    <a:pt x="10919" y="5894"/>
                  </a:cubicBezTo>
                  <a:cubicBezTo>
                    <a:pt x="10097" y="5894"/>
                    <a:pt x="9419" y="6513"/>
                    <a:pt x="9312" y="7311"/>
                  </a:cubicBezTo>
                  <a:lnTo>
                    <a:pt x="4061" y="7311"/>
                  </a:lnTo>
                  <a:cubicBezTo>
                    <a:pt x="3954" y="6501"/>
                    <a:pt x="3275" y="5894"/>
                    <a:pt x="2454" y="5894"/>
                  </a:cubicBezTo>
                  <a:cubicBezTo>
                    <a:pt x="1632" y="5894"/>
                    <a:pt x="965" y="6501"/>
                    <a:pt x="846" y="7275"/>
                  </a:cubicBezTo>
                  <a:cubicBezTo>
                    <a:pt x="608" y="7204"/>
                    <a:pt x="429" y="6966"/>
                    <a:pt x="429" y="6692"/>
                  </a:cubicBezTo>
                  <a:lnTo>
                    <a:pt x="429" y="5465"/>
                  </a:lnTo>
                  <a:lnTo>
                    <a:pt x="691" y="5465"/>
                  </a:lnTo>
                  <a:cubicBezTo>
                    <a:pt x="1263" y="5465"/>
                    <a:pt x="1703" y="5001"/>
                    <a:pt x="1703" y="4453"/>
                  </a:cubicBezTo>
                  <a:lnTo>
                    <a:pt x="1703" y="3822"/>
                  </a:lnTo>
                  <a:lnTo>
                    <a:pt x="2406" y="3644"/>
                  </a:lnTo>
                  <a:cubicBezTo>
                    <a:pt x="2465" y="3632"/>
                    <a:pt x="2513" y="3596"/>
                    <a:pt x="2525" y="3560"/>
                  </a:cubicBezTo>
                  <a:lnTo>
                    <a:pt x="3954" y="1120"/>
                  </a:lnTo>
                  <a:cubicBezTo>
                    <a:pt x="4204" y="679"/>
                    <a:pt x="4680" y="417"/>
                    <a:pt x="5180" y="417"/>
                  </a:cubicBezTo>
                  <a:close/>
                  <a:moveTo>
                    <a:pt x="2430" y="6275"/>
                  </a:moveTo>
                  <a:cubicBezTo>
                    <a:pt x="3108" y="6275"/>
                    <a:pt x="3656" y="6823"/>
                    <a:pt x="3656" y="7501"/>
                  </a:cubicBezTo>
                  <a:cubicBezTo>
                    <a:pt x="3656" y="8168"/>
                    <a:pt x="3108" y="8716"/>
                    <a:pt x="2430" y="8716"/>
                  </a:cubicBezTo>
                  <a:cubicBezTo>
                    <a:pt x="1763" y="8716"/>
                    <a:pt x="1215" y="8168"/>
                    <a:pt x="1215" y="7501"/>
                  </a:cubicBezTo>
                  <a:cubicBezTo>
                    <a:pt x="1215" y="6823"/>
                    <a:pt x="1763" y="6275"/>
                    <a:pt x="2430" y="6275"/>
                  </a:cubicBezTo>
                  <a:close/>
                  <a:moveTo>
                    <a:pt x="10919" y="6275"/>
                  </a:moveTo>
                  <a:cubicBezTo>
                    <a:pt x="11586" y="6275"/>
                    <a:pt x="12145" y="6823"/>
                    <a:pt x="12145" y="7501"/>
                  </a:cubicBezTo>
                  <a:cubicBezTo>
                    <a:pt x="12145" y="8168"/>
                    <a:pt x="11586" y="8716"/>
                    <a:pt x="10919" y="8716"/>
                  </a:cubicBezTo>
                  <a:cubicBezTo>
                    <a:pt x="10252" y="8716"/>
                    <a:pt x="9693" y="8168"/>
                    <a:pt x="9693" y="7501"/>
                  </a:cubicBezTo>
                  <a:cubicBezTo>
                    <a:pt x="9693" y="6823"/>
                    <a:pt x="10252" y="6275"/>
                    <a:pt x="10919" y="6275"/>
                  </a:cubicBezTo>
                  <a:close/>
                  <a:moveTo>
                    <a:pt x="5144" y="0"/>
                  </a:moveTo>
                  <a:cubicBezTo>
                    <a:pt x="4501" y="0"/>
                    <a:pt x="3894" y="334"/>
                    <a:pt x="3573" y="905"/>
                  </a:cubicBezTo>
                  <a:lnTo>
                    <a:pt x="2180" y="3275"/>
                  </a:lnTo>
                  <a:lnTo>
                    <a:pt x="1430" y="3465"/>
                  </a:lnTo>
                  <a:cubicBezTo>
                    <a:pt x="489" y="3703"/>
                    <a:pt x="1" y="4477"/>
                    <a:pt x="1" y="5251"/>
                  </a:cubicBezTo>
                  <a:lnTo>
                    <a:pt x="1" y="6692"/>
                  </a:lnTo>
                  <a:cubicBezTo>
                    <a:pt x="1" y="7180"/>
                    <a:pt x="358" y="7608"/>
                    <a:pt x="810" y="7692"/>
                  </a:cubicBezTo>
                  <a:cubicBezTo>
                    <a:pt x="906" y="8501"/>
                    <a:pt x="1584" y="9132"/>
                    <a:pt x="2418" y="9132"/>
                  </a:cubicBezTo>
                  <a:cubicBezTo>
                    <a:pt x="3251" y="9132"/>
                    <a:pt x="3930" y="8513"/>
                    <a:pt x="4025" y="7728"/>
                  </a:cubicBezTo>
                  <a:lnTo>
                    <a:pt x="9300" y="7728"/>
                  </a:lnTo>
                  <a:cubicBezTo>
                    <a:pt x="9407" y="8525"/>
                    <a:pt x="10085" y="9132"/>
                    <a:pt x="10907" y="9132"/>
                  </a:cubicBezTo>
                  <a:cubicBezTo>
                    <a:pt x="11740" y="9132"/>
                    <a:pt x="12407" y="8513"/>
                    <a:pt x="12514" y="7728"/>
                  </a:cubicBezTo>
                  <a:lnTo>
                    <a:pt x="12824" y="7728"/>
                  </a:lnTo>
                  <a:cubicBezTo>
                    <a:pt x="13395" y="7728"/>
                    <a:pt x="13836" y="7263"/>
                    <a:pt x="13836" y="6716"/>
                  </a:cubicBezTo>
                  <a:lnTo>
                    <a:pt x="13836" y="6299"/>
                  </a:lnTo>
                  <a:cubicBezTo>
                    <a:pt x="13848" y="6096"/>
                    <a:pt x="13776" y="5918"/>
                    <a:pt x="13645" y="5787"/>
                  </a:cubicBezTo>
                  <a:cubicBezTo>
                    <a:pt x="13586" y="5727"/>
                    <a:pt x="13550" y="5656"/>
                    <a:pt x="13550" y="5561"/>
                  </a:cubicBezTo>
                  <a:lnTo>
                    <a:pt x="13550" y="4572"/>
                  </a:lnTo>
                  <a:lnTo>
                    <a:pt x="13788" y="4037"/>
                  </a:lnTo>
                  <a:cubicBezTo>
                    <a:pt x="13872" y="3846"/>
                    <a:pt x="13872" y="3656"/>
                    <a:pt x="13764" y="3501"/>
                  </a:cubicBezTo>
                  <a:cubicBezTo>
                    <a:pt x="13657" y="3334"/>
                    <a:pt x="13479" y="3239"/>
                    <a:pt x="13288" y="3239"/>
                  </a:cubicBezTo>
                  <a:lnTo>
                    <a:pt x="12443" y="3239"/>
                  </a:lnTo>
                  <a:lnTo>
                    <a:pt x="10550" y="727"/>
                  </a:lnTo>
                  <a:cubicBezTo>
                    <a:pt x="10204" y="262"/>
                    <a:pt x="9657" y="0"/>
                    <a:pt x="908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8" name="Google Shape;11129;p77">
              <a:extLst>
                <a:ext uri="{FF2B5EF4-FFF2-40B4-BE49-F238E27FC236}">
                  <a16:creationId xmlns:a16="http://schemas.microsoft.com/office/drawing/2014/main" id="{A4F44BDD-F0C4-4B59-9D79-E44795383DF1}"/>
                </a:ext>
              </a:extLst>
            </p:cNvPr>
            <p:cNvSpPr/>
            <p:nvPr/>
          </p:nvSpPr>
          <p:spPr>
            <a:xfrm>
              <a:off x="5779789" y="4416409"/>
              <a:ext cx="52205" cy="51475"/>
            </a:xfrm>
            <a:custGeom>
              <a:avLst/>
              <a:gdLst/>
              <a:ahLst/>
              <a:cxnLst/>
              <a:rect l="l" t="t" r="r" b="b"/>
              <a:pathLst>
                <a:path w="1644" h="1621" extrusionOk="0">
                  <a:moveTo>
                    <a:pt x="811" y="1"/>
                  </a:moveTo>
                  <a:cubicBezTo>
                    <a:pt x="584" y="1"/>
                    <a:pt x="394" y="84"/>
                    <a:pt x="239" y="239"/>
                  </a:cubicBezTo>
                  <a:cubicBezTo>
                    <a:pt x="96" y="382"/>
                    <a:pt x="1" y="596"/>
                    <a:pt x="1" y="799"/>
                  </a:cubicBezTo>
                  <a:cubicBezTo>
                    <a:pt x="1" y="1263"/>
                    <a:pt x="382" y="1620"/>
                    <a:pt x="822" y="1620"/>
                  </a:cubicBezTo>
                  <a:cubicBezTo>
                    <a:pt x="1275" y="1620"/>
                    <a:pt x="1644" y="1263"/>
                    <a:pt x="1644" y="799"/>
                  </a:cubicBezTo>
                  <a:cubicBezTo>
                    <a:pt x="1644" y="739"/>
                    <a:pt x="1632" y="668"/>
                    <a:pt x="1608" y="608"/>
                  </a:cubicBezTo>
                  <a:cubicBezTo>
                    <a:pt x="1557" y="546"/>
                    <a:pt x="1478" y="484"/>
                    <a:pt x="1389" y="484"/>
                  </a:cubicBezTo>
                  <a:cubicBezTo>
                    <a:pt x="1375" y="484"/>
                    <a:pt x="1361" y="486"/>
                    <a:pt x="1346" y="489"/>
                  </a:cubicBezTo>
                  <a:cubicBezTo>
                    <a:pt x="1239" y="525"/>
                    <a:pt x="1168" y="620"/>
                    <a:pt x="1192" y="727"/>
                  </a:cubicBezTo>
                  <a:cubicBezTo>
                    <a:pt x="1203" y="763"/>
                    <a:pt x="1203" y="787"/>
                    <a:pt x="1203" y="822"/>
                  </a:cubicBezTo>
                  <a:cubicBezTo>
                    <a:pt x="1203" y="1037"/>
                    <a:pt x="1025" y="1215"/>
                    <a:pt x="811" y="1215"/>
                  </a:cubicBezTo>
                  <a:cubicBezTo>
                    <a:pt x="584" y="1215"/>
                    <a:pt x="406" y="1037"/>
                    <a:pt x="406" y="822"/>
                  </a:cubicBezTo>
                  <a:cubicBezTo>
                    <a:pt x="406" y="596"/>
                    <a:pt x="584" y="418"/>
                    <a:pt x="811" y="418"/>
                  </a:cubicBezTo>
                  <a:cubicBezTo>
                    <a:pt x="930" y="418"/>
                    <a:pt x="1013" y="322"/>
                    <a:pt x="1013" y="203"/>
                  </a:cubicBezTo>
                  <a:cubicBezTo>
                    <a:pt x="1013" y="84"/>
                    <a:pt x="930" y="1"/>
                    <a:pt x="81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9" name="Google Shape;11130;p77">
              <a:extLst>
                <a:ext uri="{FF2B5EF4-FFF2-40B4-BE49-F238E27FC236}">
                  <a16:creationId xmlns:a16="http://schemas.microsoft.com/office/drawing/2014/main" id="{4896A768-CFBB-42AD-A5E1-33966CA0CCB2}"/>
                </a:ext>
              </a:extLst>
            </p:cNvPr>
            <p:cNvSpPr/>
            <p:nvPr/>
          </p:nvSpPr>
          <p:spPr>
            <a:xfrm>
              <a:off x="6048627" y="4416409"/>
              <a:ext cx="52205" cy="51856"/>
            </a:xfrm>
            <a:custGeom>
              <a:avLst/>
              <a:gdLst/>
              <a:ahLst/>
              <a:cxnLst/>
              <a:rect l="l" t="t" r="r" b="b"/>
              <a:pathLst>
                <a:path w="1644" h="1633" extrusionOk="0">
                  <a:moveTo>
                    <a:pt x="822" y="1"/>
                  </a:moveTo>
                  <a:cubicBezTo>
                    <a:pt x="596" y="1"/>
                    <a:pt x="405" y="84"/>
                    <a:pt x="238" y="239"/>
                  </a:cubicBezTo>
                  <a:cubicBezTo>
                    <a:pt x="95" y="382"/>
                    <a:pt x="0" y="596"/>
                    <a:pt x="0" y="822"/>
                  </a:cubicBezTo>
                  <a:cubicBezTo>
                    <a:pt x="0" y="1263"/>
                    <a:pt x="381" y="1632"/>
                    <a:pt x="822" y="1632"/>
                  </a:cubicBezTo>
                  <a:cubicBezTo>
                    <a:pt x="1274" y="1632"/>
                    <a:pt x="1643" y="1275"/>
                    <a:pt x="1643" y="822"/>
                  </a:cubicBezTo>
                  <a:cubicBezTo>
                    <a:pt x="1643" y="763"/>
                    <a:pt x="1631" y="680"/>
                    <a:pt x="1608" y="620"/>
                  </a:cubicBezTo>
                  <a:cubicBezTo>
                    <a:pt x="1577" y="548"/>
                    <a:pt x="1492" y="484"/>
                    <a:pt x="1400" y="484"/>
                  </a:cubicBezTo>
                  <a:cubicBezTo>
                    <a:pt x="1386" y="484"/>
                    <a:pt x="1372" y="486"/>
                    <a:pt x="1358" y="489"/>
                  </a:cubicBezTo>
                  <a:cubicBezTo>
                    <a:pt x="1250" y="525"/>
                    <a:pt x="1179" y="620"/>
                    <a:pt x="1215" y="727"/>
                  </a:cubicBezTo>
                  <a:cubicBezTo>
                    <a:pt x="1227" y="763"/>
                    <a:pt x="1227" y="787"/>
                    <a:pt x="1227" y="822"/>
                  </a:cubicBezTo>
                  <a:cubicBezTo>
                    <a:pt x="1227" y="1037"/>
                    <a:pt x="1048" y="1215"/>
                    <a:pt x="822" y="1215"/>
                  </a:cubicBezTo>
                  <a:cubicBezTo>
                    <a:pt x="596" y="1215"/>
                    <a:pt x="417" y="1037"/>
                    <a:pt x="417" y="822"/>
                  </a:cubicBezTo>
                  <a:cubicBezTo>
                    <a:pt x="417" y="596"/>
                    <a:pt x="596" y="418"/>
                    <a:pt x="822" y="418"/>
                  </a:cubicBezTo>
                  <a:cubicBezTo>
                    <a:pt x="941" y="418"/>
                    <a:pt x="1036" y="322"/>
                    <a:pt x="1036" y="203"/>
                  </a:cubicBezTo>
                  <a:cubicBezTo>
                    <a:pt x="1036" y="84"/>
                    <a:pt x="941" y="1"/>
                    <a:pt x="822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0" name="Google Shape;11131;p77">
              <a:extLst>
                <a:ext uri="{FF2B5EF4-FFF2-40B4-BE49-F238E27FC236}">
                  <a16:creationId xmlns:a16="http://schemas.microsoft.com/office/drawing/2014/main" id="{A92C0C05-90FF-4D29-9BFB-2CA30B304178}"/>
                </a:ext>
              </a:extLst>
            </p:cNvPr>
            <p:cNvSpPr/>
            <p:nvPr/>
          </p:nvSpPr>
          <p:spPr>
            <a:xfrm>
              <a:off x="6000995" y="4365379"/>
              <a:ext cx="122892" cy="58016"/>
            </a:xfrm>
            <a:custGeom>
              <a:avLst/>
              <a:gdLst/>
              <a:ahLst/>
              <a:cxnLst/>
              <a:rect l="l" t="t" r="r" b="b"/>
              <a:pathLst>
                <a:path w="3870" h="1827" extrusionOk="0">
                  <a:moveTo>
                    <a:pt x="2310" y="1"/>
                  </a:moveTo>
                  <a:cubicBezTo>
                    <a:pt x="1810" y="1"/>
                    <a:pt x="1334" y="143"/>
                    <a:pt x="929" y="429"/>
                  </a:cubicBezTo>
                  <a:cubicBezTo>
                    <a:pt x="524" y="715"/>
                    <a:pt x="226" y="1096"/>
                    <a:pt x="48" y="1548"/>
                  </a:cubicBezTo>
                  <a:cubicBezTo>
                    <a:pt x="0" y="1656"/>
                    <a:pt x="60" y="1775"/>
                    <a:pt x="167" y="1810"/>
                  </a:cubicBezTo>
                  <a:cubicBezTo>
                    <a:pt x="192" y="1822"/>
                    <a:pt x="218" y="1827"/>
                    <a:pt x="244" y="1827"/>
                  </a:cubicBezTo>
                  <a:cubicBezTo>
                    <a:pt x="326" y="1827"/>
                    <a:pt x="404" y="1773"/>
                    <a:pt x="441" y="1691"/>
                  </a:cubicBezTo>
                  <a:cubicBezTo>
                    <a:pt x="738" y="917"/>
                    <a:pt x="1488" y="405"/>
                    <a:pt x="2322" y="405"/>
                  </a:cubicBezTo>
                  <a:cubicBezTo>
                    <a:pt x="2774" y="405"/>
                    <a:pt x="3191" y="536"/>
                    <a:pt x="3548" y="798"/>
                  </a:cubicBezTo>
                  <a:cubicBezTo>
                    <a:pt x="3581" y="831"/>
                    <a:pt x="3624" y="846"/>
                    <a:pt x="3667" y="846"/>
                  </a:cubicBezTo>
                  <a:cubicBezTo>
                    <a:pt x="3732" y="846"/>
                    <a:pt x="3798" y="813"/>
                    <a:pt x="3834" y="763"/>
                  </a:cubicBezTo>
                  <a:cubicBezTo>
                    <a:pt x="3870" y="679"/>
                    <a:pt x="3858" y="560"/>
                    <a:pt x="3774" y="489"/>
                  </a:cubicBezTo>
                  <a:cubicBezTo>
                    <a:pt x="3334" y="179"/>
                    <a:pt x="2846" y="1"/>
                    <a:pt x="2310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1" name="Google Shape;11132;p77">
              <a:extLst>
                <a:ext uri="{FF2B5EF4-FFF2-40B4-BE49-F238E27FC236}">
                  <a16:creationId xmlns:a16="http://schemas.microsoft.com/office/drawing/2014/main" id="{0BC8B8ED-BF47-453B-9BDC-B16169868A76}"/>
                </a:ext>
              </a:extLst>
            </p:cNvPr>
            <p:cNvSpPr/>
            <p:nvPr/>
          </p:nvSpPr>
          <p:spPr>
            <a:xfrm>
              <a:off x="5816847" y="4230039"/>
              <a:ext cx="124797" cy="193610"/>
            </a:xfrm>
            <a:custGeom>
              <a:avLst/>
              <a:gdLst/>
              <a:ahLst/>
              <a:cxnLst/>
              <a:rect l="l" t="t" r="r" b="b"/>
              <a:pathLst>
                <a:path w="3930" h="6097" extrusionOk="0">
                  <a:moveTo>
                    <a:pt x="3513" y="417"/>
                  </a:moveTo>
                  <a:lnTo>
                    <a:pt x="3513" y="2441"/>
                  </a:lnTo>
                  <a:lnTo>
                    <a:pt x="822" y="2441"/>
                  </a:lnTo>
                  <a:lnTo>
                    <a:pt x="1834" y="714"/>
                  </a:lnTo>
                  <a:cubicBezTo>
                    <a:pt x="1930" y="524"/>
                    <a:pt x="2144" y="417"/>
                    <a:pt x="2346" y="417"/>
                  </a:cubicBezTo>
                  <a:close/>
                  <a:moveTo>
                    <a:pt x="2346" y="0"/>
                  </a:moveTo>
                  <a:cubicBezTo>
                    <a:pt x="1989" y="0"/>
                    <a:pt x="1644" y="203"/>
                    <a:pt x="1465" y="512"/>
                  </a:cubicBezTo>
                  <a:lnTo>
                    <a:pt x="60" y="2917"/>
                  </a:lnTo>
                  <a:cubicBezTo>
                    <a:pt x="1" y="3024"/>
                    <a:pt x="25" y="3143"/>
                    <a:pt x="132" y="3203"/>
                  </a:cubicBezTo>
                  <a:cubicBezTo>
                    <a:pt x="155" y="3215"/>
                    <a:pt x="203" y="3239"/>
                    <a:pt x="239" y="3239"/>
                  </a:cubicBezTo>
                  <a:cubicBezTo>
                    <a:pt x="310" y="3239"/>
                    <a:pt x="370" y="3203"/>
                    <a:pt x="417" y="3131"/>
                  </a:cubicBezTo>
                  <a:lnTo>
                    <a:pt x="572" y="2846"/>
                  </a:lnTo>
                  <a:lnTo>
                    <a:pt x="3513" y="2846"/>
                  </a:lnTo>
                  <a:lnTo>
                    <a:pt x="3513" y="5882"/>
                  </a:lnTo>
                  <a:cubicBezTo>
                    <a:pt x="3513" y="6001"/>
                    <a:pt x="3596" y="6096"/>
                    <a:pt x="3715" y="6096"/>
                  </a:cubicBezTo>
                  <a:cubicBezTo>
                    <a:pt x="3835" y="6096"/>
                    <a:pt x="3930" y="6001"/>
                    <a:pt x="3930" y="5882"/>
                  </a:cubicBezTo>
                  <a:lnTo>
                    <a:pt x="3930" y="203"/>
                  </a:lnTo>
                  <a:cubicBezTo>
                    <a:pt x="3918" y="95"/>
                    <a:pt x="3823" y="0"/>
                    <a:pt x="371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2" name="Google Shape;11133;p77">
              <a:extLst>
                <a:ext uri="{FF2B5EF4-FFF2-40B4-BE49-F238E27FC236}">
                  <a16:creationId xmlns:a16="http://schemas.microsoft.com/office/drawing/2014/main" id="{AFB8715B-C01B-4C0F-9B48-AFA544ADB34E}"/>
                </a:ext>
              </a:extLst>
            </p:cNvPr>
            <p:cNvSpPr/>
            <p:nvPr/>
          </p:nvSpPr>
          <p:spPr>
            <a:xfrm>
              <a:off x="5954474" y="4230039"/>
              <a:ext cx="120256" cy="102854"/>
            </a:xfrm>
            <a:custGeom>
              <a:avLst/>
              <a:gdLst/>
              <a:ahLst/>
              <a:cxnLst/>
              <a:rect l="l" t="t" r="r" b="b"/>
              <a:pathLst>
                <a:path w="3787" h="3239" extrusionOk="0">
                  <a:moveTo>
                    <a:pt x="203" y="0"/>
                  </a:moveTo>
                  <a:cubicBezTo>
                    <a:pt x="84" y="0"/>
                    <a:pt x="1" y="95"/>
                    <a:pt x="1" y="214"/>
                  </a:cubicBezTo>
                  <a:lnTo>
                    <a:pt x="1" y="3024"/>
                  </a:lnTo>
                  <a:cubicBezTo>
                    <a:pt x="1" y="3143"/>
                    <a:pt x="84" y="3239"/>
                    <a:pt x="203" y="3239"/>
                  </a:cubicBezTo>
                  <a:cubicBezTo>
                    <a:pt x="322" y="3239"/>
                    <a:pt x="417" y="3143"/>
                    <a:pt x="417" y="3024"/>
                  </a:cubicBezTo>
                  <a:lnTo>
                    <a:pt x="417" y="405"/>
                  </a:lnTo>
                  <a:lnTo>
                    <a:pt x="1977" y="405"/>
                  </a:lnTo>
                  <a:cubicBezTo>
                    <a:pt x="2132" y="405"/>
                    <a:pt x="2322" y="512"/>
                    <a:pt x="2429" y="655"/>
                  </a:cubicBezTo>
                  <a:lnTo>
                    <a:pt x="3287" y="1786"/>
                  </a:lnTo>
                  <a:cubicBezTo>
                    <a:pt x="3346" y="1869"/>
                    <a:pt x="3358" y="1941"/>
                    <a:pt x="3358" y="2024"/>
                  </a:cubicBezTo>
                  <a:cubicBezTo>
                    <a:pt x="3358" y="2250"/>
                    <a:pt x="3180" y="2429"/>
                    <a:pt x="2953" y="2429"/>
                  </a:cubicBezTo>
                  <a:lnTo>
                    <a:pt x="1013" y="2429"/>
                  </a:lnTo>
                  <a:cubicBezTo>
                    <a:pt x="894" y="2429"/>
                    <a:pt x="798" y="2524"/>
                    <a:pt x="798" y="2643"/>
                  </a:cubicBezTo>
                  <a:cubicBezTo>
                    <a:pt x="798" y="2762"/>
                    <a:pt x="882" y="2846"/>
                    <a:pt x="1013" y="2846"/>
                  </a:cubicBezTo>
                  <a:lnTo>
                    <a:pt x="2977" y="2846"/>
                  </a:lnTo>
                  <a:cubicBezTo>
                    <a:pt x="3418" y="2846"/>
                    <a:pt x="3787" y="2489"/>
                    <a:pt x="3787" y="2024"/>
                  </a:cubicBezTo>
                  <a:cubicBezTo>
                    <a:pt x="3787" y="1846"/>
                    <a:pt x="3727" y="1691"/>
                    <a:pt x="3632" y="1536"/>
                  </a:cubicBezTo>
                  <a:lnTo>
                    <a:pt x="2775" y="405"/>
                  </a:lnTo>
                  <a:cubicBezTo>
                    <a:pt x="2584" y="155"/>
                    <a:pt x="2287" y="0"/>
                    <a:pt x="196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3" name="Google Shape;11134;p77">
              <a:extLst>
                <a:ext uri="{FF2B5EF4-FFF2-40B4-BE49-F238E27FC236}">
                  <a16:creationId xmlns:a16="http://schemas.microsoft.com/office/drawing/2014/main" id="{F55ECE54-A21C-48A3-B335-FDBC7C10C7D8}"/>
                </a:ext>
              </a:extLst>
            </p:cNvPr>
            <p:cNvSpPr/>
            <p:nvPr/>
          </p:nvSpPr>
          <p:spPr>
            <a:xfrm>
              <a:off x="5876198" y="4333243"/>
              <a:ext cx="39376" cy="13274"/>
            </a:xfrm>
            <a:custGeom>
              <a:avLst/>
              <a:gdLst/>
              <a:ahLst/>
              <a:cxnLst/>
              <a:rect l="l" t="t" r="r" b="b"/>
              <a:pathLst>
                <a:path w="1240" h="418" extrusionOk="0">
                  <a:moveTo>
                    <a:pt x="215" y="1"/>
                  </a:moveTo>
                  <a:cubicBezTo>
                    <a:pt x="96" y="1"/>
                    <a:pt x="1" y="84"/>
                    <a:pt x="1" y="203"/>
                  </a:cubicBezTo>
                  <a:cubicBezTo>
                    <a:pt x="1" y="322"/>
                    <a:pt x="96" y="417"/>
                    <a:pt x="215" y="417"/>
                  </a:cubicBezTo>
                  <a:lnTo>
                    <a:pt x="1025" y="417"/>
                  </a:lnTo>
                  <a:cubicBezTo>
                    <a:pt x="1144" y="417"/>
                    <a:pt x="1239" y="322"/>
                    <a:pt x="1239" y="203"/>
                  </a:cubicBezTo>
                  <a:cubicBezTo>
                    <a:pt x="1239" y="84"/>
                    <a:pt x="1156" y="1"/>
                    <a:pt x="1025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4" name="Google Shape;11135;p77">
              <a:extLst>
                <a:ext uri="{FF2B5EF4-FFF2-40B4-BE49-F238E27FC236}">
                  <a16:creationId xmlns:a16="http://schemas.microsoft.com/office/drawing/2014/main" id="{E5E75B12-9E22-4131-8349-422661E23324}"/>
                </a:ext>
              </a:extLst>
            </p:cNvPr>
            <p:cNvSpPr/>
            <p:nvPr/>
          </p:nvSpPr>
          <p:spPr>
            <a:xfrm>
              <a:off x="5979433" y="4333243"/>
              <a:ext cx="39344" cy="13274"/>
            </a:xfrm>
            <a:custGeom>
              <a:avLst/>
              <a:gdLst/>
              <a:ahLst/>
              <a:cxnLst/>
              <a:rect l="l" t="t" r="r" b="b"/>
              <a:pathLst>
                <a:path w="1239" h="418" extrusionOk="0">
                  <a:moveTo>
                    <a:pt x="203" y="1"/>
                  </a:moveTo>
                  <a:cubicBezTo>
                    <a:pt x="84" y="1"/>
                    <a:pt x="0" y="84"/>
                    <a:pt x="0" y="203"/>
                  </a:cubicBezTo>
                  <a:cubicBezTo>
                    <a:pt x="0" y="322"/>
                    <a:pt x="84" y="417"/>
                    <a:pt x="203" y="417"/>
                  </a:cubicBezTo>
                  <a:lnTo>
                    <a:pt x="1024" y="417"/>
                  </a:lnTo>
                  <a:cubicBezTo>
                    <a:pt x="1143" y="417"/>
                    <a:pt x="1239" y="322"/>
                    <a:pt x="1239" y="203"/>
                  </a:cubicBezTo>
                  <a:cubicBezTo>
                    <a:pt x="1239" y="84"/>
                    <a:pt x="1143" y="1"/>
                    <a:pt x="1024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100" name="Google Shape;2061;p59">
            <a:extLst>
              <a:ext uri="{FF2B5EF4-FFF2-40B4-BE49-F238E27FC236}">
                <a16:creationId xmlns:a16="http://schemas.microsoft.com/office/drawing/2014/main" id="{84361A7A-355E-4674-8D59-C308A595A205}"/>
              </a:ext>
            </a:extLst>
          </p:cNvPr>
          <p:cNvSpPr/>
          <p:nvPr/>
        </p:nvSpPr>
        <p:spPr>
          <a:xfrm rot="5400000">
            <a:off x="1064726" y="5689664"/>
            <a:ext cx="903900" cy="7836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002E8A">
              <a:alpha val="33000"/>
            </a:srgbClr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1" name="Google Shape;2067;p59">
            <a:extLst>
              <a:ext uri="{FF2B5EF4-FFF2-40B4-BE49-F238E27FC236}">
                <a16:creationId xmlns:a16="http://schemas.microsoft.com/office/drawing/2014/main" id="{602BF38E-44FF-4CA8-8575-4B4DA13175DC}"/>
              </a:ext>
            </a:extLst>
          </p:cNvPr>
          <p:cNvSpPr txBox="1"/>
          <p:nvPr/>
        </p:nvSpPr>
        <p:spPr>
          <a:xfrm>
            <a:off x="556526" y="6631584"/>
            <a:ext cx="1920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2100" dirty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1925</a:t>
            </a:r>
            <a:endParaRPr sz="2100" dirty="0">
              <a:solidFill>
                <a:schemeClr val="dk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103" name="Google Shape;2075;p59">
            <a:extLst>
              <a:ext uri="{FF2B5EF4-FFF2-40B4-BE49-F238E27FC236}">
                <a16:creationId xmlns:a16="http://schemas.microsoft.com/office/drawing/2014/main" id="{C77E2B75-FE95-47D3-99A3-24EA3373980C}"/>
              </a:ext>
            </a:extLst>
          </p:cNvPr>
          <p:cNvSpPr/>
          <p:nvPr/>
        </p:nvSpPr>
        <p:spPr>
          <a:xfrm rot="10800000">
            <a:off x="2391686" y="6141753"/>
            <a:ext cx="158994" cy="159009"/>
          </a:xfrm>
          <a:custGeom>
            <a:avLst/>
            <a:gdLst/>
            <a:ahLst/>
            <a:cxnLst/>
            <a:rect l="l" t="t" r="r" b="b"/>
            <a:pathLst>
              <a:path w="3670" h="3671" extrusionOk="0">
                <a:moveTo>
                  <a:pt x="1835" y="1"/>
                </a:moveTo>
                <a:cubicBezTo>
                  <a:pt x="834" y="1"/>
                  <a:pt x="0" y="835"/>
                  <a:pt x="0" y="1836"/>
                </a:cubicBezTo>
                <a:cubicBezTo>
                  <a:pt x="0" y="2870"/>
                  <a:pt x="834" y="3670"/>
                  <a:pt x="1835" y="3670"/>
                </a:cubicBezTo>
                <a:cubicBezTo>
                  <a:pt x="2836" y="3670"/>
                  <a:pt x="3670" y="2870"/>
                  <a:pt x="3670" y="1836"/>
                </a:cubicBezTo>
                <a:cubicBezTo>
                  <a:pt x="3670" y="835"/>
                  <a:pt x="2836" y="1"/>
                  <a:pt x="183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104" name="Google Shape;2677;p64">
            <a:extLst>
              <a:ext uri="{FF2B5EF4-FFF2-40B4-BE49-F238E27FC236}">
                <a16:creationId xmlns:a16="http://schemas.microsoft.com/office/drawing/2014/main" id="{4596DBE7-0797-4292-893D-B90A0909E4D5}"/>
              </a:ext>
            </a:extLst>
          </p:cNvPr>
          <p:cNvGrpSpPr/>
          <p:nvPr/>
        </p:nvGrpSpPr>
        <p:grpSpPr>
          <a:xfrm>
            <a:off x="1274324" y="5849004"/>
            <a:ext cx="536704" cy="455892"/>
            <a:chOff x="6740765" y="3190516"/>
            <a:chExt cx="602023" cy="511377"/>
          </a:xfrm>
        </p:grpSpPr>
        <p:sp>
          <p:nvSpPr>
            <p:cNvPr id="105" name="Google Shape;2678;p64">
              <a:extLst>
                <a:ext uri="{FF2B5EF4-FFF2-40B4-BE49-F238E27FC236}">
                  <a16:creationId xmlns:a16="http://schemas.microsoft.com/office/drawing/2014/main" id="{75EC28DC-9515-4DEA-BF63-CB3C62505325}"/>
                </a:ext>
              </a:extLst>
            </p:cNvPr>
            <p:cNvSpPr/>
            <p:nvPr/>
          </p:nvSpPr>
          <p:spPr>
            <a:xfrm>
              <a:off x="6740765" y="3190516"/>
              <a:ext cx="602023" cy="511377"/>
            </a:xfrm>
            <a:custGeom>
              <a:avLst/>
              <a:gdLst/>
              <a:ahLst/>
              <a:cxnLst/>
              <a:rect l="l" t="t" r="r" b="b"/>
              <a:pathLst>
                <a:path w="18151" h="15418" extrusionOk="0">
                  <a:moveTo>
                    <a:pt x="12243" y="1535"/>
                  </a:moveTo>
                  <a:cubicBezTo>
                    <a:pt x="12235" y="1603"/>
                    <a:pt x="12230" y="1673"/>
                    <a:pt x="12230" y="1744"/>
                  </a:cubicBezTo>
                  <a:cubicBezTo>
                    <a:pt x="12230" y="1815"/>
                    <a:pt x="12235" y="1886"/>
                    <a:pt x="12243" y="1954"/>
                  </a:cubicBezTo>
                  <a:lnTo>
                    <a:pt x="11500" y="1954"/>
                  </a:lnTo>
                  <a:lnTo>
                    <a:pt x="11500" y="1535"/>
                  </a:lnTo>
                  <a:close/>
                  <a:moveTo>
                    <a:pt x="9840" y="2159"/>
                  </a:moveTo>
                  <a:lnTo>
                    <a:pt x="9840" y="2338"/>
                  </a:lnTo>
                  <a:lnTo>
                    <a:pt x="8984" y="2338"/>
                  </a:lnTo>
                  <a:lnTo>
                    <a:pt x="8984" y="2159"/>
                  </a:lnTo>
                  <a:close/>
                  <a:moveTo>
                    <a:pt x="1732" y="531"/>
                  </a:moveTo>
                  <a:cubicBezTo>
                    <a:pt x="2393" y="531"/>
                    <a:pt x="2931" y="1076"/>
                    <a:pt x="2931" y="1744"/>
                  </a:cubicBezTo>
                  <a:cubicBezTo>
                    <a:pt x="2931" y="2412"/>
                    <a:pt x="2393" y="2957"/>
                    <a:pt x="1732" y="2957"/>
                  </a:cubicBezTo>
                  <a:cubicBezTo>
                    <a:pt x="1071" y="2957"/>
                    <a:pt x="533" y="2412"/>
                    <a:pt x="533" y="1744"/>
                  </a:cubicBezTo>
                  <a:cubicBezTo>
                    <a:pt x="533" y="1076"/>
                    <a:pt x="1071" y="531"/>
                    <a:pt x="1732" y="531"/>
                  </a:cubicBezTo>
                  <a:close/>
                  <a:moveTo>
                    <a:pt x="13962" y="532"/>
                  </a:moveTo>
                  <a:cubicBezTo>
                    <a:pt x="14622" y="532"/>
                    <a:pt x="15161" y="1076"/>
                    <a:pt x="15161" y="1744"/>
                  </a:cubicBezTo>
                  <a:cubicBezTo>
                    <a:pt x="15161" y="2412"/>
                    <a:pt x="14623" y="2957"/>
                    <a:pt x="13962" y="2957"/>
                  </a:cubicBezTo>
                  <a:cubicBezTo>
                    <a:pt x="13299" y="2957"/>
                    <a:pt x="12761" y="2412"/>
                    <a:pt x="12761" y="1744"/>
                  </a:cubicBezTo>
                  <a:cubicBezTo>
                    <a:pt x="12761" y="1076"/>
                    <a:pt x="13299" y="532"/>
                    <a:pt x="13962" y="532"/>
                  </a:cubicBezTo>
                  <a:close/>
                  <a:moveTo>
                    <a:pt x="14466" y="3412"/>
                  </a:moveTo>
                  <a:lnTo>
                    <a:pt x="14466" y="3980"/>
                  </a:lnTo>
                  <a:lnTo>
                    <a:pt x="13456" y="3980"/>
                  </a:lnTo>
                  <a:lnTo>
                    <a:pt x="13456" y="3412"/>
                  </a:lnTo>
                  <a:cubicBezTo>
                    <a:pt x="13616" y="3462"/>
                    <a:pt x="13785" y="3488"/>
                    <a:pt x="13961" y="3488"/>
                  </a:cubicBezTo>
                  <a:cubicBezTo>
                    <a:pt x="14136" y="3488"/>
                    <a:pt x="14307" y="3462"/>
                    <a:pt x="14466" y="3412"/>
                  </a:cubicBezTo>
                  <a:close/>
                  <a:moveTo>
                    <a:pt x="13650" y="4512"/>
                  </a:moveTo>
                  <a:lnTo>
                    <a:pt x="13659" y="4519"/>
                  </a:lnTo>
                  <a:lnTo>
                    <a:pt x="12600" y="5587"/>
                  </a:lnTo>
                  <a:lnTo>
                    <a:pt x="12413" y="5399"/>
                  </a:lnTo>
                  <a:lnTo>
                    <a:pt x="13293" y="4512"/>
                  </a:lnTo>
                  <a:close/>
                  <a:moveTo>
                    <a:pt x="14629" y="4512"/>
                  </a:moveTo>
                  <a:lnTo>
                    <a:pt x="15508" y="5399"/>
                  </a:lnTo>
                  <a:lnTo>
                    <a:pt x="15331" y="5578"/>
                  </a:lnTo>
                  <a:lnTo>
                    <a:pt x="15322" y="5587"/>
                  </a:lnTo>
                  <a:lnTo>
                    <a:pt x="14263" y="4519"/>
                  </a:lnTo>
                  <a:lnTo>
                    <a:pt x="14272" y="4512"/>
                  </a:lnTo>
                  <a:close/>
                  <a:moveTo>
                    <a:pt x="2787" y="3125"/>
                  </a:moveTo>
                  <a:lnTo>
                    <a:pt x="4835" y="5513"/>
                  </a:lnTo>
                  <a:cubicBezTo>
                    <a:pt x="4797" y="5511"/>
                    <a:pt x="4758" y="5510"/>
                    <a:pt x="4720" y="5510"/>
                  </a:cubicBezTo>
                  <a:cubicBezTo>
                    <a:pt x="4043" y="5510"/>
                    <a:pt x="3437" y="5822"/>
                    <a:pt x="3037" y="6311"/>
                  </a:cubicBezTo>
                  <a:lnTo>
                    <a:pt x="1907" y="3479"/>
                  </a:lnTo>
                  <a:cubicBezTo>
                    <a:pt x="2236" y="3446"/>
                    <a:pt x="2538" y="3319"/>
                    <a:pt x="2787" y="3125"/>
                  </a:cubicBezTo>
                  <a:close/>
                  <a:moveTo>
                    <a:pt x="13961" y="4969"/>
                  </a:moveTo>
                  <a:lnTo>
                    <a:pt x="14947" y="5965"/>
                  </a:lnTo>
                  <a:lnTo>
                    <a:pt x="14429" y="6489"/>
                  </a:lnTo>
                  <a:lnTo>
                    <a:pt x="14163" y="6334"/>
                  </a:lnTo>
                  <a:cubicBezTo>
                    <a:pt x="14097" y="6297"/>
                    <a:pt x="14020" y="6276"/>
                    <a:pt x="13938" y="6276"/>
                  </a:cubicBezTo>
                  <a:cubicBezTo>
                    <a:pt x="13856" y="6276"/>
                    <a:pt x="13778" y="6297"/>
                    <a:pt x="13712" y="6334"/>
                  </a:cubicBezTo>
                  <a:lnTo>
                    <a:pt x="13476" y="6471"/>
                  </a:lnTo>
                  <a:lnTo>
                    <a:pt x="12974" y="5965"/>
                  </a:lnTo>
                  <a:lnTo>
                    <a:pt x="13961" y="4969"/>
                  </a:lnTo>
                  <a:close/>
                  <a:moveTo>
                    <a:pt x="13938" y="6818"/>
                  </a:moveTo>
                  <a:lnTo>
                    <a:pt x="14701" y="7260"/>
                  </a:lnTo>
                  <a:lnTo>
                    <a:pt x="14701" y="8144"/>
                  </a:lnTo>
                  <a:lnTo>
                    <a:pt x="13938" y="8585"/>
                  </a:lnTo>
                  <a:lnTo>
                    <a:pt x="13174" y="8144"/>
                  </a:lnTo>
                  <a:lnTo>
                    <a:pt x="13174" y="7260"/>
                  </a:lnTo>
                  <a:lnTo>
                    <a:pt x="13938" y="6818"/>
                  </a:lnTo>
                  <a:close/>
                  <a:moveTo>
                    <a:pt x="4720" y="6042"/>
                  </a:moveTo>
                  <a:cubicBezTo>
                    <a:pt x="5630" y="6042"/>
                    <a:pt x="6370" y="6789"/>
                    <a:pt x="6370" y="7708"/>
                  </a:cubicBezTo>
                  <a:cubicBezTo>
                    <a:pt x="6370" y="8627"/>
                    <a:pt x="5630" y="9376"/>
                    <a:pt x="4720" y="9376"/>
                  </a:cubicBezTo>
                  <a:cubicBezTo>
                    <a:pt x="3810" y="9376"/>
                    <a:pt x="3070" y="8627"/>
                    <a:pt x="3070" y="7708"/>
                  </a:cubicBezTo>
                  <a:cubicBezTo>
                    <a:pt x="3070" y="6789"/>
                    <a:pt x="3810" y="6042"/>
                    <a:pt x="4720" y="6042"/>
                  </a:cubicBezTo>
                  <a:close/>
                  <a:moveTo>
                    <a:pt x="7575" y="12751"/>
                  </a:moveTo>
                  <a:cubicBezTo>
                    <a:pt x="7622" y="12751"/>
                    <a:pt x="7664" y="12792"/>
                    <a:pt x="7664" y="12840"/>
                  </a:cubicBezTo>
                  <a:lnTo>
                    <a:pt x="7664" y="13477"/>
                  </a:lnTo>
                  <a:lnTo>
                    <a:pt x="2207" y="13477"/>
                  </a:lnTo>
                  <a:lnTo>
                    <a:pt x="2207" y="12840"/>
                  </a:lnTo>
                  <a:cubicBezTo>
                    <a:pt x="2207" y="12792"/>
                    <a:pt x="2248" y="12751"/>
                    <a:pt x="2297" y="12751"/>
                  </a:cubicBezTo>
                  <a:close/>
                  <a:moveTo>
                    <a:pt x="9133" y="14008"/>
                  </a:moveTo>
                  <a:cubicBezTo>
                    <a:pt x="9187" y="14008"/>
                    <a:pt x="9232" y="14055"/>
                    <a:pt x="9232" y="14108"/>
                  </a:cubicBezTo>
                  <a:lnTo>
                    <a:pt x="9232" y="14885"/>
                  </a:lnTo>
                  <a:lnTo>
                    <a:pt x="1255" y="14885"/>
                  </a:lnTo>
                  <a:lnTo>
                    <a:pt x="1255" y="14108"/>
                  </a:lnTo>
                  <a:cubicBezTo>
                    <a:pt x="1255" y="14055"/>
                    <a:pt x="1301" y="14008"/>
                    <a:pt x="1354" y="14008"/>
                  </a:cubicBezTo>
                  <a:close/>
                  <a:moveTo>
                    <a:pt x="1732" y="1"/>
                  </a:moveTo>
                  <a:cubicBezTo>
                    <a:pt x="777" y="1"/>
                    <a:pt x="1" y="783"/>
                    <a:pt x="1" y="1744"/>
                  </a:cubicBezTo>
                  <a:cubicBezTo>
                    <a:pt x="1" y="2562"/>
                    <a:pt x="563" y="3250"/>
                    <a:pt x="1317" y="3437"/>
                  </a:cubicBezTo>
                  <a:lnTo>
                    <a:pt x="2695" y="6890"/>
                  </a:lnTo>
                  <a:cubicBezTo>
                    <a:pt x="2595" y="7143"/>
                    <a:pt x="2538" y="7419"/>
                    <a:pt x="2538" y="7708"/>
                  </a:cubicBezTo>
                  <a:cubicBezTo>
                    <a:pt x="2538" y="8274"/>
                    <a:pt x="2751" y="8790"/>
                    <a:pt x="3100" y="9180"/>
                  </a:cubicBezTo>
                  <a:lnTo>
                    <a:pt x="2412" y="12220"/>
                  </a:lnTo>
                  <a:lnTo>
                    <a:pt x="2297" y="12220"/>
                  </a:lnTo>
                  <a:cubicBezTo>
                    <a:pt x="1955" y="12220"/>
                    <a:pt x="1677" y="12498"/>
                    <a:pt x="1677" y="12840"/>
                  </a:cubicBezTo>
                  <a:lnTo>
                    <a:pt x="1677" y="13477"/>
                  </a:lnTo>
                  <a:lnTo>
                    <a:pt x="1355" y="13477"/>
                  </a:lnTo>
                  <a:cubicBezTo>
                    <a:pt x="1007" y="13477"/>
                    <a:pt x="724" y="13760"/>
                    <a:pt x="724" y="14108"/>
                  </a:cubicBezTo>
                  <a:lnTo>
                    <a:pt x="724" y="14885"/>
                  </a:lnTo>
                  <a:lnTo>
                    <a:pt x="471" y="14885"/>
                  </a:lnTo>
                  <a:cubicBezTo>
                    <a:pt x="324" y="14885"/>
                    <a:pt x="205" y="15004"/>
                    <a:pt x="205" y="15151"/>
                  </a:cubicBezTo>
                  <a:cubicBezTo>
                    <a:pt x="205" y="15298"/>
                    <a:pt x="324" y="15417"/>
                    <a:pt x="471" y="15417"/>
                  </a:cubicBezTo>
                  <a:lnTo>
                    <a:pt x="17885" y="15417"/>
                  </a:lnTo>
                  <a:cubicBezTo>
                    <a:pt x="18032" y="15417"/>
                    <a:pt x="18151" y="15298"/>
                    <a:pt x="18151" y="15151"/>
                  </a:cubicBezTo>
                  <a:cubicBezTo>
                    <a:pt x="18151" y="15004"/>
                    <a:pt x="18032" y="14885"/>
                    <a:pt x="17885" y="14885"/>
                  </a:cubicBezTo>
                  <a:lnTo>
                    <a:pt x="17795" y="14885"/>
                  </a:lnTo>
                  <a:lnTo>
                    <a:pt x="17795" y="10878"/>
                  </a:lnTo>
                  <a:cubicBezTo>
                    <a:pt x="17795" y="10609"/>
                    <a:pt x="17577" y="10390"/>
                    <a:pt x="17309" y="10390"/>
                  </a:cubicBezTo>
                  <a:lnTo>
                    <a:pt x="16165" y="10390"/>
                  </a:lnTo>
                  <a:cubicBezTo>
                    <a:pt x="16018" y="10390"/>
                    <a:pt x="15899" y="10509"/>
                    <a:pt x="15899" y="10656"/>
                  </a:cubicBezTo>
                  <a:cubicBezTo>
                    <a:pt x="15899" y="10803"/>
                    <a:pt x="16018" y="10922"/>
                    <a:pt x="16165" y="10922"/>
                  </a:cubicBezTo>
                  <a:lnTo>
                    <a:pt x="17264" y="10922"/>
                  </a:lnTo>
                  <a:lnTo>
                    <a:pt x="17264" y="14885"/>
                  </a:lnTo>
                  <a:lnTo>
                    <a:pt x="10527" y="14885"/>
                  </a:lnTo>
                  <a:lnTo>
                    <a:pt x="10527" y="10922"/>
                  </a:lnTo>
                  <a:lnTo>
                    <a:pt x="14641" y="10922"/>
                  </a:lnTo>
                  <a:cubicBezTo>
                    <a:pt x="14788" y="10922"/>
                    <a:pt x="14906" y="10803"/>
                    <a:pt x="14906" y="10656"/>
                  </a:cubicBezTo>
                  <a:cubicBezTo>
                    <a:pt x="14906" y="10509"/>
                    <a:pt x="14788" y="10390"/>
                    <a:pt x="14641" y="10390"/>
                  </a:cubicBezTo>
                  <a:lnTo>
                    <a:pt x="10482" y="10390"/>
                  </a:lnTo>
                  <a:cubicBezTo>
                    <a:pt x="10214" y="10390"/>
                    <a:pt x="9995" y="10609"/>
                    <a:pt x="9995" y="10878"/>
                  </a:cubicBezTo>
                  <a:lnTo>
                    <a:pt x="9995" y="14885"/>
                  </a:lnTo>
                  <a:lnTo>
                    <a:pt x="9764" y="14885"/>
                  </a:lnTo>
                  <a:lnTo>
                    <a:pt x="9764" y="14108"/>
                  </a:lnTo>
                  <a:cubicBezTo>
                    <a:pt x="9764" y="13760"/>
                    <a:pt x="9482" y="13477"/>
                    <a:pt x="9133" y="13477"/>
                  </a:cubicBezTo>
                  <a:lnTo>
                    <a:pt x="8195" y="13477"/>
                  </a:lnTo>
                  <a:lnTo>
                    <a:pt x="8195" y="12840"/>
                  </a:lnTo>
                  <a:cubicBezTo>
                    <a:pt x="8195" y="12497"/>
                    <a:pt x="7917" y="12220"/>
                    <a:pt x="7574" y="12220"/>
                  </a:cubicBezTo>
                  <a:lnTo>
                    <a:pt x="7405" y="12220"/>
                  </a:lnTo>
                  <a:lnTo>
                    <a:pt x="7173" y="11195"/>
                  </a:lnTo>
                  <a:cubicBezTo>
                    <a:pt x="7145" y="11071"/>
                    <a:pt x="7035" y="10987"/>
                    <a:pt x="6913" y="10987"/>
                  </a:cubicBezTo>
                  <a:cubicBezTo>
                    <a:pt x="6894" y="10987"/>
                    <a:pt x="6874" y="10990"/>
                    <a:pt x="6854" y="10994"/>
                  </a:cubicBezTo>
                  <a:cubicBezTo>
                    <a:pt x="6712" y="11027"/>
                    <a:pt x="6622" y="11169"/>
                    <a:pt x="6654" y="11312"/>
                  </a:cubicBezTo>
                  <a:lnTo>
                    <a:pt x="6860" y="12219"/>
                  </a:lnTo>
                  <a:lnTo>
                    <a:pt x="2957" y="12219"/>
                  </a:lnTo>
                  <a:lnTo>
                    <a:pt x="3558" y="9568"/>
                  </a:lnTo>
                  <a:cubicBezTo>
                    <a:pt x="3894" y="9782"/>
                    <a:pt x="4293" y="9908"/>
                    <a:pt x="4720" y="9908"/>
                  </a:cubicBezTo>
                  <a:cubicBezTo>
                    <a:pt x="5292" y="9908"/>
                    <a:pt x="5813" y="9684"/>
                    <a:pt x="6204" y="9319"/>
                  </a:cubicBezTo>
                  <a:lnTo>
                    <a:pt x="6381" y="10107"/>
                  </a:lnTo>
                  <a:cubicBezTo>
                    <a:pt x="6409" y="10231"/>
                    <a:pt x="6520" y="10314"/>
                    <a:pt x="6641" y="10314"/>
                  </a:cubicBezTo>
                  <a:cubicBezTo>
                    <a:pt x="6660" y="10314"/>
                    <a:pt x="6680" y="10312"/>
                    <a:pt x="6699" y="10308"/>
                  </a:cubicBezTo>
                  <a:cubicBezTo>
                    <a:pt x="6843" y="10275"/>
                    <a:pt x="6932" y="10132"/>
                    <a:pt x="6900" y="9990"/>
                  </a:cubicBezTo>
                  <a:lnTo>
                    <a:pt x="6625" y="8777"/>
                  </a:lnTo>
                  <a:cubicBezTo>
                    <a:pt x="6801" y="8461"/>
                    <a:pt x="6902" y="8096"/>
                    <a:pt x="6902" y="7708"/>
                  </a:cubicBezTo>
                  <a:cubicBezTo>
                    <a:pt x="6902" y="6878"/>
                    <a:pt x="6441" y="6152"/>
                    <a:pt x="5764" y="5778"/>
                  </a:cubicBezTo>
                  <a:lnTo>
                    <a:pt x="3269" y="2870"/>
                  </a:lnTo>
                  <a:lnTo>
                    <a:pt x="11053" y="2870"/>
                  </a:lnTo>
                  <a:cubicBezTo>
                    <a:pt x="11278" y="2870"/>
                    <a:pt x="11465" y="2703"/>
                    <a:pt x="11495" y="2486"/>
                  </a:cubicBezTo>
                  <a:lnTo>
                    <a:pt x="12395" y="2486"/>
                  </a:lnTo>
                  <a:cubicBezTo>
                    <a:pt x="12516" y="2745"/>
                    <a:pt x="12699" y="2970"/>
                    <a:pt x="12925" y="3140"/>
                  </a:cubicBezTo>
                  <a:lnTo>
                    <a:pt x="12925" y="4129"/>
                  </a:lnTo>
                  <a:lnTo>
                    <a:pt x="11851" y="5212"/>
                  </a:lnTo>
                  <a:cubicBezTo>
                    <a:pt x="11748" y="5316"/>
                    <a:pt x="11748" y="5482"/>
                    <a:pt x="11851" y="5586"/>
                  </a:cubicBezTo>
                  <a:lnTo>
                    <a:pt x="13001" y="6746"/>
                  </a:lnTo>
                  <a:lnTo>
                    <a:pt x="12867" y="6822"/>
                  </a:lnTo>
                  <a:cubicBezTo>
                    <a:pt x="12736" y="6899"/>
                    <a:pt x="12643" y="7059"/>
                    <a:pt x="12643" y="7212"/>
                  </a:cubicBezTo>
                  <a:lnTo>
                    <a:pt x="12643" y="8191"/>
                  </a:lnTo>
                  <a:cubicBezTo>
                    <a:pt x="12643" y="8344"/>
                    <a:pt x="12736" y="8504"/>
                    <a:pt x="12867" y="8580"/>
                  </a:cubicBezTo>
                  <a:lnTo>
                    <a:pt x="13712" y="9069"/>
                  </a:lnTo>
                  <a:cubicBezTo>
                    <a:pt x="13778" y="9107"/>
                    <a:pt x="13856" y="9127"/>
                    <a:pt x="13938" y="9127"/>
                  </a:cubicBezTo>
                  <a:cubicBezTo>
                    <a:pt x="14020" y="9127"/>
                    <a:pt x="14097" y="9107"/>
                    <a:pt x="14163" y="9069"/>
                  </a:cubicBezTo>
                  <a:lnTo>
                    <a:pt x="15008" y="8580"/>
                  </a:lnTo>
                  <a:cubicBezTo>
                    <a:pt x="15140" y="8504"/>
                    <a:pt x="15233" y="8344"/>
                    <a:pt x="15233" y="8191"/>
                  </a:cubicBezTo>
                  <a:lnTo>
                    <a:pt x="15233" y="7212"/>
                  </a:lnTo>
                  <a:cubicBezTo>
                    <a:pt x="15233" y="7059"/>
                    <a:pt x="15140" y="6899"/>
                    <a:pt x="15008" y="6823"/>
                  </a:cubicBezTo>
                  <a:lnTo>
                    <a:pt x="14905" y="6764"/>
                  </a:lnTo>
                  <a:lnTo>
                    <a:pt x="16072" y="5586"/>
                  </a:lnTo>
                  <a:cubicBezTo>
                    <a:pt x="16174" y="5483"/>
                    <a:pt x="16174" y="5316"/>
                    <a:pt x="16072" y="5212"/>
                  </a:cubicBezTo>
                  <a:lnTo>
                    <a:pt x="14998" y="4129"/>
                  </a:lnTo>
                  <a:lnTo>
                    <a:pt x="14998" y="3140"/>
                  </a:lnTo>
                  <a:cubicBezTo>
                    <a:pt x="15420" y="2822"/>
                    <a:pt x="15693" y="2315"/>
                    <a:pt x="15693" y="1744"/>
                  </a:cubicBezTo>
                  <a:cubicBezTo>
                    <a:pt x="15693" y="783"/>
                    <a:pt x="14915" y="1"/>
                    <a:pt x="13962" y="1"/>
                  </a:cubicBezTo>
                  <a:cubicBezTo>
                    <a:pt x="13270" y="1"/>
                    <a:pt x="12672" y="411"/>
                    <a:pt x="12395" y="1003"/>
                  </a:cubicBezTo>
                  <a:lnTo>
                    <a:pt x="11495" y="1003"/>
                  </a:lnTo>
                  <a:cubicBezTo>
                    <a:pt x="11465" y="785"/>
                    <a:pt x="11278" y="618"/>
                    <a:pt x="11053" y="618"/>
                  </a:cubicBezTo>
                  <a:lnTo>
                    <a:pt x="6027" y="618"/>
                  </a:lnTo>
                  <a:cubicBezTo>
                    <a:pt x="5880" y="618"/>
                    <a:pt x="5761" y="737"/>
                    <a:pt x="5761" y="884"/>
                  </a:cubicBezTo>
                  <a:cubicBezTo>
                    <a:pt x="5761" y="1031"/>
                    <a:pt x="5880" y="1149"/>
                    <a:pt x="6027" y="1149"/>
                  </a:cubicBezTo>
                  <a:lnTo>
                    <a:pt x="10970" y="1149"/>
                  </a:lnTo>
                  <a:lnTo>
                    <a:pt x="10970" y="2338"/>
                  </a:lnTo>
                  <a:lnTo>
                    <a:pt x="10372" y="2338"/>
                  </a:lnTo>
                  <a:lnTo>
                    <a:pt x="10372" y="2003"/>
                  </a:lnTo>
                  <a:cubicBezTo>
                    <a:pt x="10372" y="1796"/>
                    <a:pt x="10204" y="1628"/>
                    <a:pt x="9997" y="1628"/>
                  </a:cubicBezTo>
                  <a:lnTo>
                    <a:pt x="8828" y="1628"/>
                  </a:lnTo>
                  <a:cubicBezTo>
                    <a:pt x="8620" y="1628"/>
                    <a:pt x="8452" y="1796"/>
                    <a:pt x="8452" y="2003"/>
                  </a:cubicBezTo>
                  <a:lnTo>
                    <a:pt x="8452" y="2338"/>
                  </a:lnTo>
                  <a:lnTo>
                    <a:pt x="3359" y="2338"/>
                  </a:lnTo>
                  <a:cubicBezTo>
                    <a:pt x="3426" y="2153"/>
                    <a:pt x="3463" y="1952"/>
                    <a:pt x="3463" y="1744"/>
                  </a:cubicBezTo>
                  <a:cubicBezTo>
                    <a:pt x="3463" y="1536"/>
                    <a:pt x="3426" y="1335"/>
                    <a:pt x="3359" y="1149"/>
                  </a:cubicBezTo>
                  <a:lnTo>
                    <a:pt x="4538" y="1149"/>
                  </a:lnTo>
                  <a:cubicBezTo>
                    <a:pt x="4685" y="1149"/>
                    <a:pt x="4804" y="1031"/>
                    <a:pt x="4804" y="884"/>
                  </a:cubicBezTo>
                  <a:cubicBezTo>
                    <a:pt x="4804" y="737"/>
                    <a:pt x="4685" y="618"/>
                    <a:pt x="4538" y="618"/>
                  </a:cubicBezTo>
                  <a:lnTo>
                    <a:pt x="3052" y="618"/>
                  </a:lnTo>
                  <a:cubicBezTo>
                    <a:pt x="2734" y="241"/>
                    <a:pt x="2261" y="1"/>
                    <a:pt x="17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6" name="Google Shape;2679;p64">
              <a:extLst>
                <a:ext uri="{FF2B5EF4-FFF2-40B4-BE49-F238E27FC236}">
                  <a16:creationId xmlns:a16="http://schemas.microsoft.com/office/drawing/2014/main" id="{76A93BAC-DBEE-40FE-B36B-AA1D68F847EE}"/>
                </a:ext>
              </a:extLst>
            </p:cNvPr>
            <p:cNvSpPr/>
            <p:nvPr/>
          </p:nvSpPr>
          <p:spPr>
            <a:xfrm>
              <a:off x="6858145" y="3406768"/>
              <a:ext cx="78308" cy="78872"/>
            </a:xfrm>
            <a:custGeom>
              <a:avLst/>
              <a:gdLst/>
              <a:ahLst/>
              <a:cxnLst/>
              <a:rect l="l" t="t" r="r" b="b"/>
              <a:pathLst>
                <a:path w="2361" h="2378" extrusionOk="0">
                  <a:moveTo>
                    <a:pt x="1181" y="531"/>
                  </a:moveTo>
                  <a:cubicBezTo>
                    <a:pt x="1538" y="531"/>
                    <a:pt x="1830" y="826"/>
                    <a:pt x="1830" y="1188"/>
                  </a:cubicBezTo>
                  <a:cubicBezTo>
                    <a:pt x="1830" y="1551"/>
                    <a:pt x="1538" y="1845"/>
                    <a:pt x="1181" y="1845"/>
                  </a:cubicBezTo>
                  <a:cubicBezTo>
                    <a:pt x="823" y="1845"/>
                    <a:pt x="532" y="1551"/>
                    <a:pt x="532" y="1188"/>
                  </a:cubicBezTo>
                  <a:cubicBezTo>
                    <a:pt x="532" y="826"/>
                    <a:pt x="823" y="531"/>
                    <a:pt x="1181" y="531"/>
                  </a:cubicBezTo>
                  <a:close/>
                  <a:moveTo>
                    <a:pt x="1181" y="0"/>
                  </a:moveTo>
                  <a:cubicBezTo>
                    <a:pt x="530" y="0"/>
                    <a:pt x="0" y="533"/>
                    <a:pt x="0" y="1188"/>
                  </a:cubicBezTo>
                  <a:cubicBezTo>
                    <a:pt x="0" y="1844"/>
                    <a:pt x="530" y="2377"/>
                    <a:pt x="1181" y="2377"/>
                  </a:cubicBezTo>
                  <a:cubicBezTo>
                    <a:pt x="1832" y="2377"/>
                    <a:pt x="2361" y="1843"/>
                    <a:pt x="2361" y="1188"/>
                  </a:cubicBezTo>
                  <a:cubicBezTo>
                    <a:pt x="2361" y="533"/>
                    <a:pt x="1832" y="0"/>
                    <a:pt x="11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7" name="Google Shape;2680;p64">
              <a:extLst>
                <a:ext uri="{FF2B5EF4-FFF2-40B4-BE49-F238E27FC236}">
                  <a16:creationId xmlns:a16="http://schemas.microsoft.com/office/drawing/2014/main" id="{897D4643-E508-42AE-95DC-79368E1A3D05}"/>
                </a:ext>
              </a:extLst>
            </p:cNvPr>
            <p:cNvSpPr/>
            <p:nvPr/>
          </p:nvSpPr>
          <p:spPr>
            <a:xfrm>
              <a:off x="6770151" y="3220135"/>
              <a:ext cx="56119" cy="56484"/>
            </a:xfrm>
            <a:custGeom>
              <a:avLst/>
              <a:gdLst/>
              <a:ahLst/>
              <a:cxnLst/>
              <a:rect l="l" t="t" r="r" b="b"/>
              <a:pathLst>
                <a:path w="1692" h="1703" extrusionOk="0">
                  <a:moveTo>
                    <a:pt x="846" y="533"/>
                  </a:moveTo>
                  <a:cubicBezTo>
                    <a:pt x="1019" y="533"/>
                    <a:pt x="1159" y="675"/>
                    <a:pt x="1159" y="851"/>
                  </a:cubicBezTo>
                  <a:cubicBezTo>
                    <a:pt x="1160" y="1028"/>
                    <a:pt x="1019" y="1170"/>
                    <a:pt x="846" y="1170"/>
                  </a:cubicBezTo>
                  <a:cubicBezTo>
                    <a:pt x="673" y="1170"/>
                    <a:pt x="532" y="1027"/>
                    <a:pt x="532" y="851"/>
                  </a:cubicBezTo>
                  <a:cubicBezTo>
                    <a:pt x="532" y="675"/>
                    <a:pt x="673" y="533"/>
                    <a:pt x="846" y="533"/>
                  </a:cubicBezTo>
                  <a:close/>
                  <a:moveTo>
                    <a:pt x="846" y="1"/>
                  </a:moveTo>
                  <a:cubicBezTo>
                    <a:pt x="380" y="1"/>
                    <a:pt x="0" y="382"/>
                    <a:pt x="0" y="851"/>
                  </a:cubicBezTo>
                  <a:cubicBezTo>
                    <a:pt x="0" y="1320"/>
                    <a:pt x="380" y="1702"/>
                    <a:pt x="846" y="1702"/>
                  </a:cubicBezTo>
                  <a:cubicBezTo>
                    <a:pt x="1312" y="1702"/>
                    <a:pt x="1691" y="1320"/>
                    <a:pt x="1691" y="851"/>
                  </a:cubicBezTo>
                  <a:cubicBezTo>
                    <a:pt x="1691" y="382"/>
                    <a:pt x="1312" y="1"/>
                    <a:pt x="8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8" name="Google Shape;2681;p64">
              <a:extLst>
                <a:ext uri="{FF2B5EF4-FFF2-40B4-BE49-F238E27FC236}">
                  <a16:creationId xmlns:a16="http://schemas.microsoft.com/office/drawing/2014/main" id="{C472E733-5DCE-4496-A902-AEC95ECFA936}"/>
                </a:ext>
              </a:extLst>
            </p:cNvPr>
            <p:cNvSpPr/>
            <p:nvPr/>
          </p:nvSpPr>
          <p:spPr>
            <a:xfrm>
              <a:off x="7175757" y="3220135"/>
              <a:ext cx="56119" cy="56484"/>
            </a:xfrm>
            <a:custGeom>
              <a:avLst/>
              <a:gdLst/>
              <a:ahLst/>
              <a:cxnLst/>
              <a:rect l="l" t="t" r="r" b="b"/>
              <a:pathLst>
                <a:path w="1692" h="1703" extrusionOk="0">
                  <a:moveTo>
                    <a:pt x="847" y="533"/>
                  </a:moveTo>
                  <a:cubicBezTo>
                    <a:pt x="1019" y="533"/>
                    <a:pt x="1160" y="675"/>
                    <a:pt x="1160" y="851"/>
                  </a:cubicBezTo>
                  <a:cubicBezTo>
                    <a:pt x="1160" y="1028"/>
                    <a:pt x="1019" y="1170"/>
                    <a:pt x="847" y="1170"/>
                  </a:cubicBezTo>
                  <a:cubicBezTo>
                    <a:pt x="673" y="1170"/>
                    <a:pt x="532" y="1027"/>
                    <a:pt x="532" y="851"/>
                  </a:cubicBezTo>
                  <a:cubicBezTo>
                    <a:pt x="532" y="675"/>
                    <a:pt x="673" y="533"/>
                    <a:pt x="847" y="533"/>
                  </a:cubicBezTo>
                  <a:close/>
                  <a:moveTo>
                    <a:pt x="847" y="1"/>
                  </a:moveTo>
                  <a:cubicBezTo>
                    <a:pt x="379" y="1"/>
                    <a:pt x="1" y="382"/>
                    <a:pt x="1" y="851"/>
                  </a:cubicBezTo>
                  <a:cubicBezTo>
                    <a:pt x="1" y="1320"/>
                    <a:pt x="379" y="1702"/>
                    <a:pt x="847" y="1702"/>
                  </a:cubicBezTo>
                  <a:cubicBezTo>
                    <a:pt x="1313" y="1702"/>
                    <a:pt x="1692" y="1320"/>
                    <a:pt x="1692" y="851"/>
                  </a:cubicBezTo>
                  <a:cubicBezTo>
                    <a:pt x="1692" y="382"/>
                    <a:pt x="1312" y="1"/>
                    <a:pt x="8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9" name="Google Shape;2682;p64">
              <a:extLst>
                <a:ext uri="{FF2B5EF4-FFF2-40B4-BE49-F238E27FC236}">
                  <a16:creationId xmlns:a16="http://schemas.microsoft.com/office/drawing/2014/main" id="{37208A34-AD5C-4922-A04D-8A2AEBAEA307}"/>
                </a:ext>
              </a:extLst>
            </p:cNvPr>
            <p:cNvSpPr/>
            <p:nvPr/>
          </p:nvSpPr>
          <p:spPr>
            <a:xfrm>
              <a:off x="7221760" y="3652042"/>
              <a:ext cx="17678" cy="17678"/>
            </a:xfrm>
            <a:custGeom>
              <a:avLst/>
              <a:gdLst/>
              <a:ahLst/>
              <a:cxnLst/>
              <a:rect l="l" t="t" r="r" b="b"/>
              <a:pathLst>
                <a:path w="533" h="533" extrusionOk="0">
                  <a:moveTo>
                    <a:pt x="267" y="1"/>
                  </a:moveTo>
                  <a:cubicBezTo>
                    <a:pt x="197" y="1"/>
                    <a:pt x="128" y="30"/>
                    <a:pt x="79" y="79"/>
                  </a:cubicBezTo>
                  <a:cubicBezTo>
                    <a:pt x="28" y="128"/>
                    <a:pt x="1" y="197"/>
                    <a:pt x="1" y="267"/>
                  </a:cubicBezTo>
                  <a:cubicBezTo>
                    <a:pt x="1" y="338"/>
                    <a:pt x="28" y="406"/>
                    <a:pt x="79" y="456"/>
                  </a:cubicBezTo>
                  <a:cubicBezTo>
                    <a:pt x="128" y="505"/>
                    <a:pt x="197" y="533"/>
                    <a:pt x="267" y="533"/>
                  </a:cubicBezTo>
                  <a:cubicBezTo>
                    <a:pt x="336" y="533"/>
                    <a:pt x="405" y="505"/>
                    <a:pt x="454" y="456"/>
                  </a:cubicBezTo>
                  <a:cubicBezTo>
                    <a:pt x="504" y="406"/>
                    <a:pt x="533" y="338"/>
                    <a:pt x="533" y="267"/>
                  </a:cubicBezTo>
                  <a:cubicBezTo>
                    <a:pt x="533" y="197"/>
                    <a:pt x="504" y="129"/>
                    <a:pt x="454" y="79"/>
                  </a:cubicBezTo>
                  <a:cubicBezTo>
                    <a:pt x="405" y="30"/>
                    <a:pt x="336" y="1"/>
                    <a:pt x="2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0" name="Google Shape;2683;p64">
              <a:extLst>
                <a:ext uri="{FF2B5EF4-FFF2-40B4-BE49-F238E27FC236}">
                  <a16:creationId xmlns:a16="http://schemas.microsoft.com/office/drawing/2014/main" id="{DC7DDA21-40D1-4C96-93E5-AA0E563FA41B}"/>
                </a:ext>
              </a:extLst>
            </p:cNvPr>
            <p:cNvSpPr/>
            <p:nvPr/>
          </p:nvSpPr>
          <p:spPr>
            <a:xfrm>
              <a:off x="7250350" y="3652042"/>
              <a:ext cx="17645" cy="17678"/>
            </a:xfrm>
            <a:custGeom>
              <a:avLst/>
              <a:gdLst/>
              <a:ahLst/>
              <a:cxnLst/>
              <a:rect l="l" t="t" r="r" b="b"/>
              <a:pathLst>
                <a:path w="532" h="533" extrusionOk="0">
                  <a:moveTo>
                    <a:pt x="266" y="1"/>
                  </a:moveTo>
                  <a:cubicBezTo>
                    <a:pt x="196" y="1"/>
                    <a:pt x="127" y="30"/>
                    <a:pt x="78" y="79"/>
                  </a:cubicBezTo>
                  <a:cubicBezTo>
                    <a:pt x="28" y="129"/>
                    <a:pt x="0" y="197"/>
                    <a:pt x="0" y="267"/>
                  </a:cubicBezTo>
                  <a:cubicBezTo>
                    <a:pt x="0" y="338"/>
                    <a:pt x="28" y="406"/>
                    <a:pt x="78" y="456"/>
                  </a:cubicBezTo>
                  <a:cubicBezTo>
                    <a:pt x="127" y="505"/>
                    <a:pt x="196" y="533"/>
                    <a:pt x="266" y="533"/>
                  </a:cubicBezTo>
                  <a:cubicBezTo>
                    <a:pt x="336" y="533"/>
                    <a:pt x="404" y="505"/>
                    <a:pt x="454" y="456"/>
                  </a:cubicBezTo>
                  <a:cubicBezTo>
                    <a:pt x="503" y="406"/>
                    <a:pt x="532" y="338"/>
                    <a:pt x="532" y="267"/>
                  </a:cubicBezTo>
                  <a:cubicBezTo>
                    <a:pt x="532" y="197"/>
                    <a:pt x="503" y="129"/>
                    <a:pt x="454" y="79"/>
                  </a:cubicBezTo>
                  <a:cubicBezTo>
                    <a:pt x="405" y="30"/>
                    <a:pt x="336" y="1"/>
                    <a:pt x="2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1" name="Google Shape;2684;p64">
              <a:extLst>
                <a:ext uri="{FF2B5EF4-FFF2-40B4-BE49-F238E27FC236}">
                  <a16:creationId xmlns:a16="http://schemas.microsoft.com/office/drawing/2014/main" id="{03EA1BC6-82AC-4BA4-9BF9-5EBE52C1A717}"/>
                </a:ext>
              </a:extLst>
            </p:cNvPr>
            <p:cNvSpPr/>
            <p:nvPr/>
          </p:nvSpPr>
          <p:spPr>
            <a:xfrm>
              <a:off x="7278908" y="3652042"/>
              <a:ext cx="17678" cy="17678"/>
            </a:xfrm>
            <a:custGeom>
              <a:avLst/>
              <a:gdLst/>
              <a:ahLst/>
              <a:cxnLst/>
              <a:rect l="l" t="t" r="r" b="b"/>
              <a:pathLst>
                <a:path w="533" h="533" extrusionOk="0">
                  <a:moveTo>
                    <a:pt x="266" y="1"/>
                  </a:moveTo>
                  <a:cubicBezTo>
                    <a:pt x="196" y="1"/>
                    <a:pt x="128" y="30"/>
                    <a:pt x="78" y="79"/>
                  </a:cubicBezTo>
                  <a:cubicBezTo>
                    <a:pt x="29" y="129"/>
                    <a:pt x="1" y="197"/>
                    <a:pt x="1" y="267"/>
                  </a:cubicBezTo>
                  <a:cubicBezTo>
                    <a:pt x="1" y="338"/>
                    <a:pt x="29" y="406"/>
                    <a:pt x="78" y="456"/>
                  </a:cubicBezTo>
                  <a:cubicBezTo>
                    <a:pt x="128" y="505"/>
                    <a:pt x="196" y="533"/>
                    <a:pt x="266" y="533"/>
                  </a:cubicBezTo>
                  <a:cubicBezTo>
                    <a:pt x="336" y="533"/>
                    <a:pt x="405" y="505"/>
                    <a:pt x="454" y="456"/>
                  </a:cubicBezTo>
                  <a:cubicBezTo>
                    <a:pt x="504" y="406"/>
                    <a:pt x="532" y="338"/>
                    <a:pt x="532" y="267"/>
                  </a:cubicBezTo>
                  <a:cubicBezTo>
                    <a:pt x="532" y="197"/>
                    <a:pt x="504" y="129"/>
                    <a:pt x="454" y="79"/>
                  </a:cubicBezTo>
                  <a:cubicBezTo>
                    <a:pt x="404" y="30"/>
                    <a:pt x="336" y="1"/>
                    <a:pt x="2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2" name="Google Shape;2685;p64">
              <a:extLst>
                <a:ext uri="{FF2B5EF4-FFF2-40B4-BE49-F238E27FC236}">
                  <a16:creationId xmlns:a16="http://schemas.microsoft.com/office/drawing/2014/main" id="{07DC1C2F-1124-401E-A368-4A812F3C8595}"/>
                </a:ext>
              </a:extLst>
            </p:cNvPr>
            <p:cNvSpPr/>
            <p:nvPr/>
          </p:nvSpPr>
          <p:spPr>
            <a:xfrm>
              <a:off x="7181030" y="3423916"/>
              <a:ext cx="44046" cy="44080"/>
            </a:xfrm>
            <a:custGeom>
              <a:avLst/>
              <a:gdLst/>
              <a:ahLst/>
              <a:cxnLst/>
              <a:rect l="l" t="t" r="r" b="b"/>
              <a:pathLst>
                <a:path w="1328" h="1329" extrusionOk="0">
                  <a:moveTo>
                    <a:pt x="664" y="533"/>
                  </a:moveTo>
                  <a:cubicBezTo>
                    <a:pt x="736" y="533"/>
                    <a:pt x="795" y="591"/>
                    <a:pt x="795" y="664"/>
                  </a:cubicBezTo>
                  <a:cubicBezTo>
                    <a:pt x="795" y="737"/>
                    <a:pt x="736" y="797"/>
                    <a:pt x="664" y="797"/>
                  </a:cubicBezTo>
                  <a:cubicBezTo>
                    <a:pt x="591" y="797"/>
                    <a:pt x="533" y="737"/>
                    <a:pt x="533" y="664"/>
                  </a:cubicBezTo>
                  <a:cubicBezTo>
                    <a:pt x="533" y="591"/>
                    <a:pt x="591" y="533"/>
                    <a:pt x="664" y="533"/>
                  </a:cubicBezTo>
                  <a:close/>
                  <a:moveTo>
                    <a:pt x="664" y="1"/>
                  </a:moveTo>
                  <a:cubicBezTo>
                    <a:pt x="297" y="1"/>
                    <a:pt x="1" y="299"/>
                    <a:pt x="1" y="664"/>
                  </a:cubicBezTo>
                  <a:cubicBezTo>
                    <a:pt x="1" y="1031"/>
                    <a:pt x="297" y="1328"/>
                    <a:pt x="664" y="1328"/>
                  </a:cubicBezTo>
                  <a:cubicBezTo>
                    <a:pt x="1029" y="1328"/>
                    <a:pt x="1327" y="1031"/>
                    <a:pt x="1327" y="664"/>
                  </a:cubicBezTo>
                  <a:cubicBezTo>
                    <a:pt x="1327" y="299"/>
                    <a:pt x="1029" y="1"/>
                    <a:pt x="6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116" name="Google Shape;2062;p59">
            <a:extLst>
              <a:ext uri="{FF2B5EF4-FFF2-40B4-BE49-F238E27FC236}">
                <a16:creationId xmlns:a16="http://schemas.microsoft.com/office/drawing/2014/main" id="{1C3B2AC8-8F5C-4C32-99B2-2C5A45F20001}"/>
              </a:ext>
            </a:extLst>
          </p:cNvPr>
          <p:cNvSpPr/>
          <p:nvPr/>
        </p:nvSpPr>
        <p:spPr>
          <a:xfrm rot="5400000">
            <a:off x="1047080" y="2192908"/>
            <a:ext cx="903900" cy="7836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002E8A">
              <a:alpha val="33000"/>
            </a:srgbClr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7" name="Google Shape;2070;p59">
            <a:extLst>
              <a:ext uri="{FF2B5EF4-FFF2-40B4-BE49-F238E27FC236}">
                <a16:creationId xmlns:a16="http://schemas.microsoft.com/office/drawing/2014/main" id="{5B2C1B23-8EA1-4313-899E-0C18A31E5817}"/>
              </a:ext>
            </a:extLst>
          </p:cNvPr>
          <p:cNvSpPr/>
          <p:nvPr/>
        </p:nvSpPr>
        <p:spPr>
          <a:xfrm rot="10800000">
            <a:off x="544506" y="1796872"/>
            <a:ext cx="1909049" cy="953666"/>
          </a:xfrm>
          <a:custGeom>
            <a:avLst/>
            <a:gdLst/>
            <a:ahLst/>
            <a:cxnLst/>
            <a:rect l="l" t="t" r="r" b="b"/>
            <a:pathLst>
              <a:path w="44066" h="22017" fill="none" extrusionOk="0">
                <a:moveTo>
                  <a:pt x="44065" y="1"/>
                </a:moveTo>
                <a:cubicBezTo>
                  <a:pt x="44065" y="12176"/>
                  <a:pt x="34191" y="22016"/>
                  <a:pt x="22049" y="22016"/>
                </a:cubicBezTo>
                <a:cubicBezTo>
                  <a:pt x="9874" y="22016"/>
                  <a:pt x="0" y="12176"/>
                  <a:pt x="0" y="1"/>
                </a:cubicBezTo>
              </a:path>
            </a:pathLst>
          </a:custGeom>
          <a:noFill/>
          <a:ln w="19050" cap="rnd" cmpd="sng">
            <a:solidFill>
              <a:schemeClr val="dk1"/>
            </a:solidFill>
            <a:prstDash val="solid"/>
            <a:miter lim="33357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8" name="Google Shape;2073;p59">
            <a:extLst>
              <a:ext uri="{FF2B5EF4-FFF2-40B4-BE49-F238E27FC236}">
                <a16:creationId xmlns:a16="http://schemas.microsoft.com/office/drawing/2014/main" id="{B0BFF116-D076-4FEE-AAC7-F381F33935C1}"/>
              </a:ext>
            </a:extLst>
          </p:cNvPr>
          <p:cNvSpPr/>
          <p:nvPr/>
        </p:nvSpPr>
        <p:spPr>
          <a:xfrm rot="10800000">
            <a:off x="2369035" y="2644997"/>
            <a:ext cx="159037" cy="159009"/>
          </a:xfrm>
          <a:custGeom>
            <a:avLst/>
            <a:gdLst/>
            <a:ahLst/>
            <a:cxnLst/>
            <a:rect l="l" t="t" r="r" b="b"/>
            <a:pathLst>
              <a:path w="3671" h="3671" extrusionOk="0">
                <a:moveTo>
                  <a:pt x="1835" y="1"/>
                </a:moveTo>
                <a:cubicBezTo>
                  <a:pt x="835" y="1"/>
                  <a:pt x="1" y="835"/>
                  <a:pt x="1" y="1836"/>
                </a:cubicBezTo>
                <a:cubicBezTo>
                  <a:pt x="1" y="2870"/>
                  <a:pt x="835" y="3670"/>
                  <a:pt x="1835" y="3670"/>
                </a:cubicBezTo>
                <a:cubicBezTo>
                  <a:pt x="2869" y="3670"/>
                  <a:pt x="3670" y="2870"/>
                  <a:pt x="3670" y="1836"/>
                </a:cubicBezTo>
                <a:cubicBezTo>
                  <a:pt x="3670" y="835"/>
                  <a:pt x="2836" y="1"/>
                  <a:pt x="183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0" name="Google Shape;2076;p59">
            <a:extLst>
              <a:ext uri="{FF2B5EF4-FFF2-40B4-BE49-F238E27FC236}">
                <a16:creationId xmlns:a16="http://schemas.microsoft.com/office/drawing/2014/main" id="{C461422D-434B-4D41-9F85-7F91F13487BB}"/>
              </a:ext>
            </a:extLst>
          </p:cNvPr>
          <p:cNvSpPr txBox="1"/>
          <p:nvPr/>
        </p:nvSpPr>
        <p:spPr>
          <a:xfrm>
            <a:off x="538881" y="3134828"/>
            <a:ext cx="1920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dirty="0">
              <a:solidFill>
                <a:schemeClr val="dk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grpSp>
        <p:nvGrpSpPr>
          <p:cNvPr id="121" name="Google Shape;11127;p77">
            <a:extLst>
              <a:ext uri="{FF2B5EF4-FFF2-40B4-BE49-F238E27FC236}">
                <a16:creationId xmlns:a16="http://schemas.microsoft.com/office/drawing/2014/main" id="{FE4F3E75-31AE-45DC-A4C7-311E82FA6853}"/>
              </a:ext>
            </a:extLst>
          </p:cNvPr>
          <p:cNvGrpSpPr/>
          <p:nvPr/>
        </p:nvGrpSpPr>
        <p:grpSpPr>
          <a:xfrm>
            <a:off x="1267331" y="2420922"/>
            <a:ext cx="440505" cy="290018"/>
            <a:chOff x="5727616" y="4204699"/>
            <a:chExt cx="440505" cy="290018"/>
          </a:xfrm>
        </p:grpSpPr>
        <p:sp>
          <p:nvSpPr>
            <p:cNvPr id="122" name="Google Shape;11128;p77">
              <a:extLst>
                <a:ext uri="{FF2B5EF4-FFF2-40B4-BE49-F238E27FC236}">
                  <a16:creationId xmlns:a16="http://schemas.microsoft.com/office/drawing/2014/main" id="{F19261C3-F28F-4E39-8535-99CE9F59E07D}"/>
                </a:ext>
              </a:extLst>
            </p:cNvPr>
            <p:cNvSpPr/>
            <p:nvPr/>
          </p:nvSpPr>
          <p:spPr>
            <a:xfrm>
              <a:off x="5727616" y="4204699"/>
              <a:ext cx="440505" cy="290018"/>
            </a:xfrm>
            <a:custGeom>
              <a:avLst/>
              <a:gdLst/>
              <a:ahLst/>
              <a:cxnLst/>
              <a:rect l="l" t="t" r="r" b="b"/>
              <a:pathLst>
                <a:path w="13872" h="9133" extrusionOk="0">
                  <a:moveTo>
                    <a:pt x="13145" y="4465"/>
                  </a:moveTo>
                  <a:lnTo>
                    <a:pt x="13145" y="4870"/>
                  </a:lnTo>
                  <a:lnTo>
                    <a:pt x="12752" y="4870"/>
                  </a:lnTo>
                  <a:lnTo>
                    <a:pt x="12752" y="4465"/>
                  </a:lnTo>
                  <a:close/>
                  <a:moveTo>
                    <a:pt x="1275" y="3941"/>
                  </a:moveTo>
                  <a:lnTo>
                    <a:pt x="1275" y="4430"/>
                  </a:lnTo>
                  <a:cubicBezTo>
                    <a:pt x="1275" y="4775"/>
                    <a:pt x="1013" y="5049"/>
                    <a:pt x="668" y="5049"/>
                  </a:cubicBezTo>
                  <a:lnTo>
                    <a:pt x="418" y="5049"/>
                  </a:lnTo>
                  <a:cubicBezTo>
                    <a:pt x="501" y="4549"/>
                    <a:pt x="810" y="4120"/>
                    <a:pt x="1275" y="3941"/>
                  </a:cubicBezTo>
                  <a:close/>
                  <a:moveTo>
                    <a:pt x="9121" y="417"/>
                  </a:moveTo>
                  <a:cubicBezTo>
                    <a:pt x="9562" y="417"/>
                    <a:pt x="9978" y="620"/>
                    <a:pt x="10252" y="977"/>
                  </a:cubicBezTo>
                  <a:lnTo>
                    <a:pt x="12205" y="3584"/>
                  </a:lnTo>
                  <a:cubicBezTo>
                    <a:pt x="12240" y="3632"/>
                    <a:pt x="12300" y="3656"/>
                    <a:pt x="12360" y="3656"/>
                  </a:cubicBezTo>
                  <a:lnTo>
                    <a:pt x="13312" y="3656"/>
                  </a:lnTo>
                  <a:cubicBezTo>
                    <a:pt x="13431" y="3656"/>
                    <a:pt x="13514" y="3775"/>
                    <a:pt x="13467" y="3882"/>
                  </a:cubicBezTo>
                  <a:lnTo>
                    <a:pt x="13372" y="4060"/>
                  </a:lnTo>
                  <a:lnTo>
                    <a:pt x="12574" y="4060"/>
                  </a:lnTo>
                  <a:cubicBezTo>
                    <a:pt x="12455" y="4060"/>
                    <a:pt x="12360" y="4156"/>
                    <a:pt x="12360" y="4275"/>
                  </a:cubicBezTo>
                  <a:lnTo>
                    <a:pt x="12360" y="5084"/>
                  </a:lnTo>
                  <a:cubicBezTo>
                    <a:pt x="12360" y="5203"/>
                    <a:pt x="12455" y="5299"/>
                    <a:pt x="12574" y="5299"/>
                  </a:cubicBezTo>
                  <a:lnTo>
                    <a:pt x="13181" y="5299"/>
                  </a:lnTo>
                  <a:lnTo>
                    <a:pt x="13181" y="5596"/>
                  </a:lnTo>
                  <a:cubicBezTo>
                    <a:pt x="13181" y="5787"/>
                    <a:pt x="13252" y="5977"/>
                    <a:pt x="13395" y="6096"/>
                  </a:cubicBezTo>
                  <a:cubicBezTo>
                    <a:pt x="13455" y="6156"/>
                    <a:pt x="13479" y="6227"/>
                    <a:pt x="13479" y="6323"/>
                  </a:cubicBezTo>
                  <a:lnTo>
                    <a:pt x="13479" y="6692"/>
                  </a:lnTo>
                  <a:lnTo>
                    <a:pt x="13443" y="6692"/>
                  </a:lnTo>
                  <a:cubicBezTo>
                    <a:pt x="13443" y="7037"/>
                    <a:pt x="13181" y="7311"/>
                    <a:pt x="12836" y="7311"/>
                  </a:cubicBezTo>
                  <a:lnTo>
                    <a:pt x="12526" y="7311"/>
                  </a:lnTo>
                  <a:cubicBezTo>
                    <a:pt x="12419" y="6501"/>
                    <a:pt x="11740" y="5894"/>
                    <a:pt x="10919" y="5894"/>
                  </a:cubicBezTo>
                  <a:cubicBezTo>
                    <a:pt x="10097" y="5894"/>
                    <a:pt x="9419" y="6513"/>
                    <a:pt x="9312" y="7311"/>
                  </a:cubicBezTo>
                  <a:lnTo>
                    <a:pt x="4061" y="7311"/>
                  </a:lnTo>
                  <a:cubicBezTo>
                    <a:pt x="3954" y="6501"/>
                    <a:pt x="3275" y="5894"/>
                    <a:pt x="2454" y="5894"/>
                  </a:cubicBezTo>
                  <a:cubicBezTo>
                    <a:pt x="1632" y="5894"/>
                    <a:pt x="965" y="6501"/>
                    <a:pt x="846" y="7275"/>
                  </a:cubicBezTo>
                  <a:cubicBezTo>
                    <a:pt x="608" y="7204"/>
                    <a:pt x="429" y="6966"/>
                    <a:pt x="429" y="6692"/>
                  </a:cubicBezTo>
                  <a:lnTo>
                    <a:pt x="429" y="5465"/>
                  </a:lnTo>
                  <a:lnTo>
                    <a:pt x="691" y="5465"/>
                  </a:lnTo>
                  <a:cubicBezTo>
                    <a:pt x="1263" y="5465"/>
                    <a:pt x="1703" y="5001"/>
                    <a:pt x="1703" y="4453"/>
                  </a:cubicBezTo>
                  <a:lnTo>
                    <a:pt x="1703" y="3822"/>
                  </a:lnTo>
                  <a:lnTo>
                    <a:pt x="2406" y="3644"/>
                  </a:lnTo>
                  <a:cubicBezTo>
                    <a:pt x="2465" y="3632"/>
                    <a:pt x="2513" y="3596"/>
                    <a:pt x="2525" y="3560"/>
                  </a:cubicBezTo>
                  <a:lnTo>
                    <a:pt x="3954" y="1120"/>
                  </a:lnTo>
                  <a:cubicBezTo>
                    <a:pt x="4204" y="679"/>
                    <a:pt x="4680" y="417"/>
                    <a:pt x="5180" y="417"/>
                  </a:cubicBezTo>
                  <a:close/>
                  <a:moveTo>
                    <a:pt x="2430" y="6275"/>
                  </a:moveTo>
                  <a:cubicBezTo>
                    <a:pt x="3108" y="6275"/>
                    <a:pt x="3656" y="6823"/>
                    <a:pt x="3656" y="7501"/>
                  </a:cubicBezTo>
                  <a:cubicBezTo>
                    <a:pt x="3656" y="8168"/>
                    <a:pt x="3108" y="8716"/>
                    <a:pt x="2430" y="8716"/>
                  </a:cubicBezTo>
                  <a:cubicBezTo>
                    <a:pt x="1763" y="8716"/>
                    <a:pt x="1215" y="8168"/>
                    <a:pt x="1215" y="7501"/>
                  </a:cubicBezTo>
                  <a:cubicBezTo>
                    <a:pt x="1215" y="6823"/>
                    <a:pt x="1763" y="6275"/>
                    <a:pt x="2430" y="6275"/>
                  </a:cubicBezTo>
                  <a:close/>
                  <a:moveTo>
                    <a:pt x="10919" y="6275"/>
                  </a:moveTo>
                  <a:cubicBezTo>
                    <a:pt x="11586" y="6275"/>
                    <a:pt x="12145" y="6823"/>
                    <a:pt x="12145" y="7501"/>
                  </a:cubicBezTo>
                  <a:cubicBezTo>
                    <a:pt x="12145" y="8168"/>
                    <a:pt x="11586" y="8716"/>
                    <a:pt x="10919" y="8716"/>
                  </a:cubicBezTo>
                  <a:cubicBezTo>
                    <a:pt x="10252" y="8716"/>
                    <a:pt x="9693" y="8168"/>
                    <a:pt x="9693" y="7501"/>
                  </a:cubicBezTo>
                  <a:cubicBezTo>
                    <a:pt x="9693" y="6823"/>
                    <a:pt x="10252" y="6275"/>
                    <a:pt x="10919" y="6275"/>
                  </a:cubicBezTo>
                  <a:close/>
                  <a:moveTo>
                    <a:pt x="5144" y="0"/>
                  </a:moveTo>
                  <a:cubicBezTo>
                    <a:pt x="4501" y="0"/>
                    <a:pt x="3894" y="334"/>
                    <a:pt x="3573" y="905"/>
                  </a:cubicBezTo>
                  <a:lnTo>
                    <a:pt x="2180" y="3275"/>
                  </a:lnTo>
                  <a:lnTo>
                    <a:pt x="1430" y="3465"/>
                  </a:lnTo>
                  <a:cubicBezTo>
                    <a:pt x="489" y="3703"/>
                    <a:pt x="1" y="4477"/>
                    <a:pt x="1" y="5251"/>
                  </a:cubicBezTo>
                  <a:lnTo>
                    <a:pt x="1" y="6692"/>
                  </a:lnTo>
                  <a:cubicBezTo>
                    <a:pt x="1" y="7180"/>
                    <a:pt x="358" y="7608"/>
                    <a:pt x="810" y="7692"/>
                  </a:cubicBezTo>
                  <a:cubicBezTo>
                    <a:pt x="906" y="8501"/>
                    <a:pt x="1584" y="9132"/>
                    <a:pt x="2418" y="9132"/>
                  </a:cubicBezTo>
                  <a:cubicBezTo>
                    <a:pt x="3251" y="9132"/>
                    <a:pt x="3930" y="8513"/>
                    <a:pt x="4025" y="7728"/>
                  </a:cubicBezTo>
                  <a:lnTo>
                    <a:pt x="9300" y="7728"/>
                  </a:lnTo>
                  <a:cubicBezTo>
                    <a:pt x="9407" y="8525"/>
                    <a:pt x="10085" y="9132"/>
                    <a:pt x="10907" y="9132"/>
                  </a:cubicBezTo>
                  <a:cubicBezTo>
                    <a:pt x="11740" y="9132"/>
                    <a:pt x="12407" y="8513"/>
                    <a:pt x="12514" y="7728"/>
                  </a:cubicBezTo>
                  <a:lnTo>
                    <a:pt x="12824" y="7728"/>
                  </a:lnTo>
                  <a:cubicBezTo>
                    <a:pt x="13395" y="7728"/>
                    <a:pt x="13836" y="7263"/>
                    <a:pt x="13836" y="6716"/>
                  </a:cubicBezTo>
                  <a:lnTo>
                    <a:pt x="13836" y="6299"/>
                  </a:lnTo>
                  <a:cubicBezTo>
                    <a:pt x="13848" y="6096"/>
                    <a:pt x="13776" y="5918"/>
                    <a:pt x="13645" y="5787"/>
                  </a:cubicBezTo>
                  <a:cubicBezTo>
                    <a:pt x="13586" y="5727"/>
                    <a:pt x="13550" y="5656"/>
                    <a:pt x="13550" y="5561"/>
                  </a:cubicBezTo>
                  <a:lnTo>
                    <a:pt x="13550" y="4572"/>
                  </a:lnTo>
                  <a:lnTo>
                    <a:pt x="13788" y="4037"/>
                  </a:lnTo>
                  <a:cubicBezTo>
                    <a:pt x="13872" y="3846"/>
                    <a:pt x="13872" y="3656"/>
                    <a:pt x="13764" y="3501"/>
                  </a:cubicBezTo>
                  <a:cubicBezTo>
                    <a:pt x="13657" y="3334"/>
                    <a:pt x="13479" y="3239"/>
                    <a:pt x="13288" y="3239"/>
                  </a:cubicBezTo>
                  <a:lnTo>
                    <a:pt x="12443" y="3239"/>
                  </a:lnTo>
                  <a:lnTo>
                    <a:pt x="10550" y="727"/>
                  </a:lnTo>
                  <a:cubicBezTo>
                    <a:pt x="10204" y="262"/>
                    <a:pt x="9657" y="0"/>
                    <a:pt x="908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3" name="Google Shape;11129;p77">
              <a:extLst>
                <a:ext uri="{FF2B5EF4-FFF2-40B4-BE49-F238E27FC236}">
                  <a16:creationId xmlns:a16="http://schemas.microsoft.com/office/drawing/2014/main" id="{F8FA6F3C-CBE5-498B-A481-B80275D3D9CD}"/>
                </a:ext>
              </a:extLst>
            </p:cNvPr>
            <p:cNvSpPr/>
            <p:nvPr/>
          </p:nvSpPr>
          <p:spPr>
            <a:xfrm>
              <a:off x="5779789" y="4416409"/>
              <a:ext cx="52205" cy="51475"/>
            </a:xfrm>
            <a:custGeom>
              <a:avLst/>
              <a:gdLst/>
              <a:ahLst/>
              <a:cxnLst/>
              <a:rect l="l" t="t" r="r" b="b"/>
              <a:pathLst>
                <a:path w="1644" h="1621" extrusionOk="0">
                  <a:moveTo>
                    <a:pt x="811" y="1"/>
                  </a:moveTo>
                  <a:cubicBezTo>
                    <a:pt x="584" y="1"/>
                    <a:pt x="394" y="84"/>
                    <a:pt x="239" y="239"/>
                  </a:cubicBezTo>
                  <a:cubicBezTo>
                    <a:pt x="96" y="382"/>
                    <a:pt x="1" y="596"/>
                    <a:pt x="1" y="799"/>
                  </a:cubicBezTo>
                  <a:cubicBezTo>
                    <a:pt x="1" y="1263"/>
                    <a:pt x="382" y="1620"/>
                    <a:pt x="822" y="1620"/>
                  </a:cubicBezTo>
                  <a:cubicBezTo>
                    <a:pt x="1275" y="1620"/>
                    <a:pt x="1644" y="1263"/>
                    <a:pt x="1644" y="799"/>
                  </a:cubicBezTo>
                  <a:cubicBezTo>
                    <a:pt x="1644" y="739"/>
                    <a:pt x="1632" y="668"/>
                    <a:pt x="1608" y="608"/>
                  </a:cubicBezTo>
                  <a:cubicBezTo>
                    <a:pt x="1557" y="546"/>
                    <a:pt x="1478" y="484"/>
                    <a:pt x="1389" y="484"/>
                  </a:cubicBezTo>
                  <a:cubicBezTo>
                    <a:pt x="1375" y="484"/>
                    <a:pt x="1361" y="486"/>
                    <a:pt x="1346" y="489"/>
                  </a:cubicBezTo>
                  <a:cubicBezTo>
                    <a:pt x="1239" y="525"/>
                    <a:pt x="1168" y="620"/>
                    <a:pt x="1192" y="727"/>
                  </a:cubicBezTo>
                  <a:cubicBezTo>
                    <a:pt x="1203" y="763"/>
                    <a:pt x="1203" y="787"/>
                    <a:pt x="1203" y="822"/>
                  </a:cubicBezTo>
                  <a:cubicBezTo>
                    <a:pt x="1203" y="1037"/>
                    <a:pt x="1025" y="1215"/>
                    <a:pt x="811" y="1215"/>
                  </a:cubicBezTo>
                  <a:cubicBezTo>
                    <a:pt x="584" y="1215"/>
                    <a:pt x="406" y="1037"/>
                    <a:pt x="406" y="822"/>
                  </a:cubicBezTo>
                  <a:cubicBezTo>
                    <a:pt x="406" y="596"/>
                    <a:pt x="584" y="418"/>
                    <a:pt x="811" y="418"/>
                  </a:cubicBezTo>
                  <a:cubicBezTo>
                    <a:pt x="930" y="418"/>
                    <a:pt x="1013" y="322"/>
                    <a:pt x="1013" y="203"/>
                  </a:cubicBezTo>
                  <a:cubicBezTo>
                    <a:pt x="1013" y="84"/>
                    <a:pt x="930" y="1"/>
                    <a:pt x="81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4" name="Google Shape;11130;p77">
              <a:extLst>
                <a:ext uri="{FF2B5EF4-FFF2-40B4-BE49-F238E27FC236}">
                  <a16:creationId xmlns:a16="http://schemas.microsoft.com/office/drawing/2014/main" id="{B32E8876-855E-4D69-B870-973EE6B47CC3}"/>
                </a:ext>
              </a:extLst>
            </p:cNvPr>
            <p:cNvSpPr/>
            <p:nvPr/>
          </p:nvSpPr>
          <p:spPr>
            <a:xfrm>
              <a:off x="6048627" y="4416409"/>
              <a:ext cx="52205" cy="51856"/>
            </a:xfrm>
            <a:custGeom>
              <a:avLst/>
              <a:gdLst/>
              <a:ahLst/>
              <a:cxnLst/>
              <a:rect l="l" t="t" r="r" b="b"/>
              <a:pathLst>
                <a:path w="1644" h="1633" extrusionOk="0">
                  <a:moveTo>
                    <a:pt x="822" y="1"/>
                  </a:moveTo>
                  <a:cubicBezTo>
                    <a:pt x="596" y="1"/>
                    <a:pt x="405" y="84"/>
                    <a:pt x="238" y="239"/>
                  </a:cubicBezTo>
                  <a:cubicBezTo>
                    <a:pt x="95" y="382"/>
                    <a:pt x="0" y="596"/>
                    <a:pt x="0" y="822"/>
                  </a:cubicBezTo>
                  <a:cubicBezTo>
                    <a:pt x="0" y="1263"/>
                    <a:pt x="381" y="1632"/>
                    <a:pt x="822" y="1632"/>
                  </a:cubicBezTo>
                  <a:cubicBezTo>
                    <a:pt x="1274" y="1632"/>
                    <a:pt x="1643" y="1275"/>
                    <a:pt x="1643" y="822"/>
                  </a:cubicBezTo>
                  <a:cubicBezTo>
                    <a:pt x="1643" y="763"/>
                    <a:pt x="1631" y="680"/>
                    <a:pt x="1608" y="620"/>
                  </a:cubicBezTo>
                  <a:cubicBezTo>
                    <a:pt x="1577" y="548"/>
                    <a:pt x="1492" y="484"/>
                    <a:pt x="1400" y="484"/>
                  </a:cubicBezTo>
                  <a:cubicBezTo>
                    <a:pt x="1386" y="484"/>
                    <a:pt x="1372" y="486"/>
                    <a:pt x="1358" y="489"/>
                  </a:cubicBezTo>
                  <a:cubicBezTo>
                    <a:pt x="1250" y="525"/>
                    <a:pt x="1179" y="620"/>
                    <a:pt x="1215" y="727"/>
                  </a:cubicBezTo>
                  <a:cubicBezTo>
                    <a:pt x="1227" y="763"/>
                    <a:pt x="1227" y="787"/>
                    <a:pt x="1227" y="822"/>
                  </a:cubicBezTo>
                  <a:cubicBezTo>
                    <a:pt x="1227" y="1037"/>
                    <a:pt x="1048" y="1215"/>
                    <a:pt x="822" y="1215"/>
                  </a:cubicBezTo>
                  <a:cubicBezTo>
                    <a:pt x="596" y="1215"/>
                    <a:pt x="417" y="1037"/>
                    <a:pt x="417" y="822"/>
                  </a:cubicBezTo>
                  <a:cubicBezTo>
                    <a:pt x="417" y="596"/>
                    <a:pt x="596" y="418"/>
                    <a:pt x="822" y="418"/>
                  </a:cubicBezTo>
                  <a:cubicBezTo>
                    <a:pt x="941" y="418"/>
                    <a:pt x="1036" y="322"/>
                    <a:pt x="1036" y="203"/>
                  </a:cubicBezTo>
                  <a:cubicBezTo>
                    <a:pt x="1036" y="84"/>
                    <a:pt x="941" y="1"/>
                    <a:pt x="822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5" name="Google Shape;11131;p77">
              <a:extLst>
                <a:ext uri="{FF2B5EF4-FFF2-40B4-BE49-F238E27FC236}">
                  <a16:creationId xmlns:a16="http://schemas.microsoft.com/office/drawing/2014/main" id="{3140A9ED-09B1-47EE-9493-FF69A1D47E6F}"/>
                </a:ext>
              </a:extLst>
            </p:cNvPr>
            <p:cNvSpPr/>
            <p:nvPr/>
          </p:nvSpPr>
          <p:spPr>
            <a:xfrm>
              <a:off x="6000995" y="4365379"/>
              <a:ext cx="122892" cy="58016"/>
            </a:xfrm>
            <a:custGeom>
              <a:avLst/>
              <a:gdLst/>
              <a:ahLst/>
              <a:cxnLst/>
              <a:rect l="l" t="t" r="r" b="b"/>
              <a:pathLst>
                <a:path w="3870" h="1827" extrusionOk="0">
                  <a:moveTo>
                    <a:pt x="2310" y="1"/>
                  </a:moveTo>
                  <a:cubicBezTo>
                    <a:pt x="1810" y="1"/>
                    <a:pt x="1334" y="143"/>
                    <a:pt x="929" y="429"/>
                  </a:cubicBezTo>
                  <a:cubicBezTo>
                    <a:pt x="524" y="715"/>
                    <a:pt x="226" y="1096"/>
                    <a:pt x="48" y="1548"/>
                  </a:cubicBezTo>
                  <a:cubicBezTo>
                    <a:pt x="0" y="1656"/>
                    <a:pt x="60" y="1775"/>
                    <a:pt x="167" y="1810"/>
                  </a:cubicBezTo>
                  <a:cubicBezTo>
                    <a:pt x="192" y="1822"/>
                    <a:pt x="218" y="1827"/>
                    <a:pt x="244" y="1827"/>
                  </a:cubicBezTo>
                  <a:cubicBezTo>
                    <a:pt x="326" y="1827"/>
                    <a:pt x="404" y="1773"/>
                    <a:pt x="441" y="1691"/>
                  </a:cubicBezTo>
                  <a:cubicBezTo>
                    <a:pt x="738" y="917"/>
                    <a:pt x="1488" y="405"/>
                    <a:pt x="2322" y="405"/>
                  </a:cubicBezTo>
                  <a:cubicBezTo>
                    <a:pt x="2774" y="405"/>
                    <a:pt x="3191" y="536"/>
                    <a:pt x="3548" y="798"/>
                  </a:cubicBezTo>
                  <a:cubicBezTo>
                    <a:pt x="3581" y="831"/>
                    <a:pt x="3624" y="846"/>
                    <a:pt x="3667" y="846"/>
                  </a:cubicBezTo>
                  <a:cubicBezTo>
                    <a:pt x="3732" y="846"/>
                    <a:pt x="3798" y="813"/>
                    <a:pt x="3834" y="763"/>
                  </a:cubicBezTo>
                  <a:cubicBezTo>
                    <a:pt x="3870" y="679"/>
                    <a:pt x="3858" y="560"/>
                    <a:pt x="3774" y="489"/>
                  </a:cubicBezTo>
                  <a:cubicBezTo>
                    <a:pt x="3334" y="179"/>
                    <a:pt x="2846" y="1"/>
                    <a:pt x="2310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6" name="Google Shape;11132;p77">
              <a:extLst>
                <a:ext uri="{FF2B5EF4-FFF2-40B4-BE49-F238E27FC236}">
                  <a16:creationId xmlns:a16="http://schemas.microsoft.com/office/drawing/2014/main" id="{AA041102-1B98-4C8D-AD4C-A9615FFE34C0}"/>
                </a:ext>
              </a:extLst>
            </p:cNvPr>
            <p:cNvSpPr/>
            <p:nvPr/>
          </p:nvSpPr>
          <p:spPr>
            <a:xfrm>
              <a:off x="5816847" y="4230039"/>
              <a:ext cx="124797" cy="193610"/>
            </a:xfrm>
            <a:custGeom>
              <a:avLst/>
              <a:gdLst/>
              <a:ahLst/>
              <a:cxnLst/>
              <a:rect l="l" t="t" r="r" b="b"/>
              <a:pathLst>
                <a:path w="3930" h="6097" extrusionOk="0">
                  <a:moveTo>
                    <a:pt x="3513" y="417"/>
                  </a:moveTo>
                  <a:lnTo>
                    <a:pt x="3513" y="2441"/>
                  </a:lnTo>
                  <a:lnTo>
                    <a:pt x="822" y="2441"/>
                  </a:lnTo>
                  <a:lnTo>
                    <a:pt x="1834" y="714"/>
                  </a:lnTo>
                  <a:cubicBezTo>
                    <a:pt x="1930" y="524"/>
                    <a:pt x="2144" y="417"/>
                    <a:pt x="2346" y="417"/>
                  </a:cubicBezTo>
                  <a:close/>
                  <a:moveTo>
                    <a:pt x="2346" y="0"/>
                  </a:moveTo>
                  <a:cubicBezTo>
                    <a:pt x="1989" y="0"/>
                    <a:pt x="1644" y="203"/>
                    <a:pt x="1465" y="512"/>
                  </a:cubicBezTo>
                  <a:lnTo>
                    <a:pt x="60" y="2917"/>
                  </a:lnTo>
                  <a:cubicBezTo>
                    <a:pt x="1" y="3024"/>
                    <a:pt x="25" y="3143"/>
                    <a:pt x="132" y="3203"/>
                  </a:cubicBezTo>
                  <a:cubicBezTo>
                    <a:pt x="155" y="3215"/>
                    <a:pt x="203" y="3239"/>
                    <a:pt x="239" y="3239"/>
                  </a:cubicBezTo>
                  <a:cubicBezTo>
                    <a:pt x="310" y="3239"/>
                    <a:pt x="370" y="3203"/>
                    <a:pt x="417" y="3131"/>
                  </a:cubicBezTo>
                  <a:lnTo>
                    <a:pt x="572" y="2846"/>
                  </a:lnTo>
                  <a:lnTo>
                    <a:pt x="3513" y="2846"/>
                  </a:lnTo>
                  <a:lnTo>
                    <a:pt x="3513" y="5882"/>
                  </a:lnTo>
                  <a:cubicBezTo>
                    <a:pt x="3513" y="6001"/>
                    <a:pt x="3596" y="6096"/>
                    <a:pt x="3715" y="6096"/>
                  </a:cubicBezTo>
                  <a:cubicBezTo>
                    <a:pt x="3835" y="6096"/>
                    <a:pt x="3930" y="6001"/>
                    <a:pt x="3930" y="5882"/>
                  </a:cubicBezTo>
                  <a:lnTo>
                    <a:pt x="3930" y="203"/>
                  </a:lnTo>
                  <a:cubicBezTo>
                    <a:pt x="3918" y="95"/>
                    <a:pt x="3823" y="0"/>
                    <a:pt x="371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7" name="Google Shape;11133;p77">
              <a:extLst>
                <a:ext uri="{FF2B5EF4-FFF2-40B4-BE49-F238E27FC236}">
                  <a16:creationId xmlns:a16="http://schemas.microsoft.com/office/drawing/2014/main" id="{C54FDF08-03CF-4B55-AAD4-66F61F996A16}"/>
                </a:ext>
              </a:extLst>
            </p:cNvPr>
            <p:cNvSpPr/>
            <p:nvPr/>
          </p:nvSpPr>
          <p:spPr>
            <a:xfrm>
              <a:off x="5954474" y="4230039"/>
              <a:ext cx="120256" cy="102854"/>
            </a:xfrm>
            <a:custGeom>
              <a:avLst/>
              <a:gdLst/>
              <a:ahLst/>
              <a:cxnLst/>
              <a:rect l="l" t="t" r="r" b="b"/>
              <a:pathLst>
                <a:path w="3787" h="3239" extrusionOk="0">
                  <a:moveTo>
                    <a:pt x="203" y="0"/>
                  </a:moveTo>
                  <a:cubicBezTo>
                    <a:pt x="84" y="0"/>
                    <a:pt x="1" y="95"/>
                    <a:pt x="1" y="214"/>
                  </a:cubicBezTo>
                  <a:lnTo>
                    <a:pt x="1" y="3024"/>
                  </a:lnTo>
                  <a:cubicBezTo>
                    <a:pt x="1" y="3143"/>
                    <a:pt x="84" y="3239"/>
                    <a:pt x="203" y="3239"/>
                  </a:cubicBezTo>
                  <a:cubicBezTo>
                    <a:pt x="322" y="3239"/>
                    <a:pt x="417" y="3143"/>
                    <a:pt x="417" y="3024"/>
                  </a:cubicBezTo>
                  <a:lnTo>
                    <a:pt x="417" y="405"/>
                  </a:lnTo>
                  <a:lnTo>
                    <a:pt x="1977" y="405"/>
                  </a:lnTo>
                  <a:cubicBezTo>
                    <a:pt x="2132" y="405"/>
                    <a:pt x="2322" y="512"/>
                    <a:pt x="2429" y="655"/>
                  </a:cubicBezTo>
                  <a:lnTo>
                    <a:pt x="3287" y="1786"/>
                  </a:lnTo>
                  <a:cubicBezTo>
                    <a:pt x="3346" y="1869"/>
                    <a:pt x="3358" y="1941"/>
                    <a:pt x="3358" y="2024"/>
                  </a:cubicBezTo>
                  <a:cubicBezTo>
                    <a:pt x="3358" y="2250"/>
                    <a:pt x="3180" y="2429"/>
                    <a:pt x="2953" y="2429"/>
                  </a:cubicBezTo>
                  <a:lnTo>
                    <a:pt x="1013" y="2429"/>
                  </a:lnTo>
                  <a:cubicBezTo>
                    <a:pt x="894" y="2429"/>
                    <a:pt x="798" y="2524"/>
                    <a:pt x="798" y="2643"/>
                  </a:cubicBezTo>
                  <a:cubicBezTo>
                    <a:pt x="798" y="2762"/>
                    <a:pt x="882" y="2846"/>
                    <a:pt x="1013" y="2846"/>
                  </a:cubicBezTo>
                  <a:lnTo>
                    <a:pt x="2977" y="2846"/>
                  </a:lnTo>
                  <a:cubicBezTo>
                    <a:pt x="3418" y="2846"/>
                    <a:pt x="3787" y="2489"/>
                    <a:pt x="3787" y="2024"/>
                  </a:cubicBezTo>
                  <a:cubicBezTo>
                    <a:pt x="3787" y="1846"/>
                    <a:pt x="3727" y="1691"/>
                    <a:pt x="3632" y="1536"/>
                  </a:cubicBezTo>
                  <a:lnTo>
                    <a:pt x="2775" y="405"/>
                  </a:lnTo>
                  <a:cubicBezTo>
                    <a:pt x="2584" y="155"/>
                    <a:pt x="2287" y="0"/>
                    <a:pt x="196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8" name="Google Shape;11134;p77">
              <a:extLst>
                <a:ext uri="{FF2B5EF4-FFF2-40B4-BE49-F238E27FC236}">
                  <a16:creationId xmlns:a16="http://schemas.microsoft.com/office/drawing/2014/main" id="{75469F03-F8CA-4892-B750-D4D74A6A7EB7}"/>
                </a:ext>
              </a:extLst>
            </p:cNvPr>
            <p:cNvSpPr/>
            <p:nvPr/>
          </p:nvSpPr>
          <p:spPr>
            <a:xfrm>
              <a:off x="5876198" y="4333243"/>
              <a:ext cx="39376" cy="13274"/>
            </a:xfrm>
            <a:custGeom>
              <a:avLst/>
              <a:gdLst/>
              <a:ahLst/>
              <a:cxnLst/>
              <a:rect l="l" t="t" r="r" b="b"/>
              <a:pathLst>
                <a:path w="1240" h="418" extrusionOk="0">
                  <a:moveTo>
                    <a:pt x="215" y="1"/>
                  </a:moveTo>
                  <a:cubicBezTo>
                    <a:pt x="96" y="1"/>
                    <a:pt x="1" y="84"/>
                    <a:pt x="1" y="203"/>
                  </a:cubicBezTo>
                  <a:cubicBezTo>
                    <a:pt x="1" y="322"/>
                    <a:pt x="96" y="417"/>
                    <a:pt x="215" y="417"/>
                  </a:cubicBezTo>
                  <a:lnTo>
                    <a:pt x="1025" y="417"/>
                  </a:lnTo>
                  <a:cubicBezTo>
                    <a:pt x="1144" y="417"/>
                    <a:pt x="1239" y="322"/>
                    <a:pt x="1239" y="203"/>
                  </a:cubicBezTo>
                  <a:cubicBezTo>
                    <a:pt x="1239" y="84"/>
                    <a:pt x="1156" y="1"/>
                    <a:pt x="1025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9" name="Google Shape;11135;p77">
              <a:extLst>
                <a:ext uri="{FF2B5EF4-FFF2-40B4-BE49-F238E27FC236}">
                  <a16:creationId xmlns:a16="http://schemas.microsoft.com/office/drawing/2014/main" id="{CCBB4767-C0BE-4C36-AB44-0D082694DFAC}"/>
                </a:ext>
              </a:extLst>
            </p:cNvPr>
            <p:cNvSpPr/>
            <p:nvPr/>
          </p:nvSpPr>
          <p:spPr>
            <a:xfrm>
              <a:off x="5979433" y="4333243"/>
              <a:ext cx="39344" cy="13274"/>
            </a:xfrm>
            <a:custGeom>
              <a:avLst/>
              <a:gdLst/>
              <a:ahLst/>
              <a:cxnLst/>
              <a:rect l="l" t="t" r="r" b="b"/>
              <a:pathLst>
                <a:path w="1239" h="418" extrusionOk="0">
                  <a:moveTo>
                    <a:pt x="203" y="1"/>
                  </a:moveTo>
                  <a:cubicBezTo>
                    <a:pt x="84" y="1"/>
                    <a:pt x="0" y="84"/>
                    <a:pt x="0" y="203"/>
                  </a:cubicBezTo>
                  <a:cubicBezTo>
                    <a:pt x="0" y="322"/>
                    <a:pt x="84" y="417"/>
                    <a:pt x="203" y="417"/>
                  </a:cubicBezTo>
                  <a:lnTo>
                    <a:pt x="1024" y="417"/>
                  </a:lnTo>
                  <a:cubicBezTo>
                    <a:pt x="1143" y="417"/>
                    <a:pt x="1239" y="322"/>
                    <a:pt x="1239" y="203"/>
                  </a:cubicBezTo>
                  <a:cubicBezTo>
                    <a:pt x="1239" y="84"/>
                    <a:pt x="1143" y="1"/>
                    <a:pt x="1024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</p:spTree>
    <p:extLst>
      <p:ext uri="{BB962C8B-B14F-4D97-AF65-F5344CB8AC3E}">
        <p14:creationId xmlns:p14="http://schemas.microsoft.com/office/powerpoint/2010/main" val="15878270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2146;p59">
            <a:extLst>
              <a:ext uri="{FF2B5EF4-FFF2-40B4-BE49-F238E27FC236}">
                <a16:creationId xmlns:a16="http://schemas.microsoft.com/office/drawing/2014/main" id="{1E111F92-10C0-451A-B33F-7BDCEA0FB72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18647" t="7960" r="8852" b="8336"/>
          <a:stretch/>
        </p:blipFill>
        <p:spPr>
          <a:xfrm rot="-1406513">
            <a:off x="7999804" y="4279605"/>
            <a:ext cx="1175233" cy="7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2148;p59">
            <a:extLst>
              <a:ext uri="{FF2B5EF4-FFF2-40B4-BE49-F238E27FC236}">
                <a16:creationId xmlns:a16="http://schemas.microsoft.com/office/drawing/2014/main" id="{0AA7D8E9-509B-4074-8CFD-82BB1B0AC9E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18647" t="7960" r="8852" b="8336"/>
          <a:stretch/>
        </p:blipFill>
        <p:spPr>
          <a:xfrm rot="9084173">
            <a:off x="7658317" y="3663286"/>
            <a:ext cx="1175231" cy="763226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0091CB7-CA36-4770-914E-7D19D5698634}"/>
              </a:ext>
            </a:extLst>
          </p:cNvPr>
          <p:cNvSpPr/>
          <p:nvPr/>
        </p:nvSpPr>
        <p:spPr>
          <a:xfrm>
            <a:off x="6243535" y="238105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9A6977-8A69-4790-9F80-D7FA3D77EE7F}"/>
              </a:ext>
            </a:extLst>
          </p:cNvPr>
          <p:cNvSpPr txBox="1"/>
          <p:nvPr/>
        </p:nvSpPr>
        <p:spPr>
          <a:xfrm>
            <a:off x="6241939" y="338876"/>
            <a:ext cx="194638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معرفی ماشین های خودران</a:t>
            </a:r>
            <a:endParaRPr lang="en-US" sz="1200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4C1F26F-3BD8-45F9-8DE2-C6525954E657}"/>
              </a:ext>
            </a:extLst>
          </p:cNvPr>
          <p:cNvSpPr/>
          <p:nvPr/>
        </p:nvSpPr>
        <p:spPr>
          <a:xfrm>
            <a:off x="4240681" y="247651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4A3B8E-C842-42BB-A29A-E7F0159973FE}"/>
              </a:ext>
            </a:extLst>
          </p:cNvPr>
          <p:cNvSpPr txBox="1"/>
          <p:nvPr/>
        </p:nvSpPr>
        <p:spPr>
          <a:xfrm>
            <a:off x="4237489" y="389622"/>
            <a:ext cx="1946382" cy="49244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lang="fa-IR" b="1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تاریخچه و تکامل</a:t>
            </a:r>
            <a:endParaRPr lang="en-US" b="1" dirty="0">
              <a:solidFill>
                <a:schemeClr val="tx1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  <a:p>
            <a:pPr algn="ctr"/>
            <a:endParaRPr lang="en-US" sz="1200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017BE0F-C67A-4BF8-942C-BE1EA6114CAF}"/>
              </a:ext>
            </a:extLst>
          </p:cNvPr>
          <p:cNvSpPr/>
          <p:nvPr/>
        </p:nvSpPr>
        <p:spPr>
          <a:xfrm>
            <a:off x="2236231" y="238105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DD2E0-8E3A-45CE-A502-E6B019C669F7}"/>
              </a:ext>
            </a:extLst>
          </p:cNvPr>
          <p:cNvSpPr txBox="1"/>
          <p:nvPr/>
        </p:nvSpPr>
        <p:spPr>
          <a:xfrm>
            <a:off x="2234635" y="338876"/>
            <a:ext cx="194638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چرا ماشین های خودران؟</a:t>
            </a:r>
            <a:endParaRPr lang="en-US" sz="1200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B8BAE95-58CE-4AEC-8853-F06A3D0F56C6}"/>
              </a:ext>
            </a:extLst>
          </p:cNvPr>
          <p:cNvSpPr/>
          <p:nvPr/>
        </p:nvSpPr>
        <p:spPr>
          <a:xfrm>
            <a:off x="230185" y="234416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11E10AD-8419-44CC-B738-1B13A708A5F7}"/>
              </a:ext>
            </a:extLst>
          </p:cNvPr>
          <p:cNvSpPr txBox="1"/>
          <p:nvPr/>
        </p:nvSpPr>
        <p:spPr>
          <a:xfrm>
            <a:off x="228589" y="335187"/>
            <a:ext cx="194638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Segoe UI Variable Text Semiligh" pitchFamily="2" charset="0"/>
                <a:ea typeface="Source Sans Pro" panose="020B0503030403020204" pitchFamily="34" charset="0"/>
                <a:cs typeface="Vazir" panose="020B0603030804020204" pitchFamily="34" charset="-78"/>
              </a:rPr>
              <a:t>اجزای اصلی</a:t>
            </a:r>
            <a:endParaRPr lang="en-US" sz="1200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E05C835-93B3-4885-B983-7FB3DD8669D9}"/>
              </a:ext>
            </a:extLst>
          </p:cNvPr>
          <p:cNvSpPr/>
          <p:nvPr/>
        </p:nvSpPr>
        <p:spPr>
          <a:xfrm>
            <a:off x="6243535" y="816539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5DAC9AE-BAF0-4A89-B8D1-DCB5E3865E95}"/>
              </a:ext>
            </a:extLst>
          </p:cNvPr>
          <p:cNvSpPr txBox="1"/>
          <p:nvPr/>
        </p:nvSpPr>
        <p:spPr>
          <a:xfrm>
            <a:off x="6241939" y="917310"/>
            <a:ext cx="194638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نحوه عملکرد</a:t>
            </a:r>
            <a:endParaRPr lang="en-US" sz="1200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317C9A1-89BC-42A2-A1CE-85FDBE18830F}"/>
              </a:ext>
            </a:extLst>
          </p:cNvPr>
          <p:cNvSpPr/>
          <p:nvPr/>
        </p:nvSpPr>
        <p:spPr>
          <a:xfrm>
            <a:off x="4240681" y="826085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66D9E9B-43CF-425B-8B2B-5F27C5E72B1C}"/>
              </a:ext>
            </a:extLst>
          </p:cNvPr>
          <p:cNvSpPr txBox="1"/>
          <p:nvPr/>
        </p:nvSpPr>
        <p:spPr>
          <a:xfrm>
            <a:off x="4239085" y="926856"/>
            <a:ext cx="194638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چالش ها و موانع</a:t>
            </a:r>
            <a:endParaRPr lang="en-US" sz="1200" dirty="0">
              <a:solidFill>
                <a:schemeClr val="tx1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79901CD-2ECB-423D-B08D-98B43A07E0E0}"/>
              </a:ext>
            </a:extLst>
          </p:cNvPr>
          <p:cNvSpPr/>
          <p:nvPr/>
        </p:nvSpPr>
        <p:spPr>
          <a:xfrm>
            <a:off x="2236231" y="816539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34B8175-5E0D-40E4-A86D-ECED6888F1D1}"/>
              </a:ext>
            </a:extLst>
          </p:cNvPr>
          <p:cNvSpPr txBox="1"/>
          <p:nvPr/>
        </p:nvSpPr>
        <p:spPr>
          <a:xfrm>
            <a:off x="2234635" y="917310"/>
            <a:ext cx="194638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آینده ماشین های خودران</a:t>
            </a:r>
            <a:endParaRPr lang="en-US" sz="1200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06FCCD35-0675-4A7E-9D4F-20D2BB856718}"/>
              </a:ext>
            </a:extLst>
          </p:cNvPr>
          <p:cNvSpPr/>
          <p:nvPr/>
        </p:nvSpPr>
        <p:spPr>
          <a:xfrm>
            <a:off x="230185" y="812850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C994D92-8AAD-471E-83AF-873AF9F07D80}"/>
              </a:ext>
            </a:extLst>
          </p:cNvPr>
          <p:cNvSpPr txBox="1"/>
          <p:nvPr/>
        </p:nvSpPr>
        <p:spPr>
          <a:xfrm>
            <a:off x="228589" y="913621"/>
            <a:ext cx="194638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منابع</a:t>
            </a:r>
            <a:endParaRPr lang="en-US" sz="1200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grpSp>
        <p:nvGrpSpPr>
          <p:cNvPr id="22" name="Google Shape;1265;p36">
            <a:extLst>
              <a:ext uri="{FF2B5EF4-FFF2-40B4-BE49-F238E27FC236}">
                <a16:creationId xmlns:a16="http://schemas.microsoft.com/office/drawing/2014/main" id="{E820EEC6-A2F8-4E40-9E03-0B9ECF93BA6A}"/>
              </a:ext>
            </a:extLst>
          </p:cNvPr>
          <p:cNvGrpSpPr/>
          <p:nvPr/>
        </p:nvGrpSpPr>
        <p:grpSpPr>
          <a:xfrm>
            <a:off x="4947220" y="4343173"/>
            <a:ext cx="76825" cy="76800"/>
            <a:chOff x="3104875" y="1099400"/>
            <a:chExt cx="76825" cy="76800"/>
          </a:xfrm>
        </p:grpSpPr>
        <p:sp>
          <p:nvSpPr>
            <p:cNvPr id="23" name="Google Shape;1266;p36">
              <a:extLst>
                <a:ext uri="{FF2B5EF4-FFF2-40B4-BE49-F238E27FC236}">
                  <a16:creationId xmlns:a16="http://schemas.microsoft.com/office/drawing/2014/main" id="{6BAD57EF-00BE-4B93-9B31-8C10374D1E54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" name="Google Shape;1267;p36">
              <a:extLst>
                <a:ext uri="{FF2B5EF4-FFF2-40B4-BE49-F238E27FC236}">
                  <a16:creationId xmlns:a16="http://schemas.microsoft.com/office/drawing/2014/main" id="{D2797C79-3A56-403C-9424-8F17CC908674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25" name="Google Shape;2061;p59">
            <a:extLst>
              <a:ext uri="{FF2B5EF4-FFF2-40B4-BE49-F238E27FC236}">
                <a16:creationId xmlns:a16="http://schemas.microsoft.com/office/drawing/2014/main" id="{8895A749-F601-4E16-9556-0FE599C25A6E}"/>
              </a:ext>
            </a:extLst>
          </p:cNvPr>
          <p:cNvSpPr/>
          <p:nvPr/>
        </p:nvSpPr>
        <p:spPr>
          <a:xfrm rot="5400000">
            <a:off x="1041866" y="2184464"/>
            <a:ext cx="903900" cy="7836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002E8A">
              <a:alpha val="33000"/>
            </a:srgbClr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6" name="Google Shape;2062;p59">
            <a:extLst>
              <a:ext uri="{FF2B5EF4-FFF2-40B4-BE49-F238E27FC236}">
                <a16:creationId xmlns:a16="http://schemas.microsoft.com/office/drawing/2014/main" id="{D43409C3-568C-478B-AC1B-47ECC7AA3A85}"/>
              </a:ext>
            </a:extLst>
          </p:cNvPr>
          <p:cNvSpPr/>
          <p:nvPr/>
        </p:nvSpPr>
        <p:spPr>
          <a:xfrm rot="5400000">
            <a:off x="4864769" y="2184464"/>
            <a:ext cx="903900" cy="7836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002E8A">
              <a:alpha val="33000"/>
            </a:srgbClr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" name="Google Shape;2063;p59">
            <a:extLst>
              <a:ext uri="{FF2B5EF4-FFF2-40B4-BE49-F238E27FC236}">
                <a16:creationId xmlns:a16="http://schemas.microsoft.com/office/drawing/2014/main" id="{C5FF4CBE-D063-4B08-BC61-B0B01A5D01BC}"/>
              </a:ext>
            </a:extLst>
          </p:cNvPr>
          <p:cNvSpPr/>
          <p:nvPr/>
        </p:nvSpPr>
        <p:spPr>
          <a:xfrm rot="5400000">
            <a:off x="6776221" y="2490562"/>
            <a:ext cx="903900" cy="7836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002E8A">
              <a:alpha val="33000"/>
            </a:srgbClr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8" name="Google Shape;2064;p59">
            <a:extLst>
              <a:ext uri="{FF2B5EF4-FFF2-40B4-BE49-F238E27FC236}">
                <a16:creationId xmlns:a16="http://schemas.microsoft.com/office/drawing/2014/main" id="{E20F0E23-E801-4E00-BC89-22CF2FCB4203}"/>
              </a:ext>
            </a:extLst>
          </p:cNvPr>
          <p:cNvSpPr/>
          <p:nvPr/>
        </p:nvSpPr>
        <p:spPr>
          <a:xfrm rot="5400000">
            <a:off x="2953318" y="2490562"/>
            <a:ext cx="903900" cy="7836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002E8A">
              <a:alpha val="33000"/>
            </a:srgbClr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9" name="Google Shape;2066;p59">
            <a:extLst>
              <a:ext uri="{FF2B5EF4-FFF2-40B4-BE49-F238E27FC236}">
                <a16:creationId xmlns:a16="http://schemas.microsoft.com/office/drawing/2014/main" id="{14C19D94-22C7-42EE-A68C-FB6A6A03B402}"/>
              </a:ext>
            </a:extLst>
          </p:cNvPr>
          <p:cNvSpPr/>
          <p:nvPr/>
        </p:nvSpPr>
        <p:spPr>
          <a:xfrm rot="10800000">
            <a:off x="6273668" y="2732021"/>
            <a:ext cx="1909006" cy="955096"/>
          </a:xfrm>
          <a:custGeom>
            <a:avLst/>
            <a:gdLst/>
            <a:ahLst/>
            <a:cxnLst/>
            <a:rect l="l" t="t" r="r" b="b"/>
            <a:pathLst>
              <a:path w="44065" h="22050" fill="none" extrusionOk="0">
                <a:moveTo>
                  <a:pt x="0" y="22050"/>
                </a:moveTo>
                <a:cubicBezTo>
                  <a:pt x="0" y="9874"/>
                  <a:pt x="9874" y="1"/>
                  <a:pt x="22049" y="1"/>
                </a:cubicBezTo>
                <a:cubicBezTo>
                  <a:pt x="34191" y="1"/>
                  <a:pt x="44065" y="9874"/>
                  <a:pt x="44065" y="22050"/>
                </a:cubicBezTo>
              </a:path>
            </a:pathLst>
          </a:custGeom>
          <a:noFill/>
          <a:ln w="19050" cap="rnd" cmpd="sng">
            <a:solidFill>
              <a:schemeClr val="dk1"/>
            </a:solidFill>
            <a:prstDash val="solid"/>
            <a:miter lim="33357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0" name="Google Shape;2067;p59">
            <a:extLst>
              <a:ext uri="{FF2B5EF4-FFF2-40B4-BE49-F238E27FC236}">
                <a16:creationId xmlns:a16="http://schemas.microsoft.com/office/drawing/2014/main" id="{1FB8ABA1-2126-43BD-AD36-9D453A34D917}"/>
              </a:ext>
            </a:extLst>
          </p:cNvPr>
          <p:cNvSpPr txBox="1"/>
          <p:nvPr/>
        </p:nvSpPr>
        <p:spPr>
          <a:xfrm>
            <a:off x="533666" y="3126384"/>
            <a:ext cx="1920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2100" dirty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1925</a:t>
            </a:r>
            <a:endParaRPr sz="2100" dirty="0">
              <a:solidFill>
                <a:schemeClr val="dk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31" name="Google Shape;2068;p59">
            <a:extLst>
              <a:ext uri="{FF2B5EF4-FFF2-40B4-BE49-F238E27FC236}">
                <a16:creationId xmlns:a16="http://schemas.microsoft.com/office/drawing/2014/main" id="{3774BD85-CD76-4108-A645-A34A3BEBDE4B}"/>
              </a:ext>
            </a:extLst>
          </p:cNvPr>
          <p:cNvSpPr txBox="1"/>
          <p:nvPr/>
        </p:nvSpPr>
        <p:spPr>
          <a:xfrm>
            <a:off x="2445118" y="1866877"/>
            <a:ext cx="1920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dirty="0">
              <a:solidFill>
                <a:schemeClr val="dk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32" name="Google Shape;2070;p59">
            <a:extLst>
              <a:ext uri="{FF2B5EF4-FFF2-40B4-BE49-F238E27FC236}">
                <a16:creationId xmlns:a16="http://schemas.microsoft.com/office/drawing/2014/main" id="{5C2F4E1C-4958-406C-87BB-ECE32AF80D1D}"/>
              </a:ext>
            </a:extLst>
          </p:cNvPr>
          <p:cNvSpPr/>
          <p:nvPr/>
        </p:nvSpPr>
        <p:spPr>
          <a:xfrm rot="10800000">
            <a:off x="4362195" y="1788428"/>
            <a:ext cx="1909049" cy="953666"/>
          </a:xfrm>
          <a:custGeom>
            <a:avLst/>
            <a:gdLst/>
            <a:ahLst/>
            <a:cxnLst/>
            <a:rect l="l" t="t" r="r" b="b"/>
            <a:pathLst>
              <a:path w="44066" h="22017" fill="none" extrusionOk="0">
                <a:moveTo>
                  <a:pt x="44065" y="1"/>
                </a:moveTo>
                <a:cubicBezTo>
                  <a:pt x="44065" y="12176"/>
                  <a:pt x="34191" y="22016"/>
                  <a:pt x="22049" y="22016"/>
                </a:cubicBezTo>
                <a:cubicBezTo>
                  <a:pt x="9874" y="22016"/>
                  <a:pt x="0" y="12176"/>
                  <a:pt x="0" y="1"/>
                </a:cubicBezTo>
              </a:path>
            </a:pathLst>
          </a:custGeom>
          <a:noFill/>
          <a:ln w="19050" cap="rnd" cmpd="sng">
            <a:solidFill>
              <a:schemeClr val="dk1"/>
            </a:solidFill>
            <a:prstDash val="solid"/>
            <a:miter lim="33357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3" name="Google Shape;2071;p59">
            <a:extLst>
              <a:ext uri="{FF2B5EF4-FFF2-40B4-BE49-F238E27FC236}">
                <a16:creationId xmlns:a16="http://schemas.microsoft.com/office/drawing/2014/main" id="{29581F5B-D888-44CA-978C-754FE9DE85C6}"/>
              </a:ext>
            </a:extLst>
          </p:cNvPr>
          <p:cNvSpPr/>
          <p:nvPr/>
        </p:nvSpPr>
        <p:spPr>
          <a:xfrm rot="10800000">
            <a:off x="2450765" y="2732021"/>
            <a:ext cx="1909006" cy="955096"/>
          </a:xfrm>
          <a:custGeom>
            <a:avLst/>
            <a:gdLst/>
            <a:ahLst/>
            <a:cxnLst/>
            <a:rect l="l" t="t" r="r" b="b"/>
            <a:pathLst>
              <a:path w="44065" h="22050" fill="none" extrusionOk="0">
                <a:moveTo>
                  <a:pt x="0" y="22050"/>
                </a:moveTo>
                <a:cubicBezTo>
                  <a:pt x="0" y="9874"/>
                  <a:pt x="9874" y="1"/>
                  <a:pt x="22049" y="1"/>
                </a:cubicBezTo>
                <a:cubicBezTo>
                  <a:pt x="34191" y="1"/>
                  <a:pt x="44065" y="9874"/>
                  <a:pt x="44065" y="22050"/>
                </a:cubicBezTo>
              </a:path>
            </a:pathLst>
          </a:custGeom>
          <a:noFill/>
          <a:ln w="19050" cap="rnd" cmpd="sng">
            <a:solidFill>
              <a:schemeClr val="dk1"/>
            </a:solidFill>
            <a:prstDash val="solid"/>
            <a:miter lim="33357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4" name="Google Shape;2072;p59">
            <a:extLst>
              <a:ext uri="{FF2B5EF4-FFF2-40B4-BE49-F238E27FC236}">
                <a16:creationId xmlns:a16="http://schemas.microsoft.com/office/drawing/2014/main" id="{7CC1B611-F201-4FD5-8A44-7D03E9890E6C}"/>
              </a:ext>
            </a:extLst>
          </p:cNvPr>
          <p:cNvSpPr/>
          <p:nvPr/>
        </p:nvSpPr>
        <p:spPr>
          <a:xfrm rot="10800000">
            <a:off x="539292" y="1788428"/>
            <a:ext cx="1909049" cy="953666"/>
          </a:xfrm>
          <a:custGeom>
            <a:avLst/>
            <a:gdLst/>
            <a:ahLst/>
            <a:cxnLst/>
            <a:rect l="l" t="t" r="r" b="b"/>
            <a:pathLst>
              <a:path w="44066" h="22017" fill="none" extrusionOk="0">
                <a:moveTo>
                  <a:pt x="44066" y="1"/>
                </a:moveTo>
                <a:cubicBezTo>
                  <a:pt x="44066" y="12176"/>
                  <a:pt x="34192" y="22016"/>
                  <a:pt x="22017" y="22016"/>
                </a:cubicBezTo>
                <a:cubicBezTo>
                  <a:pt x="9875" y="22016"/>
                  <a:pt x="1" y="12176"/>
                  <a:pt x="1" y="1"/>
                </a:cubicBezTo>
              </a:path>
            </a:pathLst>
          </a:custGeom>
          <a:noFill/>
          <a:ln w="19050" cap="rnd" cmpd="sng">
            <a:solidFill>
              <a:schemeClr val="dk1"/>
            </a:solidFill>
            <a:prstDash val="solid"/>
            <a:miter lim="33357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5" name="Google Shape;2073;p59">
            <a:extLst>
              <a:ext uri="{FF2B5EF4-FFF2-40B4-BE49-F238E27FC236}">
                <a16:creationId xmlns:a16="http://schemas.microsoft.com/office/drawing/2014/main" id="{231BB18A-B47C-40EF-BA66-B56981773B55}"/>
              </a:ext>
            </a:extLst>
          </p:cNvPr>
          <p:cNvSpPr/>
          <p:nvPr/>
        </p:nvSpPr>
        <p:spPr>
          <a:xfrm rot="10800000">
            <a:off x="6186724" y="2636553"/>
            <a:ext cx="159037" cy="159009"/>
          </a:xfrm>
          <a:custGeom>
            <a:avLst/>
            <a:gdLst/>
            <a:ahLst/>
            <a:cxnLst/>
            <a:rect l="l" t="t" r="r" b="b"/>
            <a:pathLst>
              <a:path w="3671" h="3671" extrusionOk="0">
                <a:moveTo>
                  <a:pt x="1835" y="1"/>
                </a:moveTo>
                <a:cubicBezTo>
                  <a:pt x="835" y="1"/>
                  <a:pt x="1" y="835"/>
                  <a:pt x="1" y="1836"/>
                </a:cubicBezTo>
                <a:cubicBezTo>
                  <a:pt x="1" y="2870"/>
                  <a:pt x="835" y="3670"/>
                  <a:pt x="1835" y="3670"/>
                </a:cubicBezTo>
                <a:cubicBezTo>
                  <a:pt x="2869" y="3670"/>
                  <a:pt x="3670" y="2870"/>
                  <a:pt x="3670" y="1836"/>
                </a:cubicBezTo>
                <a:cubicBezTo>
                  <a:pt x="3670" y="835"/>
                  <a:pt x="2836" y="1"/>
                  <a:pt x="183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6" name="Google Shape;2074;p59">
            <a:extLst>
              <a:ext uri="{FF2B5EF4-FFF2-40B4-BE49-F238E27FC236}">
                <a16:creationId xmlns:a16="http://schemas.microsoft.com/office/drawing/2014/main" id="{8CC47715-C235-44F8-80D9-2A1A6C57E6CE}"/>
              </a:ext>
            </a:extLst>
          </p:cNvPr>
          <p:cNvSpPr/>
          <p:nvPr/>
        </p:nvSpPr>
        <p:spPr>
          <a:xfrm rot="10800000">
            <a:off x="4277796" y="2636553"/>
            <a:ext cx="158994" cy="159009"/>
          </a:xfrm>
          <a:custGeom>
            <a:avLst/>
            <a:gdLst/>
            <a:ahLst/>
            <a:cxnLst/>
            <a:rect l="l" t="t" r="r" b="b"/>
            <a:pathLst>
              <a:path w="3670" h="3671" extrusionOk="0">
                <a:moveTo>
                  <a:pt x="1835" y="1"/>
                </a:moveTo>
                <a:cubicBezTo>
                  <a:pt x="834" y="1"/>
                  <a:pt x="1" y="835"/>
                  <a:pt x="1" y="1836"/>
                </a:cubicBezTo>
                <a:cubicBezTo>
                  <a:pt x="1" y="2870"/>
                  <a:pt x="834" y="3670"/>
                  <a:pt x="1835" y="3670"/>
                </a:cubicBezTo>
                <a:cubicBezTo>
                  <a:pt x="2836" y="3670"/>
                  <a:pt x="3670" y="2870"/>
                  <a:pt x="3670" y="1836"/>
                </a:cubicBezTo>
                <a:cubicBezTo>
                  <a:pt x="3670" y="835"/>
                  <a:pt x="2869" y="1"/>
                  <a:pt x="183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7" name="Google Shape;2075;p59">
            <a:extLst>
              <a:ext uri="{FF2B5EF4-FFF2-40B4-BE49-F238E27FC236}">
                <a16:creationId xmlns:a16="http://schemas.microsoft.com/office/drawing/2014/main" id="{6C3D2F1D-594D-4255-B8E2-401E00EF7421}"/>
              </a:ext>
            </a:extLst>
          </p:cNvPr>
          <p:cNvSpPr/>
          <p:nvPr/>
        </p:nvSpPr>
        <p:spPr>
          <a:xfrm rot="10800000">
            <a:off x="2368826" y="2636553"/>
            <a:ext cx="158994" cy="159009"/>
          </a:xfrm>
          <a:custGeom>
            <a:avLst/>
            <a:gdLst/>
            <a:ahLst/>
            <a:cxnLst/>
            <a:rect l="l" t="t" r="r" b="b"/>
            <a:pathLst>
              <a:path w="3670" h="3671" extrusionOk="0">
                <a:moveTo>
                  <a:pt x="1835" y="1"/>
                </a:moveTo>
                <a:cubicBezTo>
                  <a:pt x="834" y="1"/>
                  <a:pt x="0" y="835"/>
                  <a:pt x="0" y="1836"/>
                </a:cubicBezTo>
                <a:cubicBezTo>
                  <a:pt x="0" y="2870"/>
                  <a:pt x="834" y="3670"/>
                  <a:pt x="1835" y="3670"/>
                </a:cubicBezTo>
                <a:cubicBezTo>
                  <a:pt x="2836" y="3670"/>
                  <a:pt x="3670" y="2870"/>
                  <a:pt x="3670" y="1836"/>
                </a:cubicBezTo>
                <a:cubicBezTo>
                  <a:pt x="3670" y="835"/>
                  <a:pt x="2836" y="1"/>
                  <a:pt x="183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8" name="Google Shape;2076;p59">
            <a:extLst>
              <a:ext uri="{FF2B5EF4-FFF2-40B4-BE49-F238E27FC236}">
                <a16:creationId xmlns:a16="http://schemas.microsoft.com/office/drawing/2014/main" id="{39A4663A-04A3-43C5-A9AC-5974FA276BF8}"/>
              </a:ext>
            </a:extLst>
          </p:cNvPr>
          <p:cNvSpPr txBox="1"/>
          <p:nvPr/>
        </p:nvSpPr>
        <p:spPr>
          <a:xfrm>
            <a:off x="4356570" y="3126384"/>
            <a:ext cx="1920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dirty="0">
              <a:solidFill>
                <a:schemeClr val="dk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39" name="Google Shape;2077;p59">
            <a:extLst>
              <a:ext uri="{FF2B5EF4-FFF2-40B4-BE49-F238E27FC236}">
                <a16:creationId xmlns:a16="http://schemas.microsoft.com/office/drawing/2014/main" id="{70A7AD67-FDEC-4381-ABF3-CADB835E9BCC}"/>
              </a:ext>
            </a:extLst>
          </p:cNvPr>
          <p:cNvSpPr txBox="1"/>
          <p:nvPr/>
        </p:nvSpPr>
        <p:spPr>
          <a:xfrm>
            <a:off x="6268021" y="1866877"/>
            <a:ext cx="1920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dirty="0">
              <a:solidFill>
                <a:schemeClr val="dk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grpSp>
        <p:nvGrpSpPr>
          <p:cNvPr id="140" name="Google Shape;2677;p64">
            <a:extLst>
              <a:ext uri="{FF2B5EF4-FFF2-40B4-BE49-F238E27FC236}">
                <a16:creationId xmlns:a16="http://schemas.microsoft.com/office/drawing/2014/main" id="{7D156FDD-DCEE-4BB2-A11C-5FA1715CD15D}"/>
              </a:ext>
            </a:extLst>
          </p:cNvPr>
          <p:cNvGrpSpPr/>
          <p:nvPr/>
        </p:nvGrpSpPr>
        <p:grpSpPr>
          <a:xfrm>
            <a:off x="1251464" y="2343804"/>
            <a:ext cx="536704" cy="455892"/>
            <a:chOff x="6740765" y="3190516"/>
            <a:chExt cx="602023" cy="511377"/>
          </a:xfrm>
        </p:grpSpPr>
        <p:sp>
          <p:nvSpPr>
            <p:cNvPr id="141" name="Google Shape;2678;p64">
              <a:extLst>
                <a:ext uri="{FF2B5EF4-FFF2-40B4-BE49-F238E27FC236}">
                  <a16:creationId xmlns:a16="http://schemas.microsoft.com/office/drawing/2014/main" id="{AE401784-5E37-4A4B-B120-703167FDB463}"/>
                </a:ext>
              </a:extLst>
            </p:cNvPr>
            <p:cNvSpPr/>
            <p:nvPr/>
          </p:nvSpPr>
          <p:spPr>
            <a:xfrm>
              <a:off x="6740765" y="3190516"/>
              <a:ext cx="602023" cy="511377"/>
            </a:xfrm>
            <a:custGeom>
              <a:avLst/>
              <a:gdLst/>
              <a:ahLst/>
              <a:cxnLst/>
              <a:rect l="l" t="t" r="r" b="b"/>
              <a:pathLst>
                <a:path w="18151" h="15418" extrusionOk="0">
                  <a:moveTo>
                    <a:pt x="12243" y="1535"/>
                  </a:moveTo>
                  <a:cubicBezTo>
                    <a:pt x="12235" y="1603"/>
                    <a:pt x="12230" y="1673"/>
                    <a:pt x="12230" y="1744"/>
                  </a:cubicBezTo>
                  <a:cubicBezTo>
                    <a:pt x="12230" y="1815"/>
                    <a:pt x="12235" y="1886"/>
                    <a:pt x="12243" y="1954"/>
                  </a:cubicBezTo>
                  <a:lnTo>
                    <a:pt x="11500" y="1954"/>
                  </a:lnTo>
                  <a:lnTo>
                    <a:pt x="11500" y="1535"/>
                  </a:lnTo>
                  <a:close/>
                  <a:moveTo>
                    <a:pt x="9840" y="2159"/>
                  </a:moveTo>
                  <a:lnTo>
                    <a:pt x="9840" y="2338"/>
                  </a:lnTo>
                  <a:lnTo>
                    <a:pt x="8984" y="2338"/>
                  </a:lnTo>
                  <a:lnTo>
                    <a:pt x="8984" y="2159"/>
                  </a:lnTo>
                  <a:close/>
                  <a:moveTo>
                    <a:pt x="1732" y="531"/>
                  </a:moveTo>
                  <a:cubicBezTo>
                    <a:pt x="2393" y="531"/>
                    <a:pt x="2931" y="1076"/>
                    <a:pt x="2931" y="1744"/>
                  </a:cubicBezTo>
                  <a:cubicBezTo>
                    <a:pt x="2931" y="2412"/>
                    <a:pt x="2393" y="2957"/>
                    <a:pt x="1732" y="2957"/>
                  </a:cubicBezTo>
                  <a:cubicBezTo>
                    <a:pt x="1071" y="2957"/>
                    <a:pt x="533" y="2412"/>
                    <a:pt x="533" y="1744"/>
                  </a:cubicBezTo>
                  <a:cubicBezTo>
                    <a:pt x="533" y="1076"/>
                    <a:pt x="1071" y="531"/>
                    <a:pt x="1732" y="531"/>
                  </a:cubicBezTo>
                  <a:close/>
                  <a:moveTo>
                    <a:pt x="13962" y="532"/>
                  </a:moveTo>
                  <a:cubicBezTo>
                    <a:pt x="14622" y="532"/>
                    <a:pt x="15161" y="1076"/>
                    <a:pt x="15161" y="1744"/>
                  </a:cubicBezTo>
                  <a:cubicBezTo>
                    <a:pt x="15161" y="2412"/>
                    <a:pt x="14623" y="2957"/>
                    <a:pt x="13962" y="2957"/>
                  </a:cubicBezTo>
                  <a:cubicBezTo>
                    <a:pt x="13299" y="2957"/>
                    <a:pt x="12761" y="2412"/>
                    <a:pt x="12761" y="1744"/>
                  </a:cubicBezTo>
                  <a:cubicBezTo>
                    <a:pt x="12761" y="1076"/>
                    <a:pt x="13299" y="532"/>
                    <a:pt x="13962" y="532"/>
                  </a:cubicBezTo>
                  <a:close/>
                  <a:moveTo>
                    <a:pt x="14466" y="3412"/>
                  </a:moveTo>
                  <a:lnTo>
                    <a:pt x="14466" y="3980"/>
                  </a:lnTo>
                  <a:lnTo>
                    <a:pt x="13456" y="3980"/>
                  </a:lnTo>
                  <a:lnTo>
                    <a:pt x="13456" y="3412"/>
                  </a:lnTo>
                  <a:cubicBezTo>
                    <a:pt x="13616" y="3462"/>
                    <a:pt x="13785" y="3488"/>
                    <a:pt x="13961" y="3488"/>
                  </a:cubicBezTo>
                  <a:cubicBezTo>
                    <a:pt x="14136" y="3488"/>
                    <a:pt x="14307" y="3462"/>
                    <a:pt x="14466" y="3412"/>
                  </a:cubicBezTo>
                  <a:close/>
                  <a:moveTo>
                    <a:pt x="13650" y="4512"/>
                  </a:moveTo>
                  <a:lnTo>
                    <a:pt x="13659" y="4519"/>
                  </a:lnTo>
                  <a:lnTo>
                    <a:pt x="12600" y="5587"/>
                  </a:lnTo>
                  <a:lnTo>
                    <a:pt x="12413" y="5399"/>
                  </a:lnTo>
                  <a:lnTo>
                    <a:pt x="13293" y="4512"/>
                  </a:lnTo>
                  <a:close/>
                  <a:moveTo>
                    <a:pt x="14629" y="4512"/>
                  </a:moveTo>
                  <a:lnTo>
                    <a:pt x="15508" y="5399"/>
                  </a:lnTo>
                  <a:lnTo>
                    <a:pt x="15331" y="5578"/>
                  </a:lnTo>
                  <a:lnTo>
                    <a:pt x="15322" y="5587"/>
                  </a:lnTo>
                  <a:lnTo>
                    <a:pt x="14263" y="4519"/>
                  </a:lnTo>
                  <a:lnTo>
                    <a:pt x="14272" y="4512"/>
                  </a:lnTo>
                  <a:close/>
                  <a:moveTo>
                    <a:pt x="2787" y="3125"/>
                  </a:moveTo>
                  <a:lnTo>
                    <a:pt x="4835" y="5513"/>
                  </a:lnTo>
                  <a:cubicBezTo>
                    <a:pt x="4797" y="5511"/>
                    <a:pt x="4758" y="5510"/>
                    <a:pt x="4720" y="5510"/>
                  </a:cubicBezTo>
                  <a:cubicBezTo>
                    <a:pt x="4043" y="5510"/>
                    <a:pt x="3437" y="5822"/>
                    <a:pt x="3037" y="6311"/>
                  </a:cubicBezTo>
                  <a:lnTo>
                    <a:pt x="1907" y="3479"/>
                  </a:lnTo>
                  <a:cubicBezTo>
                    <a:pt x="2236" y="3446"/>
                    <a:pt x="2538" y="3319"/>
                    <a:pt x="2787" y="3125"/>
                  </a:cubicBezTo>
                  <a:close/>
                  <a:moveTo>
                    <a:pt x="13961" y="4969"/>
                  </a:moveTo>
                  <a:lnTo>
                    <a:pt x="14947" y="5965"/>
                  </a:lnTo>
                  <a:lnTo>
                    <a:pt x="14429" y="6489"/>
                  </a:lnTo>
                  <a:lnTo>
                    <a:pt x="14163" y="6334"/>
                  </a:lnTo>
                  <a:cubicBezTo>
                    <a:pt x="14097" y="6297"/>
                    <a:pt x="14020" y="6276"/>
                    <a:pt x="13938" y="6276"/>
                  </a:cubicBezTo>
                  <a:cubicBezTo>
                    <a:pt x="13856" y="6276"/>
                    <a:pt x="13778" y="6297"/>
                    <a:pt x="13712" y="6334"/>
                  </a:cubicBezTo>
                  <a:lnTo>
                    <a:pt x="13476" y="6471"/>
                  </a:lnTo>
                  <a:lnTo>
                    <a:pt x="12974" y="5965"/>
                  </a:lnTo>
                  <a:lnTo>
                    <a:pt x="13961" y="4969"/>
                  </a:lnTo>
                  <a:close/>
                  <a:moveTo>
                    <a:pt x="13938" y="6818"/>
                  </a:moveTo>
                  <a:lnTo>
                    <a:pt x="14701" y="7260"/>
                  </a:lnTo>
                  <a:lnTo>
                    <a:pt x="14701" y="8144"/>
                  </a:lnTo>
                  <a:lnTo>
                    <a:pt x="13938" y="8585"/>
                  </a:lnTo>
                  <a:lnTo>
                    <a:pt x="13174" y="8144"/>
                  </a:lnTo>
                  <a:lnTo>
                    <a:pt x="13174" y="7260"/>
                  </a:lnTo>
                  <a:lnTo>
                    <a:pt x="13938" y="6818"/>
                  </a:lnTo>
                  <a:close/>
                  <a:moveTo>
                    <a:pt x="4720" y="6042"/>
                  </a:moveTo>
                  <a:cubicBezTo>
                    <a:pt x="5630" y="6042"/>
                    <a:pt x="6370" y="6789"/>
                    <a:pt x="6370" y="7708"/>
                  </a:cubicBezTo>
                  <a:cubicBezTo>
                    <a:pt x="6370" y="8627"/>
                    <a:pt x="5630" y="9376"/>
                    <a:pt x="4720" y="9376"/>
                  </a:cubicBezTo>
                  <a:cubicBezTo>
                    <a:pt x="3810" y="9376"/>
                    <a:pt x="3070" y="8627"/>
                    <a:pt x="3070" y="7708"/>
                  </a:cubicBezTo>
                  <a:cubicBezTo>
                    <a:pt x="3070" y="6789"/>
                    <a:pt x="3810" y="6042"/>
                    <a:pt x="4720" y="6042"/>
                  </a:cubicBezTo>
                  <a:close/>
                  <a:moveTo>
                    <a:pt x="7575" y="12751"/>
                  </a:moveTo>
                  <a:cubicBezTo>
                    <a:pt x="7622" y="12751"/>
                    <a:pt x="7664" y="12792"/>
                    <a:pt x="7664" y="12840"/>
                  </a:cubicBezTo>
                  <a:lnTo>
                    <a:pt x="7664" y="13477"/>
                  </a:lnTo>
                  <a:lnTo>
                    <a:pt x="2207" y="13477"/>
                  </a:lnTo>
                  <a:lnTo>
                    <a:pt x="2207" y="12840"/>
                  </a:lnTo>
                  <a:cubicBezTo>
                    <a:pt x="2207" y="12792"/>
                    <a:pt x="2248" y="12751"/>
                    <a:pt x="2297" y="12751"/>
                  </a:cubicBezTo>
                  <a:close/>
                  <a:moveTo>
                    <a:pt x="9133" y="14008"/>
                  </a:moveTo>
                  <a:cubicBezTo>
                    <a:pt x="9187" y="14008"/>
                    <a:pt x="9232" y="14055"/>
                    <a:pt x="9232" y="14108"/>
                  </a:cubicBezTo>
                  <a:lnTo>
                    <a:pt x="9232" y="14885"/>
                  </a:lnTo>
                  <a:lnTo>
                    <a:pt x="1255" y="14885"/>
                  </a:lnTo>
                  <a:lnTo>
                    <a:pt x="1255" y="14108"/>
                  </a:lnTo>
                  <a:cubicBezTo>
                    <a:pt x="1255" y="14055"/>
                    <a:pt x="1301" y="14008"/>
                    <a:pt x="1354" y="14008"/>
                  </a:cubicBezTo>
                  <a:close/>
                  <a:moveTo>
                    <a:pt x="1732" y="1"/>
                  </a:moveTo>
                  <a:cubicBezTo>
                    <a:pt x="777" y="1"/>
                    <a:pt x="1" y="783"/>
                    <a:pt x="1" y="1744"/>
                  </a:cubicBezTo>
                  <a:cubicBezTo>
                    <a:pt x="1" y="2562"/>
                    <a:pt x="563" y="3250"/>
                    <a:pt x="1317" y="3437"/>
                  </a:cubicBezTo>
                  <a:lnTo>
                    <a:pt x="2695" y="6890"/>
                  </a:lnTo>
                  <a:cubicBezTo>
                    <a:pt x="2595" y="7143"/>
                    <a:pt x="2538" y="7419"/>
                    <a:pt x="2538" y="7708"/>
                  </a:cubicBezTo>
                  <a:cubicBezTo>
                    <a:pt x="2538" y="8274"/>
                    <a:pt x="2751" y="8790"/>
                    <a:pt x="3100" y="9180"/>
                  </a:cubicBezTo>
                  <a:lnTo>
                    <a:pt x="2412" y="12220"/>
                  </a:lnTo>
                  <a:lnTo>
                    <a:pt x="2297" y="12220"/>
                  </a:lnTo>
                  <a:cubicBezTo>
                    <a:pt x="1955" y="12220"/>
                    <a:pt x="1677" y="12498"/>
                    <a:pt x="1677" y="12840"/>
                  </a:cubicBezTo>
                  <a:lnTo>
                    <a:pt x="1677" y="13477"/>
                  </a:lnTo>
                  <a:lnTo>
                    <a:pt x="1355" y="13477"/>
                  </a:lnTo>
                  <a:cubicBezTo>
                    <a:pt x="1007" y="13477"/>
                    <a:pt x="724" y="13760"/>
                    <a:pt x="724" y="14108"/>
                  </a:cubicBezTo>
                  <a:lnTo>
                    <a:pt x="724" y="14885"/>
                  </a:lnTo>
                  <a:lnTo>
                    <a:pt x="471" y="14885"/>
                  </a:lnTo>
                  <a:cubicBezTo>
                    <a:pt x="324" y="14885"/>
                    <a:pt x="205" y="15004"/>
                    <a:pt x="205" y="15151"/>
                  </a:cubicBezTo>
                  <a:cubicBezTo>
                    <a:pt x="205" y="15298"/>
                    <a:pt x="324" y="15417"/>
                    <a:pt x="471" y="15417"/>
                  </a:cubicBezTo>
                  <a:lnTo>
                    <a:pt x="17885" y="15417"/>
                  </a:lnTo>
                  <a:cubicBezTo>
                    <a:pt x="18032" y="15417"/>
                    <a:pt x="18151" y="15298"/>
                    <a:pt x="18151" y="15151"/>
                  </a:cubicBezTo>
                  <a:cubicBezTo>
                    <a:pt x="18151" y="15004"/>
                    <a:pt x="18032" y="14885"/>
                    <a:pt x="17885" y="14885"/>
                  </a:cubicBezTo>
                  <a:lnTo>
                    <a:pt x="17795" y="14885"/>
                  </a:lnTo>
                  <a:lnTo>
                    <a:pt x="17795" y="10878"/>
                  </a:lnTo>
                  <a:cubicBezTo>
                    <a:pt x="17795" y="10609"/>
                    <a:pt x="17577" y="10390"/>
                    <a:pt x="17309" y="10390"/>
                  </a:cubicBezTo>
                  <a:lnTo>
                    <a:pt x="16165" y="10390"/>
                  </a:lnTo>
                  <a:cubicBezTo>
                    <a:pt x="16018" y="10390"/>
                    <a:pt x="15899" y="10509"/>
                    <a:pt x="15899" y="10656"/>
                  </a:cubicBezTo>
                  <a:cubicBezTo>
                    <a:pt x="15899" y="10803"/>
                    <a:pt x="16018" y="10922"/>
                    <a:pt x="16165" y="10922"/>
                  </a:cubicBezTo>
                  <a:lnTo>
                    <a:pt x="17264" y="10922"/>
                  </a:lnTo>
                  <a:lnTo>
                    <a:pt x="17264" y="14885"/>
                  </a:lnTo>
                  <a:lnTo>
                    <a:pt x="10527" y="14885"/>
                  </a:lnTo>
                  <a:lnTo>
                    <a:pt x="10527" y="10922"/>
                  </a:lnTo>
                  <a:lnTo>
                    <a:pt x="14641" y="10922"/>
                  </a:lnTo>
                  <a:cubicBezTo>
                    <a:pt x="14788" y="10922"/>
                    <a:pt x="14906" y="10803"/>
                    <a:pt x="14906" y="10656"/>
                  </a:cubicBezTo>
                  <a:cubicBezTo>
                    <a:pt x="14906" y="10509"/>
                    <a:pt x="14788" y="10390"/>
                    <a:pt x="14641" y="10390"/>
                  </a:cubicBezTo>
                  <a:lnTo>
                    <a:pt x="10482" y="10390"/>
                  </a:lnTo>
                  <a:cubicBezTo>
                    <a:pt x="10214" y="10390"/>
                    <a:pt x="9995" y="10609"/>
                    <a:pt x="9995" y="10878"/>
                  </a:cubicBezTo>
                  <a:lnTo>
                    <a:pt x="9995" y="14885"/>
                  </a:lnTo>
                  <a:lnTo>
                    <a:pt x="9764" y="14885"/>
                  </a:lnTo>
                  <a:lnTo>
                    <a:pt x="9764" y="14108"/>
                  </a:lnTo>
                  <a:cubicBezTo>
                    <a:pt x="9764" y="13760"/>
                    <a:pt x="9482" y="13477"/>
                    <a:pt x="9133" y="13477"/>
                  </a:cubicBezTo>
                  <a:lnTo>
                    <a:pt x="8195" y="13477"/>
                  </a:lnTo>
                  <a:lnTo>
                    <a:pt x="8195" y="12840"/>
                  </a:lnTo>
                  <a:cubicBezTo>
                    <a:pt x="8195" y="12497"/>
                    <a:pt x="7917" y="12220"/>
                    <a:pt x="7574" y="12220"/>
                  </a:cubicBezTo>
                  <a:lnTo>
                    <a:pt x="7405" y="12220"/>
                  </a:lnTo>
                  <a:lnTo>
                    <a:pt x="7173" y="11195"/>
                  </a:lnTo>
                  <a:cubicBezTo>
                    <a:pt x="7145" y="11071"/>
                    <a:pt x="7035" y="10987"/>
                    <a:pt x="6913" y="10987"/>
                  </a:cubicBezTo>
                  <a:cubicBezTo>
                    <a:pt x="6894" y="10987"/>
                    <a:pt x="6874" y="10990"/>
                    <a:pt x="6854" y="10994"/>
                  </a:cubicBezTo>
                  <a:cubicBezTo>
                    <a:pt x="6712" y="11027"/>
                    <a:pt x="6622" y="11169"/>
                    <a:pt x="6654" y="11312"/>
                  </a:cubicBezTo>
                  <a:lnTo>
                    <a:pt x="6860" y="12219"/>
                  </a:lnTo>
                  <a:lnTo>
                    <a:pt x="2957" y="12219"/>
                  </a:lnTo>
                  <a:lnTo>
                    <a:pt x="3558" y="9568"/>
                  </a:lnTo>
                  <a:cubicBezTo>
                    <a:pt x="3894" y="9782"/>
                    <a:pt x="4293" y="9908"/>
                    <a:pt x="4720" y="9908"/>
                  </a:cubicBezTo>
                  <a:cubicBezTo>
                    <a:pt x="5292" y="9908"/>
                    <a:pt x="5813" y="9684"/>
                    <a:pt x="6204" y="9319"/>
                  </a:cubicBezTo>
                  <a:lnTo>
                    <a:pt x="6381" y="10107"/>
                  </a:lnTo>
                  <a:cubicBezTo>
                    <a:pt x="6409" y="10231"/>
                    <a:pt x="6520" y="10314"/>
                    <a:pt x="6641" y="10314"/>
                  </a:cubicBezTo>
                  <a:cubicBezTo>
                    <a:pt x="6660" y="10314"/>
                    <a:pt x="6680" y="10312"/>
                    <a:pt x="6699" y="10308"/>
                  </a:cubicBezTo>
                  <a:cubicBezTo>
                    <a:pt x="6843" y="10275"/>
                    <a:pt x="6932" y="10132"/>
                    <a:pt x="6900" y="9990"/>
                  </a:cubicBezTo>
                  <a:lnTo>
                    <a:pt x="6625" y="8777"/>
                  </a:lnTo>
                  <a:cubicBezTo>
                    <a:pt x="6801" y="8461"/>
                    <a:pt x="6902" y="8096"/>
                    <a:pt x="6902" y="7708"/>
                  </a:cubicBezTo>
                  <a:cubicBezTo>
                    <a:pt x="6902" y="6878"/>
                    <a:pt x="6441" y="6152"/>
                    <a:pt x="5764" y="5778"/>
                  </a:cubicBezTo>
                  <a:lnTo>
                    <a:pt x="3269" y="2870"/>
                  </a:lnTo>
                  <a:lnTo>
                    <a:pt x="11053" y="2870"/>
                  </a:lnTo>
                  <a:cubicBezTo>
                    <a:pt x="11278" y="2870"/>
                    <a:pt x="11465" y="2703"/>
                    <a:pt x="11495" y="2486"/>
                  </a:cubicBezTo>
                  <a:lnTo>
                    <a:pt x="12395" y="2486"/>
                  </a:lnTo>
                  <a:cubicBezTo>
                    <a:pt x="12516" y="2745"/>
                    <a:pt x="12699" y="2970"/>
                    <a:pt x="12925" y="3140"/>
                  </a:cubicBezTo>
                  <a:lnTo>
                    <a:pt x="12925" y="4129"/>
                  </a:lnTo>
                  <a:lnTo>
                    <a:pt x="11851" y="5212"/>
                  </a:lnTo>
                  <a:cubicBezTo>
                    <a:pt x="11748" y="5316"/>
                    <a:pt x="11748" y="5482"/>
                    <a:pt x="11851" y="5586"/>
                  </a:cubicBezTo>
                  <a:lnTo>
                    <a:pt x="13001" y="6746"/>
                  </a:lnTo>
                  <a:lnTo>
                    <a:pt x="12867" y="6822"/>
                  </a:lnTo>
                  <a:cubicBezTo>
                    <a:pt x="12736" y="6899"/>
                    <a:pt x="12643" y="7059"/>
                    <a:pt x="12643" y="7212"/>
                  </a:cubicBezTo>
                  <a:lnTo>
                    <a:pt x="12643" y="8191"/>
                  </a:lnTo>
                  <a:cubicBezTo>
                    <a:pt x="12643" y="8344"/>
                    <a:pt x="12736" y="8504"/>
                    <a:pt x="12867" y="8580"/>
                  </a:cubicBezTo>
                  <a:lnTo>
                    <a:pt x="13712" y="9069"/>
                  </a:lnTo>
                  <a:cubicBezTo>
                    <a:pt x="13778" y="9107"/>
                    <a:pt x="13856" y="9127"/>
                    <a:pt x="13938" y="9127"/>
                  </a:cubicBezTo>
                  <a:cubicBezTo>
                    <a:pt x="14020" y="9127"/>
                    <a:pt x="14097" y="9107"/>
                    <a:pt x="14163" y="9069"/>
                  </a:cubicBezTo>
                  <a:lnTo>
                    <a:pt x="15008" y="8580"/>
                  </a:lnTo>
                  <a:cubicBezTo>
                    <a:pt x="15140" y="8504"/>
                    <a:pt x="15233" y="8344"/>
                    <a:pt x="15233" y="8191"/>
                  </a:cubicBezTo>
                  <a:lnTo>
                    <a:pt x="15233" y="7212"/>
                  </a:lnTo>
                  <a:cubicBezTo>
                    <a:pt x="15233" y="7059"/>
                    <a:pt x="15140" y="6899"/>
                    <a:pt x="15008" y="6823"/>
                  </a:cubicBezTo>
                  <a:lnTo>
                    <a:pt x="14905" y="6764"/>
                  </a:lnTo>
                  <a:lnTo>
                    <a:pt x="16072" y="5586"/>
                  </a:lnTo>
                  <a:cubicBezTo>
                    <a:pt x="16174" y="5483"/>
                    <a:pt x="16174" y="5316"/>
                    <a:pt x="16072" y="5212"/>
                  </a:cubicBezTo>
                  <a:lnTo>
                    <a:pt x="14998" y="4129"/>
                  </a:lnTo>
                  <a:lnTo>
                    <a:pt x="14998" y="3140"/>
                  </a:lnTo>
                  <a:cubicBezTo>
                    <a:pt x="15420" y="2822"/>
                    <a:pt x="15693" y="2315"/>
                    <a:pt x="15693" y="1744"/>
                  </a:cubicBezTo>
                  <a:cubicBezTo>
                    <a:pt x="15693" y="783"/>
                    <a:pt x="14915" y="1"/>
                    <a:pt x="13962" y="1"/>
                  </a:cubicBezTo>
                  <a:cubicBezTo>
                    <a:pt x="13270" y="1"/>
                    <a:pt x="12672" y="411"/>
                    <a:pt x="12395" y="1003"/>
                  </a:cubicBezTo>
                  <a:lnTo>
                    <a:pt x="11495" y="1003"/>
                  </a:lnTo>
                  <a:cubicBezTo>
                    <a:pt x="11465" y="785"/>
                    <a:pt x="11278" y="618"/>
                    <a:pt x="11053" y="618"/>
                  </a:cubicBezTo>
                  <a:lnTo>
                    <a:pt x="6027" y="618"/>
                  </a:lnTo>
                  <a:cubicBezTo>
                    <a:pt x="5880" y="618"/>
                    <a:pt x="5761" y="737"/>
                    <a:pt x="5761" y="884"/>
                  </a:cubicBezTo>
                  <a:cubicBezTo>
                    <a:pt x="5761" y="1031"/>
                    <a:pt x="5880" y="1149"/>
                    <a:pt x="6027" y="1149"/>
                  </a:cubicBezTo>
                  <a:lnTo>
                    <a:pt x="10970" y="1149"/>
                  </a:lnTo>
                  <a:lnTo>
                    <a:pt x="10970" y="2338"/>
                  </a:lnTo>
                  <a:lnTo>
                    <a:pt x="10372" y="2338"/>
                  </a:lnTo>
                  <a:lnTo>
                    <a:pt x="10372" y="2003"/>
                  </a:lnTo>
                  <a:cubicBezTo>
                    <a:pt x="10372" y="1796"/>
                    <a:pt x="10204" y="1628"/>
                    <a:pt x="9997" y="1628"/>
                  </a:cubicBezTo>
                  <a:lnTo>
                    <a:pt x="8828" y="1628"/>
                  </a:lnTo>
                  <a:cubicBezTo>
                    <a:pt x="8620" y="1628"/>
                    <a:pt x="8452" y="1796"/>
                    <a:pt x="8452" y="2003"/>
                  </a:cubicBezTo>
                  <a:lnTo>
                    <a:pt x="8452" y="2338"/>
                  </a:lnTo>
                  <a:lnTo>
                    <a:pt x="3359" y="2338"/>
                  </a:lnTo>
                  <a:cubicBezTo>
                    <a:pt x="3426" y="2153"/>
                    <a:pt x="3463" y="1952"/>
                    <a:pt x="3463" y="1744"/>
                  </a:cubicBezTo>
                  <a:cubicBezTo>
                    <a:pt x="3463" y="1536"/>
                    <a:pt x="3426" y="1335"/>
                    <a:pt x="3359" y="1149"/>
                  </a:cubicBezTo>
                  <a:lnTo>
                    <a:pt x="4538" y="1149"/>
                  </a:lnTo>
                  <a:cubicBezTo>
                    <a:pt x="4685" y="1149"/>
                    <a:pt x="4804" y="1031"/>
                    <a:pt x="4804" y="884"/>
                  </a:cubicBezTo>
                  <a:cubicBezTo>
                    <a:pt x="4804" y="737"/>
                    <a:pt x="4685" y="618"/>
                    <a:pt x="4538" y="618"/>
                  </a:cubicBezTo>
                  <a:lnTo>
                    <a:pt x="3052" y="618"/>
                  </a:lnTo>
                  <a:cubicBezTo>
                    <a:pt x="2734" y="241"/>
                    <a:pt x="2261" y="1"/>
                    <a:pt x="17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2" name="Google Shape;2679;p64">
              <a:extLst>
                <a:ext uri="{FF2B5EF4-FFF2-40B4-BE49-F238E27FC236}">
                  <a16:creationId xmlns:a16="http://schemas.microsoft.com/office/drawing/2014/main" id="{88EBA5A4-0835-491D-ABBF-56D98AD3D792}"/>
                </a:ext>
              </a:extLst>
            </p:cNvPr>
            <p:cNvSpPr/>
            <p:nvPr/>
          </p:nvSpPr>
          <p:spPr>
            <a:xfrm>
              <a:off x="6858145" y="3406768"/>
              <a:ext cx="78308" cy="78872"/>
            </a:xfrm>
            <a:custGeom>
              <a:avLst/>
              <a:gdLst/>
              <a:ahLst/>
              <a:cxnLst/>
              <a:rect l="l" t="t" r="r" b="b"/>
              <a:pathLst>
                <a:path w="2361" h="2378" extrusionOk="0">
                  <a:moveTo>
                    <a:pt x="1181" y="531"/>
                  </a:moveTo>
                  <a:cubicBezTo>
                    <a:pt x="1538" y="531"/>
                    <a:pt x="1830" y="826"/>
                    <a:pt x="1830" y="1188"/>
                  </a:cubicBezTo>
                  <a:cubicBezTo>
                    <a:pt x="1830" y="1551"/>
                    <a:pt x="1538" y="1845"/>
                    <a:pt x="1181" y="1845"/>
                  </a:cubicBezTo>
                  <a:cubicBezTo>
                    <a:pt x="823" y="1845"/>
                    <a:pt x="532" y="1551"/>
                    <a:pt x="532" y="1188"/>
                  </a:cubicBezTo>
                  <a:cubicBezTo>
                    <a:pt x="532" y="826"/>
                    <a:pt x="823" y="531"/>
                    <a:pt x="1181" y="531"/>
                  </a:cubicBezTo>
                  <a:close/>
                  <a:moveTo>
                    <a:pt x="1181" y="0"/>
                  </a:moveTo>
                  <a:cubicBezTo>
                    <a:pt x="530" y="0"/>
                    <a:pt x="0" y="533"/>
                    <a:pt x="0" y="1188"/>
                  </a:cubicBezTo>
                  <a:cubicBezTo>
                    <a:pt x="0" y="1844"/>
                    <a:pt x="530" y="2377"/>
                    <a:pt x="1181" y="2377"/>
                  </a:cubicBezTo>
                  <a:cubicBezTo>
                    <a:pt x="1832" y="2377"/>
                    <a:pt x="2361" y="1843"/>
                    <a:pt x="2361" y="1188"/>
                  </a:cubicBezTo>
                  <a:cubicBezTo>
                    <a:pt x="2361" y="533"/>
                    <a:pt x="1832" y="0"/>
                    <a:pt x="11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3" name="Google Shape;2680;p64">
              <a:extLst>
                <a:ext uri="{FF2B5EF4-FFF2-40B4-BE49-F238E27FC236}">
                  <a16:creationId xmlns:a16="http://schemas.microsoft.com/office/drawing/2014/main" id="{C192846B-B239-4D91-AAA3-3725DD944CB9}"/>
                </a:ext>
              </a:extLst>
            </p:cNvPr>
            <p:cNvSpPr/>
            <p:nvPr/>
          </p:nvSpPr>
          <p:spPr>
            <a:xfrm>
              <a:off x="6770151" y="3220135"/>
              <a:ext cx="56119" cy="56484"/>
            </a:xfrm>
            <a:custGeom>
              <a:avLst/>
              <a:gdLst/>
              <a:ahLst/>
              <a:cxnLst/>
              <a:rect l="l" t="t" r="r" b="b"/>
              <a:pathLst>
                <a:path w="1692" h="1703" extrusionOk="0">
                  <a:moveTo>
                    <a:pt x="846" y="533"/>
                  </a:moveTo>
                  <a:cubicBezTo>
                    <a:pt x="1019" y="533"/>
                    <a:pt x="1159" y="675"/>
                    <a:pt x="1159" y="851"/>
                  </a:cubicBezTo>
                  <a:cubicBezTo>
                    <a:pt x="1160" y="1028"/>
                    <a:pt x="1019" y="1170"/>
                    <a:pt x="846" y="1170"/>
                  </a:cubicBezTo>
                  <a:cubicBezTo>
                    <a:pt x="673" y="1170"/>
                    <a:pt x="532" y="1027"/>
                    <a:pt x="532" y="851"/>
                  </a:cubicBezTo>
                  <a:cubicBezTo>
                    <a:pt x="532" y="675"/>
                    <a:pt x="673" y="533"/>
                    <a:pt x="846" y="533"/>
                  </a:cubicBezTo>
                  <a:close/>
                  <a:moveTo>
                    <a:pt x="846" y="1"/>
                  </a:moveTo>
                  <a:cubicBezTo>
                    <a:pt x="380" y="1"/>
                    <a:pt x="0" y="382"/>
                    <a:pt x="0" y="851"/>
                  </a:cubicBezTo>
                  <a:cubicBezTo>
                    <a:pt x="0" y="1320"/>
                    <a:pt x="380" y="1702"/>
                    <a:pt x="846" y="1702"/>
                  </a:cubicBezTo>
                  <a:cubicBezTo>
                    <a:pt x="1312" y="1702"/>
                    <a:pt x="1691" y="1320"/>
                    <a:pt x="1691" y="851"/>
                  </a:cubicBezTo>
                  <a:cubicBezTo>
                    <a:pt x="1691" y="382"/>
                    <a:pt x="1312" y="1"/>
                    <a:pt x="8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4" name="Google Shape;2681;p64">
              <a:extLst>
                <a:ext uri="{FF2B5EF4-FFF2-40B4-BE49-F238E27FC236}">
                  <a16:creationId xmlns:a16="http://schemas.microsoft.com/office/drawing/2014/main" id="{0C3DFDE4-B4F6-4533-8BD5-B40A72FA3EE5}"/>
                </a:ext>
              </a:extLst>
            </p:cNvPr>
            <p:cNvSpPr/>
            <p:nvPr/>
          </p:nvSpPr>
          <p:spPr>
            <a:xfrm>
              <a:off x="7175757" y="3220135"/>
              <a:ext cx="56119" cy="56484"/>
            </a:xfrm>
            <a:custGeom>
              <a:avLst/>
              <a:gdLst/>
              <a:ahLst/>
              <a:cxnLst/>
              <a:rect l="l" t="t" r="r" b="b"/>
              <a:pathLst>
                <a:path w="1692" h="1703" extrusionOk="0">
                  <a:moveTo>
                    <a:pt x="847" y="533"/>
                  </a:moveTo>
                  <a:cubicBezTo>
                    <a:pt x="1019" y="533"/>
                    <a:pt x="1160" y="675"/>
                    <a:pt x="1160" y="851"/>
                  </a:cubicBezTo>
                  <a:cubicBezTo>
                    <a:pt x="1160" y="1028"/>
                    <a:pt x="1019" y="1170"/>
                    <a:pt x="847" y="1170"/>
                  </a:cubicBezTo>
                  <a:cubicBezTo>
                    <a:pt x="673" y="1170"/>
                    <a:pt x="532" y="1027"/>
                    <a:pt x="532" y="851"/>
                  </a:cubicBezTo>
                  <a:cubicBezTo>
                    <a:pt x="532" y="675"/>
                    <a:pt x="673" y="533"/>
                    <a:pt x="847" y="533"/>
                  </a:cubicBezTo>
                  <a:close/>
                  <a:moveTo>
                    <a:pt x="847" y="1"/>
                  </a:moveTo>
                  <a:cubicBezTo>
                    <a:pt x="379" y="1"/>
                    <a:pt x="1" y="382"/>
                    <a:pt x="1" y="851"/>
                  </a:cubicBezTo>
                  <a:cubicBezTo>
                    <a:pt x="1" y="1320"/>
                    <a:pt x="379" y="1702"/>
                    <a:pt x="847" y="1702"/>
                  </a:cubicBezTo>
                  <a:cubicBezTo>
                    <a:pt x="1313" y="1702"/>
                    <a:pt x="1692" y="1320"/>
                    <a:pt x="1692" y="851"/>
                  </a:cubicBezTo>
                  <a:cubicBezTo>
                    <a:pt x="1692" y="382"/>
                    <a:pt x="1312" y="1"/>
                    <a:pt x="8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5" name="Google Shape;2682;p64">
              <a:extLst>
                <a:ext uri="{FF2B5EF4-FFF2-40B4-BE49-F238E27FC236}">
                  <a16:creationId xmlns:a16="http://schemas.microsoft.com/office/drawing/2014/main" id="{A2A47FD9-F851-4F26-AA83-658A2D13085F}"/>
                </a:ext>
              </a:extLst>
            </p:cNvPr>
            <p:cNvSpPr/>
            <p:nvPr/>
          </p:nvSpPr>
          <p:spPr>
            <a:xfrm>
              <a:off x="7221760" y="3652042"/>
              <a:ext cx="17678" cy="17678"/>
            </a:xfrm>
            <a:custGeom>
              <a:avLst/>
              <a:gdLst/>
              <a:ahLst/>
              <a:cxnLst/>
              <a:rect l="l" t="t" r="r" b="b"/>
              <a:pathLst>
                <a:path w="533" h="533" extrusionOk="0">
                  <a:moveTo>
                    <a:pt x="267" y="1"/>
                  </a:moveTo>
                  <a:cubicBezTo>
                    <a:pt x="197" y="1"/>
                    <a:pt x="128" y="30"/>
                    <a:pt x="79" y="79"/>
                  </a:cubicBezTo>
                  <a:cubicBezTo>
                    <a:pt x="28" y="128"/>
                    <a:pt x="1" y="197"/>
                    <a:pt x="1" y="267"/>
                  </a:cubicBezTo>
                  <a:cubicBezTo>
                    <a:pt x="1" y="338"/>
                    <a:pt x="28" y="406"/>
                    <a:pt x="79" y="456"/>
                  </a:cubicBezTo>
                  <a:cubicBezTo>
                    <a:pt x="128" y="505"/>
                    <a:pt x="197" y="533"/>
                    <a:pt x="267" y="533"/>
                  </a:cubicBezTo>
                  <a:cubicBezTo>
                    <a:pt x="336" y="533"/>
                    <a:pt x="405" y="505"/>
                    <a:pt x="454" y="456"/>
                  </a:cubicBezTo>
                  <a:cubicBezTo>
                    <a:pt x="504" y="406"/>
                    <a:pt x="533" y="338"/>
                    <a:pt x="533" y="267"/>
                  </a:cubicBezTo>
                  <a:cubicBezTo>
                    <a:pt x="533" y="197"/>
                    <a:pt x="504" y="129"/>
                    <a:pt x="454" y="79"/>
                  </a:cubicBezTo>
                  <a:cubicBezTo>
                    <a:pt x="405" y="30"/>
                    <a:pt x="336" y="1"/>
                    <a:pt x="2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6" name="Google Shape;2683;p64">
              <a:extLst>
                <a:ext uri="{FF2B5EF4-FFF2-40B4-BE49-F238E27FC236}">
                  <a16:creationId xmlns:a16="http://schemas.microsoft.com/office/drawing/2014/main" id="{7036EBEF-BC2C-4C29-A93C-A1EE938A2DC7}"/>
                </a:ext>
              </a:extLst>
            </p:cNvPr>
            <p:cNvSpPr/>
            <p:nvPr/>
          </p:nvSpPr>
          <p:spPr>
            <a:xfrm>
              <a:off x="7250350" y="3652042"/>
              <a:ext cx="17645" cy="17678"/>
            </a:xfrm>
            <a:custGeom>
              <a:avLst/>
              <a:gdLst/>
              <a:ahLst/>
              <a:cxnLst/>
              <a:rect l="l" t="t" r="r" b="b"/>
              <a:pathLst>
                <a:path w="532" h="533" extrusionOk="0">
                  <a:moveTo>
                    <a:pt x="266" y="1"/>
                  </a:moveTo>
                  <a:cubicBezTo>
                    <a:pt x="196" y="1"/>
                    <a:pt x="127" y="30"/>
                    <a:pt x="78" y="79"/>
                  </a:cubicBezTo>
                  <a:cubicBezTo>
                    <a:pt x="28" y="129"/>
                    <a:pt x="0" y="197"/>
                    <a:pt x="0" y="267"/>
                  </a:cubicBezTo>
                  <a:cubicBezTo>
                    <a:pt x="0" y="338"/>
                    <a:pt x="28" y="406"/>
                    <a:pt x="78" y="456"/>
                  </a:cubicBezTo>
                  <a:cubicBezTo>
                    <a:pt x="127" y="505"/>
                    <a:pt x="196" y="533"/>
                    <a:pt x="266" y="533"/>
                  </a:cubicBezTo>
                  <a:cubicBezTo>
                    <a:pt x="336" y="533"/>
                    <a:pt x="404" y="505"/>
                    <a:pt x="454" y="456"/>
                  </a:cubicBezTo>
                  <a:cubicBezTo>
                    <a:pt x="503" y="406"/>
                    <a:pt x="532" y="338"/>
                    <a:pt x="532" y="267"/>
                  </a:cubicBezTo>
                  <a:cubicBezTo>
                    <a:pt x="532" y="197"/>
                    <a:pt x="503" y="129"/>
                    <a:pt x="454" y="79"/>
                  </a:cubicBezTo>
                  <a:cubicBezTo>
                    <a:pt x="405" y="30"/>
                    <a:pt x="336" y="1"/>
                    <a:pt x="2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7" name="Google Shape;2684;p64">
              <a:extLst>
                <a:ext uri="{FF2B5EF4-FFF2-40B4-BE49-F238E27FC236}">
                  <a16:creationId xmlns:a16="http://schemas.microsoft.com/office/drawing/2014/main" id="{EF130A80-8980-49BE-9843-C0FEEDF0E0B2}"/>
                </a:ext>
              </a:extLst>
            </p:cNvPr>
            <p:cNvSpPr/>
            <p:nvPr/>
          </p:nvSpPr>
          <p:spPr>
            <a:xfrm>
              <a:off x="7278908" y="3652042"/>
              <a:ext cx="17678" cy="17678"/>
            </a:xfrm>
            <a:custGeom>
              <a:avLst/>
              <a:gdLst/>
              <a:ahLst/>
              <a:cxnLst/>
              <a:rect l="l" t="t" r="r" b="b"/>
              <a:pathLst>
                <a:path w="533" h="533" extrusionOk="0">
                  <a:moveTo>
                    <a:pt x="266" y="1"/>
                  </a:moveTo>
                  <a:cubicBezTo>
                    <a:pt x="196" y="1"/>
                    <a:pt x="128" y="30"/>
                    <a:pt x="78" y="79"/>
                  </a:cubicBezTo>
                  <a:cubicBezTo>
                    <a:pt x="29" y="129"/>
                    <a:pt x="1" y="197"/>
                    <a:pt x="1" y="267"/>
                  </a:cubicBezTo>
                  <a:cubicBezTo>
                    <a:pt x="1" y="338"/>
                    <a:pt x="29" y="406"/>
                    <a:pt x="78" y="456"/>
                  </a:cubicBezTo>
                  <a:cubicBezTo>
                    <a:pt x="128" y="505"/>
                    <a:pt x="196" y="533"/>
                    <a:pt x="266" y="533"/>
                  </a:cubicBezTo>
                  <a:cubicBezTo>
                    <a:pt x="336" y="533"/>
                    <a:pt x="405" y="505"/>
                    <a:pt x="454" y="456"/>
                  </a:cubicBezTo>
                  <a:cubicBezTo>
                    <a:pt x="504" y="406"/>
                    <a:pt x="532" y="338"/>
                    <a:pt x="532" y="267"/>
                  </a:cubicBezTo>
                  <a:cubicBezTo>
                    <a:pt x="532" y="197"/>
                    <a:pt x="504" y="129"/>
                    <a:pt x="454" y="79"/>
                  </a:cubicBezTo>
                  <a:cubicBezTo>
                    <a:pt x="404" y="30"/>
                    <a:pt x="336" y="1"/>
                    <a:pt x="2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8" name="Google Shape;2685;p64">
              <a:extLst>
                <a:ext uri="{FF2B5EF4-FFF2-40B4-BE49-F238E27FC236}">
                  <a16:creationId xmlns:a16="http://schemas.microsoft.com/office/drawing/2014/main" id="{BCFF7E85-A771-4541-BA13-F1799FEF1B19}"/>
                </a:ext>
              </a:extLst>
            </p:cNvPr>
            <p:cNvSpPr/>
            <p:nvPr/>
          </p:nvSpPr>
          <p:spPr>
            <a:xfrm>
              <a:off x="7181030" y="3423916"/>
              <a:ext cx="44046" cy="44080"/>
            </a:xfrm>
            <a:custGeom>
              <a:avLst/>
              <a:gdLst/>
              <a:ahLst/>
              <a:cxnLst/>
              <a:rect l="l" t="t" r="r" b="b"/>
              <a:pathLst>
                <a:path w="1328" h="1329" extrusionOk="0">
                  <a:moveTo>
                    <a:pt x="664" y="533"/>
                  </a:moveTo>
                  <a:cubicBezTo>
                    <a:pt x="736" y="533"/>
                    <a:pt x="795" y="591"/>
                    <a:pt x="795" y="664"/>
                  </a:cubicBezTo>
                  <a:cubicBezTo>
                    <a:pt x="795" y="737"/>
                    <a:pt x="736" y="797"/>
                    <a:pt x="664" y="797"/>
                  </a:cubicBezTo>
                  <a:cubicBezTo>
                    <a:pt x="591" y="797"/>
                    <a:pt x="533" y="737"/>
                    <a:pt x="533" y="664"/>
                  </a:cubicBezTo>
                  <a:cubicBezTo>
                    <a:pt x="533" y="591"/>
                    <a:pt x="591" y="533"/>
                    <a:pt x="664" y="533"/>
                  </a:cubicBezTo>
                  <a:close/>
                  <a:moveTo>
                    <a:pt x="664" y="1"/>
                  </a:moveTo>
                  <a:cubicBezTo>
                    <a:pt x="297" y="1"/>
                    <a:pt x="1" y="299"/>
                    <a:pt x="1" y="664"/>
                  </a:cubicBezTo>
                  <a:cubicBezTo>
                    <a:pt x="1" y="1031"/>
                    <a:pt x="297" y="1328"/>
                    <a:pt x="664" y="1328"/>
                  </a:cubicBezTo>
                  <a:cubicBezTo>
                    <a:pt x="1029" y="1328"/>
                    <a:pt x="1327" y="1031"/>
                    <a:pt x="1327" y="664"/>
                  </a:cubicBezTo>
                  <a:cubicBezTo>
                    <a:pt x="1327" y="299"/>
                    <a:pt x="1029" y="1"/>
                    <a:pt x="6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49" name="Google Shape;11127;p77">
            <a:extLst>
              <a:ext uri="{FF2B5EF4-FFF2-40B4-BE49-F238E27FC236}">
                <a16:creationId xmlns:a16="http://schemas.microsoft.com/office/drawing/2014/main" id="{EB66413A-4695-44A9-9CAC-D6E9DE82F026}"/>
              </a:ext>
            </a:extLst>
          </p:cNvPr>
          <p:cNvGrpSpPr/>
          <p:nvPr/>
        </p:nvGrpSpPr>
        <p:grpSpPr>
          <a:xfrm>
            <a:off x="3172625" y="2716057"/>
            <a:ext cx="440505" cy="290018"/>
            <a:chOff x="5727616" y="4204699"/>
            <a:chExt cx="440505" cy="290018"/>
          </a:xfrm>
        </p:grpSpPr>
        <p:sp>
          <p:nvSpPr>
            <p:cNvPr id="150" name="Google Shape;11128;p77">
              <a:extLst>
                <a:ext uri="{FF2B5EF4-FFF2-40B4-BE49-F238E27FC236}">
                  <a16:creationId xmlns:a16="http://schemas.microsoft.com/office/drawing/2014/main" id="{71C99277-F270-4C66-B6A1-885FD74DAFF5}"/>
                </a:ext>
              </a:extLst>
            </p:cNvPr>
            <p:cNvSpPr/>
            <p:nvPr/>
          </p:nvSpPr>
          <p:spPr>
            <a:xfrm>
              <a:off x="5727616" y="4204699"/>
              <a:ext cx="440505" cy="290018"/>
            </a:xfrm>
            <a:custGeom>
              <a:avLst/>
              <a:gdLst/>
              <a:ahLst/>
              <a:cxnLst/>
              <a:rect l="l" t="t" r="r" b="b"/>
              <a:pathLst>
                <a:path w="13872" h="9133" extrusionOk="0">
                  <a:moveTo>
                    <a:pt x="13145" y="4465"/>
                  </a:moveTo>
                  <a:lnTo>
                    <a:pt x="13145" y="4870"/>
                  </a:lnTo>
                  <a:lnTo>
                    <a:pt x="12752" y="4870"/>
                  </a:lnTo>
                  <a:lnTo>
                    <a:pt x="12752" y="4465"/>
                  </a:lnTo>
                  <a:close/>
                  <a:moveTo>
                    <a:pt x="1275" y="3941"/>
                  </a:moveTo>
                  <a:lnTo>
                    <a:pt x="1275" y="4430"/>
                  </a:lnTo>
                  <a:cubicBezTo>
                    <a:pt x="1275" y="4775"/>
                    <a:pt x="1013" y="5049"/>
                    <a:pt x="668" y="5049"/>
                  </a:cubicBezTo>
                  <a:lnTo>
                    <a:pt x="418" y="5049"/>
                  </a:lnTo>
                  <a:cubicBezTo>
                    <a:pt x="501" y="4549"/>
                    <a:pt x="810" y="4120"/>
                    <a:pt x="1275" y="3941"/>
                  </a:cubicBezTo>
                  <a:close/>
                  <a:moveTo>
                    <a:pt x="9121" y="417"/>
                  </a:moveTo>
                  <a:cubicBezTo>
                    <a:pt x="9562" y="417"/>
                    <a:pt x="9978" y="620"/>
                    <a:pt x="10252" y="977"/>
                  </a:cubicBezTo>
                  <a:lnTo>
                    <a:pt x="12205" y="3584"/>
                  </a:lnTo>
                  <a:cubicBezTo>
                    <a:pt x="12240" y="3632"/>
                    <a:pt x="12300" y="3656"/>
                    <a:pt x="12360" y="3656"/>
                  </a:cubicBezTo>
                  <a:lnTo>
                    <a:pt x="13312" y="3656"/>
                  </a:lnTo>
                  <a:cubicBezTo>
                    <a:pt x="13431" y="3656"/>
                    <a:pt x="13514" y="3775"/>
                    <a:pt x="13467" y="3882"/>
                  </a:cubicBezTo>
                  <a:lnTo>
                    <a:pt x="13372" y="4060"/>
                  </a:lnTo>
                  <a:lnTo>
                    <a:pt x="12574" y="4060"/>
                  </a:lnTo>
                  <a:cubicBezTo>
                    <a:pt x="12455" y="4060"/>
                    <a:pt x="12360" y="4156"/>
                    <a:pt x="12360" y="4275"/>
                  </a:cubicBezTo>
                  <a:lnTo>
                    <a:pt x="12360" y="5084"/>
                  </a:lnTo>
                  <a:cubicBezTo>
                    <a:pt x="12360" y="5203"/>
                    <a:pt x="12455" y="5299"/>
                    <a:pt x="12574" y="5299"/>
                  </a:cubicBezTo>
                  <a:lnTo>
                    <a:pt x="13181" y="5299"/>
                  </a:lnTo>
                  <a:lnTo>
                    <a:pt x="13181" y="5596"/>
                  </a:lnTo>
                  <a:cubicBezTo>
                    <a:pt x="13181" y="5787"/>
                    <a:pt x="13252" y="5977"/>
                    <a:pt x="13395" y="6096"/>
                  </a:cubicBezTo>
                  <a:cubicBezTo>
                    <a:pt x="13455" y="6156"/>
                    <a:pt x="13479" y="6227"/>
                    <a:pt x="13479" y="6323"/>
                  </a:cubicBezTo>
                  <a:lnTo>
                    <a:pt x="13479" y="6692"/>
                  </a:lnTo>
                  <a:lnTo>
                    <a:pt x="13443" y="6692"/>
                  </a:lnTo>
                  <a:cubicBezTo>
                    <a:pt x="13443" y="7037"/>
                    <a:pt x="13181" y="7311"/>
                    <a:pt x="12836" y="7311"/>
                  </a:cubicBezTo>
                  <a:lnTo>
                    <a:pt x="12526" y="7311"/>
                  </a:lnTo>
                  <a:cubicBezTo>
                    <a:pt x="12419" y="6501"/>
                    <a:pt x="11740" y="5894"/>
                    <a:pt x="10919" y="5894"/>
                  </a:cubicBezTo>
                  <a:cubicBezTo>
                    <a:pt x="10097" y="5894"/>
                    <a:pt x="9419" y="6513"/>
                    <a:pt x="9312" y="7311"/>
                  </a:cubicBezTo>
                  <a:lnTo>
                    <a:pt x="4061" y="7311"/>
                  </a:lnTo>
                  <a:cubicBezTo>
                    <a:pt x="3954" y="6501"/>
                    <a:pt x="3275" y="5894"/>
                    <a:pt x="2454" y="5894"/>
                  </a:cubicBezTo>
                  <a:cubicBezTo>
                    <a:pt x="1632" y="5894"/>
                    <a:pt x="965" y="6501"/>
                    <a:pt x="846" y="7275"/>
                  </a:cubicBezTo>
                  <a:cubicBezTo>
                    <a:pt x="608" y="7204"/>
                    <a:pt x="429" y="6966"/>
                    <a:pt x="429" y="6692"/>
                  </a:cubicBezTo>
                  <a:lnTo>
                    <a:pt x="429" y="5465"/>
                  </a:lnTo>
                  <a:lnTo>
                    <a:pt x="691" y="5465"/>
                  </a:lnTo>
                  <a:cubicBezTo>
                    <a:pt x="1263" y="5465"/>
                    <a:pt x="1703" y="5001"/>
                    <a:pt x="1703" y="4453"/>
                  </a:cubicBezTo>
                  <a:lnTo>
                    <a:pt x="1703" y="3822"/>
                  </a:lnTo>
                  <a:lnTo>
                    <a:pt x="2406" y="3644"/>
                  </a:lnTo>
                  <a:cubicBezTo>
                    <a:pt x="2465" y="3632"/>
                    <a:pt x="2513" y="3596"/>
                    <a:pt x="2525" y="3560"/>
                  </a:cubicBezTo>
                  <a:lnTo>
                    <a:pt x="3954" y="1120"/>
                  </a:lnTo>
                  <a:cubicBezTo>
                    <a:pt x="4204" y="679"/>
                    <a:pt x="4680" y="417"/>
                    <a:pt x="5180" y="417"/>
                  </a:cubicBezTo>
                  <a:close/>
                  <a:moveTo>
                    <a:pt x="2430" y="6275"/>
                  </a:moveTo>
                  <a:cubicBezTo>
                    <a:pt x="3108" y="6275"/>
                    <a:pt x="3656" y="6823"/>
                    <a:pt x="3656" y="7501"/>
                  </a:cubicBezTo>
                  <a:cubicBezTo>
                    <a:pt x="3656" y="8168"/>
                    <a:pt x="3108" y="8716"/>
                    <a:pt x="2430" y="8716"/>
                  </a:cubicBezTo>
                  <a:cubicBezTo>
                    <a:pt x="1763" y="8716"/>
                    <a:pt x="1215" y="8168"/>
                    <a:pt x="1215" y="7501"/>
                  </a:cubicBezTo>
                  <a:cubicBezTo>
                    <a:pt x="1215" y="6823"/>
                    <a:pt x="1763" y="6275"/>
                    <a:pt x="2430" y="6275"/>
                  </a:cubicBezTo>
                  <a:close/>
                  <a:moveTo>
                    <a:pt x="10919" y="6275"/>
                  </a:moveTo>
                  <a:cubicBezTo>
                    <a:pt x="11586" y="6275"/>
                    <a:pt x="12145" y="6823"/>
                    <a:pt x="12145" y="7501"/>
                  </a:cubicBezTo>
                  <a:cubicBezTo>
                    <a:pt x="12145" y="8168"/>
                    <a:pt x="11586" y="8716"/>
                    <a:pt x="10919" y="8716"/>
                  </a:cubicBezTo>
                  <a:cubicBezTo>
                    <a:pt x="10252" y="8716"/>
                    <a:pt x="9693" y="8168"/>
                    <a:pt x="9693" y="7501"/>
                  </a:cubicBezTo>
                  <a:cubicBezTo>
                    <a:pt x="9693" y="6823"/>
                    <a:pt x="10252" y="6275"/>
                    <a:pt x="10919" y="6275"/>
                  </a:cubicBezTo>
                  <a:close/>
                  <a:moveTo>
                    <a:pt x="5144" y="0"/>
                  </a:moveTo>
                  <a:cubicBezTo>
                    <a:pt x="4501" y="0"/>
                    <a:pt x="3894" y="334"/>
                    <a:pt x="3573" y="905"/>
                  </a:cubicBezTo>
                  <a:lnTo>
                    <a:pt x="2180" y="3275"/>
                  </a:lnTo>
                  <a:lnTo>
                    <a:pt x="1430" y="3465"/>
                  </a:lnTo>
                  <a:cubicBezTo>
                    <a:pt x="489" y="3703"/>
                    <a:pt x="1" y="4477"/>
                    <a:pt x="1" y="5251"/>
                  </a:cubicBezTo>
                  <a:lnTo>
                    <a:pt x="1" y="6692"/>
                  </a:lnTo>
                  <a:cubicBezTo>
                    <a:pt x="1" y="7180"/>
                    <a:pt x="358" y="7608"/>
                    <a:pt x="810" y="7692"/>
                  </a:cubicBezTo>
                  <a:cubicBezTo>
                    <a:pt x="906" y="8501"/>
                    <a:pt x="1584" y="9132"/>
                    <a:pt x="2418" y="9132"/>
                  </a:cubicBezTo>
                  <a:cubicBezTo>
                    <a:pt x="3251" y="9132"/>
                    <a:pt x="3930" y="8513"/>
                    <a:pt x="4025" y="7728"/>
                  </a:cubicBezTo>
                  <a:lnTo>
                    <a:pt x="9300" y="7728"/>
                  </a:lnTo>
                  <a:cubicBezTo>
                    <a:pt x="9407" y="8525"/>
                    <a:pt x="10085" y="9132"/>
                    <a:pt x="10907" y="9132"/>
                  </a:cubicBezTo>
                  <a:cubicBezTo>
                    <a:pt x="11740" y="9132"/>
                    <a:pt x="12407" y="8513"/>
                    <a:pt x="12514" y="7728"/>
                  </a:cubicBezTo>
                  <a:lnTo>
                    <a:pt x="12824" y="7728"/>
                  </a:lnTo>
                  <a:cubicBezTo>
                    <a:pt x="13395" y="7728"/>
                    <a:pt x="13836" y="7263"/>
                    <a:pt x="13836" y="6716"/>
                  </a:cubicBezTo>
                  <a:lnTo>
                    <a:pt x="13836" y="6299"/>
                  </a:lnTo>
                  <a:cubicBezTo>
                    <a:pt x="13848" y="6096"/>
                    <a:pt x="13776" y="5918"/>
                    <a:pt x="13645" y="5787"/>
                  </a:cubicBezTo>
                  <a:cubicBezTo>
                    <a:pt x="13586" y="5727"/>
                    <a:pt x="13550" y="5656"/>
                    <a:pt x="13550" y="5561"/>
                  </a:cubicBezTo>
                  <a:lnTo>
                    <a:pt x="13550" y="4572"/>
                  </a:lnTo>
                  <a:lnTo>
                    <a:pt x="13788" y="4037"/>
                  </a:lnTo>
                  <a:cubicBezTo>
                    <a:pt x="13872" y="3846"/>
                    <a:pt x="13872" y="3656"/>
                    <a:pt x="13764" y="3501"/>
                  </a:cubicBezTo>
                  <a:cubicBezTo>
                    <a:pt x="13657" y="3334"/>
                    <a:pt x="13479" y="3239"/>
                    <a:pt x="13288" y="3239"/>
                  </a:cubicBezTo>
                  <a:lnTo>
                    <a:pt x="12443" y="3239"/>
                  </a:lnTo>
                  <a:lnTo>
                    <a:pt x="10550" y="727"/>
                  </a:lnTo>
                  <a:cubicBezTo>
                    <a:pt x="10204" y="262"/>
                    <a:pt x="9657" y="0"/>
                    <a:pt x="908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1" name="Google Shape;11129;p77">
              <a:extLst>
                <a:ext uri="{FF2B5EF4-FFF2-40B4-BE49-F238E27FC236}">
                  <a16:creationId xmlns:a16="http://schemas.microsoft.com/office/drawing/2014/main" id="{EC78DF32-05A6-4D62-8D07-A42C376156EF}"/>
                </a:ext>
              </a:extLst>
            </p:cNvPr>
            <p:cNvSpPr/>
            <p:nvPr/>
          </p:nvSpPr>
          <p:spPr>
            <a:xfrm>
              <a:off x="5779789" y="4416409"/>
              <a:ext cx="52205" cy="51475"/>
            </a:xfrm>
            <a:custGeom>
              <a:avLst/>
              <a:gdLst/>
              <a:ahLst/>
              <a:cxnLst/>
              <a:rect l="l" t="t" r="r" b="b"/>
              <a:pathLst>
                <a:path w="1644" h="1621" extrusionOk="0">
                  <a:moveTo>
                    <a:pt x="811" y="1"/>
                  </a:moveTo>
                  <a:cubicBezTo>
                    <a:pt x="584" y="1"/>
                    <a:pt x="394" y="84"/>
                    <a:pt x="239" y="239"/>
                  </a:cubicBezTo>
                  <a:cubicBezTo>
                    <a:pt x="96" y="382"/>
                    <a:pt x="1" y="596"/>
                    <a:pt x="1" y="799"/>
                  </a:cubicBezTo>
                  <a:cubicBezTo>
                    <a:pt x="1" y="1263"/>
                    <a:pt x="382" y="1620"/>
                    <a:pt x="822" y="1620"/>
                  </a:cubicBezTo>
                  <a:cubicBezTo>
                    <a:pt x="1275" y="1620"/>
                    <a:pt x="1644" y="1263"/>
                    <a:pt x="1644" y="799"/>
                  </a:cubicBezTo>
                  <a:cubicBezTo>
                    <a:pt x="1644" y="739"/>
                    <a:pt x="1632" y="668"/>
                    <a:pt x="1608" y="608"/>
                  </a:cubicBezTo>
                  <a:cubicBezTo>
                    <a:pt x="1557" y="546"/>
                    <a:pt x="1478" y="484"/>
                    <a:pt x="1389" y="484"/>
                  </a:cubicBezTo>
                  <a:cubicBezTo>
                    <a:pt x="1375" y="484"/>
                    <a:pt x="1361" y="486"/>
                    <a:pt x="1346" y="489"/>
                  </a:cubicBezTo>
                  <a:cubicBezTo>
                    <a:pt x="1239" y="525"/>
                    <a:pt x="1168" y="620"/>
                    <a:pt x="1192" y="727"/>
                  </a:cubicBezTo>
                  <a:cubicBezTo>
                    <a:pt x="1203" y="763"/>
                    <a:pt x="1203" y="787"/>
                    <a:pt x="1203" y="822"/>
                  </a:cubicBezTo>
                  <a:cubicBezTo>
                    <a:pt x="1203" y="1037"/>
                    <a:pt x="1025" y="1215"/>
                    <a:pt x="811" y="1215"/>
                  </a:cubicBezTo>
                  <a:cubicBezTo>
                    <a:pt x="584" y="1215"/>
                    <a:pt x="406" y="1037"/>
                    <a:pt x="406" y="822"/>
                  </a:cubicBezTo>
                  <a:cubicBezTo>
                    <a:pt x="406" y="596"/>
                    <a:pt x="584" y="418"/>
                    <a:pt x="811" y="418"/>
                  </a:cubicBezTo>
                  <a:cubicBezTo>
                    <a:pt x="930" y="418"/>
                    <a:pt x="1013" y="322"/>
                    <a:pt x="1013" y="203"/>
                  </a:cubicBezTo>
                  <a:cubicBezTo>
                    <a:pt x="1013" y="84"/>
                    <a:pt x="930" y="1"/>
                    <a:pt x="81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2" name="Google Shape;11130;p77">
              <a:extLst>
                <a:ext uri="{FF2B5EF4-FFF2-40B4-BE49-F238E27FC236}">
                  <a16:creationId xmlns:a16="http://schemas.microsoft.com/office/drawing/2014/main" id="{4A65788E-06CB-4E60-9B98-4FACFF1D10CC}"/>
                </a:ext>
              </a:extLst>
            </p:cNvPr>
            <p:cNvSpPr/>
            <p:nvPr/>
          </p:nvSpPr>
          <p:spPr>
            <a:xfrm>
              <a:off x="6048627" y="4416409"/>
              <a:ext cx="52205" cy="51856"/>
            </a:xfrm>
            <a:custGeom>
              <a:avLst/>
              <a:gdLst/>
              <a:ahLst/>
              <a:cxnLst/>
              <a:rect l="l" t="t" r="r" b="b"/>
              <a:pathLst>
                <a:path w="1644" h="1633" extrusionOk="0">
                  <a:moveTo>
                    <a:pt x="822" y="1"/>
                  </a:moveTo>
                  <a:cubicBezTo>
                    <a:pt x="596" y="1"/>
                    <a:pt x="405" y="84"/>
                    <a:pt x="238" y="239"/>
                  </a:cubicBezTo>
                  <a:cubicBezTo>
                    <a:pt x="95" y="382"/>
                    <a:pt x="0" y="596"/>
                    <a:pt x="0" y="822"/>
                  </a:cubicBezTo>
                  <a:cubicBezTo>
                    <a:pt x="0" y="1263"/>
                    <a:pt x="381" y="1632"/>
                    <a:pt x="822" y="1632"/>
                  </a:cubicBezTo>
                  <a:cubicBezTo>
                    <a:pt x="1274" y="1632"/>
                    <a:pt x="1643" y="1275"/>
                    <a:pt x="1643" y="822"/>
                  </a:cubicBezTo>
                  <a:cubicBezTo>
                    <a:pt x="1643" y="763"/>
                    <a:pt x="1631" y="680"/>
                    <a:pt x="1608" y="620"/>
                  </a:cubicBezTo>
                  <a:cubicBezTo>
                    <a:pt x="1577" y="548"/>
                    <a:pt x="1492" y="484"/>
                    <a:pt x="1400" y="484"/>
                  </a:cubicBezTo>
                  <a:cubicBezTo>
                    <a:pt x="1386" y="484"/>
                    <a:pt x="1372" y="486"/>
                    <a:pt x="1358" y="489"/>
                  </a:cubicBezTo>
                  <a:cubicBezTo>
                    <a:pt x="1250" y="525"/>
                    <a:pt x="1179" y="620"/>
                    <a:pt x="1215" y="727"/>
                  </a:cubicBezTo>
                  <a:cubicBezTo>
                    <a:pt x="1227" y="763"/>
                    <a:pt x="1227" y="787"/>
                    <a:pt x="1227" y="822"/>
                  </a:cubicBezTo>
                  <a:cubicBezTo>
                    <a:pt x="1227" y="1037"/>
                    <a:pt x="1048" y="1215"/>
                    <a:pt x="822" y="1215"/>
                  </a:cubicBezTo>
                  <a:cubicBezTo>
                    <a:pt x="596" y="1215"/>
                    <a:pt x="417" y="1037"/>
                    <a:pt x="417" y="822"/>
                  </a:cubicBezTo>
                  <a:cubicBezTo>
                    <a:pt x="417" y="596"/>
                    <a:pt x="596" y="418"/>
                    <a:pt x="822" y="418"/>
                  </a:cubicBezTo>
                  <a:cubicBezTo>
                    <a:pt x="941" y="418"/>
                    <a:pt x="1036" y="322"/>
                    <a:pt x="1036" y="203"/>
                  </a:cubicBezTo>
                  <a:cubicBezTo>
                    <a:pt x="1036" y="84"/>
                    <a:pt x="941" y="1"/>
                    <a:pt x="822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3" name="Google Shape;11131;p77">
              <a:extLst>
                <a:ext uri="{FF2B5EF4-FFF2-40B4-BE49-F238E27FC236}">
                  <a16:creationId xmlns:a16="http://schemas.microsoft.com/office/drawing/2014/main" id="{34DFE35B-B913-45AB-9AFE-81CFC91FDDAB}"/>
                </a:ext>
              </a:extLst>
            </p:cNvPr>
            <p:cNvSpPr/>
            <p:nvPr/>
          </p:nvSpPr>
          <p:spPr>
            <a:xfrm>
              <a:off x="6000995" y="4365379"/>
              <a:ext cx="122892" cy="58016"/>
            </a:xfrm>
            <a:custGeom>
              <a:avLst/>
              <a:gdLst/>
              <a:ahLst/>
              <a:cxnLst/>
              <a:rect l="l" t="t" r="r" b="b"/>
              <a:pathLst>
                <a:path w="3870" h="1827" extrusionOk="0">
                  <a:moveTo>
                    <a:pt x="2310" y="1"/>
                  </a:moveTo>
                  <a:cubicBezTo>
                    <a:pt x="1810" y="1"/>
                    <a:pt x="1334" y="143"/>
                    <a:pt x="929" y="429"/>
                  </a:cubicBezTo>
                  <a:cubicBezTo>
                    <a:pt x="524" y="715"/>
                    <a:pt x="226" y="1096"/>
                    <a:pt x="48" y="1548"/>
                  </a:cubicBezTo>
                  <a:cubicBezTo>
                    <a:pt x="0" y="1656"/>
                    <a:pt x="60" y="1775"/>
                    <a:pt x="167" y="1810"/>
                  </a:cubicBezTo>
                  <a:cubicBezTo>
                    <a:pt x="192" y="1822"/>
                    <a:pt x="218" y="1827"/>
                    <a:pt x="244" y="1827"/>
                  </a:cubicBezTo>
                  <a:cubicBezTo>
                    <a:pt x="326" y="1827"/>
                    <a:pt x="404" y="1773"/>
                    <a:pt x="441" y="1691"/>
                  </a:cubicBezTo>
                  <a:cubicBezTo>
                    <a:pt x="738" y="917"/>
                    <a:pt x="1488" y="405"/>
                    <a:pt x="2322" y="405"/>
                  </a:cubicBezTo>
                  <a:cubicBezTo>
                    <a:pt x="2774" y="405"/>
                    <a:pt x="3191" y="536"/>
                    <a:pt x="3548" y="798"/>
                  </a:cubicBezTo>
                  <a:cubicBezTo>
                    <a:pt x="3581" y="831"/>
                    <a:pt x="3624" y="846"/>
                    <a:pt x="3667" y="846"/>
                  </a:cubicBezTo>
                  <a:cubicBezTo>
                    <a:pt x="3732" y="846"/>
                    <a:pt x="3798" y="813"/>
                    <a:pt x="3834" y="763"/>
                  </a:cubicBezTo>
                  <a:cubicBezTo>
                    <a:pt x="3870" y="679"/>
                    <a:pt x="3858" y="560"/>
                    <a:pt x="3774" y="489"/>
                  </a:cubicBezTo>
                  <a:cubicBezTo>
                    <a:pt x="3334" y="179"/>
                    <a:pt x="2846" y="1"/>
                    <a:pt x="2310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4" name="Google Shape;11132;p77">
              <a:extLst>
                <a:ext uri="{FF2B5EF4-FFF2-40B4-BE49-F238E27FC236}">
                  <a16:creationId xmlns:a16="http://schemas.microsoft.com/office/drawing/2014/main" id="{0267161D-64CF-46EE-9D52-DC09EF9FC3D9}"/>
                </a:ext>
              </a:extLst>
            </p:cNvPr>
            <p:cNvSpPr/>
            <p:nvPr/>
          </p:nvSpPr>
          <p:spPr>
            <a:xfrm>
              <a:off x="5816847" y="4230039"/>
              <a:ext cx="124797" cy="193610"/>
            </a:xfrm>
            <a:custGeom>
              <a:avLst/>
              <a:gdLst/>
              <a:ahLst/>
              <a:cxnLst/>
              <a:rect l="l" t="t" r="r" b="b"/>
              <a:pathLst>
                <a:path w="3930" h="6097" extrusionOk="0">
                  <a:moveTo>
                    <a:pt x="3513" y="417"/>
                  </a:moveTo>
                  <a:lnTo>
                    <a:pt x="3513" y="2441"/>
                  </a:lnTo>
                  <a:lnTo>
                    <a:pt x="822" y="2441"/>
                  </a:lnTo>
                  <a:lnTo>
                    <a:pt x="1834" y="714"/>
                  </a:lnTo>
                  <a:cubicBezTo>
                    <a:pt x="1930" y="524"/>
                    <a:pt x="2144" y="417"/>
                    <a:pt x="2346" y="417"/>
                  </a:cubicBezTo>
                  <a:close/>
                  <a:moveTo>
                    <a:pt x="2346" y="0"/>
                  </a:moveTo>
                  <a:cubicBezTo>
                    <a:pt x="1989" y="0"/>
                    <a:pt x="1644" y="203"/>
                    <a:pt x="1465" y="512"/>
                  </a:cubicBezTo>
                  <a:lnTo>
                    <a:pt x="60" y="2917"/>
                  </a:lnTo>
                  <a:cubicBezTo>
                    <a:pt x="1" y="3024"/>
                    <a:pt x="25" y="3143"/>
                    <a:pt x="132" y="3203"/>
                  </a:cubicBezTo>
                  <a:cubicBezTo>
                    <a:pt x="155" y="3215"/>
                    <a:pt x="203" y="3239"/>
                    <a:pt x="239" y="3239"/>
                  </a:cubicBezTo>
                  <a:cubicBezTo>
                    <a:pt x="310" y="3239"/>
                    <a:pt x="370" y="3203"/>
                    <a:pt x="417" y="3131"/>
                  </a:cubicBezTo>
                  <a:lnTo>
                    <a:pt x="572" y="2846"/>
                  </a:lnTo>
                  <a:lnTo>
                    <a:pt x="3513" y="2846"/>
                  </a:lnTo>
                  <a:lnTo>
                    <a:pt x="3513" y="5882"/>
                  </a:lnTo>
                  <a:cubicBezTo>
                    <a:pt x="3513" y="6001"/>
                    <a:pt x="3596" y="6096"/>
                    <a:pt x="3715" y="6096"/>
                  </a:cubicBezTo>
                  <a:cubicBezTo>
                    <a:pt x="3835" y="6096"/>
                    <a:pt x="3930" y="6001"/>
                    <a:pt x="3930" y="5882"/>
                  </a:cubicBezTo>
                  <a:lnTo>
                    <a:pt x="3930" y="203"/>
                  </a:lnTo>
                  <a:cubicBezTo>
                    <a:pt x="3918" y="95"/>
                    <a:pt x="3823" y="0"/>
                    <a:pt x="371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5" name="Google Shape;11133;p77">
              <a:extLst>
                <a:ext uri="{FF2B5EF4-FFF2-40B4-BE49-F238E27FC236}">
                  <a16:creationId xmlns:a16="http://schemas.microsoft.com/office/drawing/2014/main" id="{D0EDCE8F-C442-4547-AA24-D87FC498E139}"/>
                </a:ext>
              </a:extLst>
            </p:cNvPr>
            <p:cNvSpPr/>
            <p:nvPr/>
          </p:nvSpPr>
          <p:spPr>
            <a:xfrm>
              <a:off x="5954474" y="4230039"/>
              <a:ext cx="120256" cy="102854"/>
            </a:xfrm>
            <a:custGeom>
              <a:avLst/>
              <a:gdLst/>
              <a:ahLst/>
              <a:cxnLst/>
              <a:rect l="l" t="t" r="r" b="b"/>
              <a:pathLst>
                <a:path w="3787" h="3239" extrusionOk="0">
                  <a:moveTo>
                    <a:pt x="203" y="0"/>
                  </a:moveTo>
                  <a:cubicBezTo>
                    <a:pt x="84" y="0"/>
                    <a:pt x="1" y="95"/>
                    <a:pt x="1" y="214"/>
                  </a:cubicBezTo>
                  <a:lnTo>
                    <a:pt x="1" y="3024"/>
                  </a:lnTo>
                  <a:cubicBezTo>
                    <a:pt x="1" y="3143"/>
                    <a:pt x="84" y="3239"/>
                    <a:pt x="203" y="3239"/>
                  </a:cubicBezTo>
                  <a:cubicBezTo>
                    <a:pt x="322" y="3239"/>
                    <a:pt x="417" y="3143"/>
                    <a:pt x="417" y="3024"/>
                  </a:cubicBezTo>
                  <a:lnTo>
                    <a:pt x="417" y="405"/>
                  </a:lnTo>
                  <a:lnTo>
                    <a:pt x="1977" y="405"/>
                  </a:lnTo>
                  <a:cubicBezTo>
                    <a:pt x="2132" y="405"/>
                    <a:pt x="2322" y="512"/>
                    <a:pt x="2429" y="655"/>
                  </a:cubicBezTo>
                  <a:lnTo>
                    <a:pt x="3287" y="1786"/>
                  </a:lnTo>
                  <a:cubicBezTo>
                    <a:pt x="3346" y="1869"/>
                    <a:pt x="3358" y="1941"/>
                    <a:pt x="3358" y="2024"/>
                  </a:cubicBezTo>
                  <a:cubicBezTo>
                    <a:pt x="3358" y="2250"/>
                    <a:pt x="3180" y="2429"/>
                    <a:pt x="2953" y="2429"/>
                  </a:cubicBezTo>
                  <a:lnTo>
                    <a:pt x="1013" y="2429"/>
                  </a:lnTo>
                  <a:cubicBezTo>
                    <a:pt x="894" y="2429"/>
                    <a:pt x="798" y="2524"/>
                    <a:pt x="798" y="2643"/>
                  </a:cubicBezTo>
                  <a:cubicBezTo>
                    <a:pt x="798" y="2762"/>
                    <a:pt x="882" y="2846"/>
                    <a:pt x="1013" y="2846"/>
                  </a:cubicBezTo>
                  <a:lnTo>
                    <a:pt x="2977" y="2846"/>
                  </a:lnTo>
                  <a:cubicBezTo>
                    <a:pt x="3418" y="2846"/>
                    <a:pt x="3787" y="2489"/>
                    <a:pt x="3787" y="2024"/>
                  </a:cubicBezTo>
                  <a:cubicBezTo>
                    <a:pt x="3787" y="1846"/>
                    <a:pt x="3727" y="1691"/>
                    <a:pt x="3632" y="1536"/>
                  </a:cubicBezTo>
                  <a:lnTo>
                    <a:pt x="2775" y="405"/>
                  </a:lnTo>
                  <a:cubicBezTo>
                    <a:pt x="2584" y="155"/>
                    <a:pt x="2287" y="0"/>
                    <a:pt x="196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6" name="Google Shape;11134;p77">
              <a:extLst>
                <a:ext uri="{FF2B5EF4-FFF2-40B4-BE49-F238E27FC236}">
                  <a16:creationId xmlns:a16="http://schemas.microsoft.com/office/drawing/2014/main" id="{6E4D9F55-D544-4C81-8712-913969E42FA4}"/>
                </a:ext>
              </a:extLst>
            </p:cNvPr>
            <p:cNvSpPr/>
            <p:nvPr/>
          </p:nvSpPr>
          <p:spPr>
            <a:xfrm>
              <a:off x="5876198" y="4333243"/>
              <a:ext cx="39376" cy="13274"/>
            </a:xfrm>
            <a:custGeom>
              <a:avLst/>
              <a:gdLst/>
              <a:ahLst/>
              <a:cxnLst/>
              <a:rect l="l" t="t" r="r" b="b"/>
              <a:pathLst>
                <a:path w="1240" h="418" extrusionOk="0">
                  <a:moveTo>
                    <a:pt x="215" y="1"/>
                  </a:moveTo>
                  <a:cubicBezTo>
                    <a:pt x="96" y="1"/>
                    <a:pt x="1" y="84"/>
                    <a:pt x="1" y="203"/>
                  </a:cubicBezTo>
                  <a:cubicBezTo>
                    <a:pt x="1" y="322"/>
                    <a:pt x="96" y="417"/>
                    <a:pt x="215" y="417"/>
                  </a:cubicBezTo>
                  <a:lnTo>
                    <a:pt x="1025" y="417"/>
                  </a:lnTo>
                  <a:cubicBezTo>
                    <a:pt x="1144" y="417"/>
                    <a:pt x="1239" y="322"/>
                    <a:pt x="1239" y="203"/>
                  </a:cubicBezTo>
                  <a:cubicBezTo>
                    <a:pt x="1239" y="84"/>
                    <a:pt x="1156" y="1"/>
                    <a:pt x="1025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7" name="Google Shape;11135;p77">
              <a:extLst>
                <a:ext uri="{FF2B5EF4-FFF2-40B4-BE49-F238E27FC236}">
                  <a16:creationId xmlns:a16="http://schemas.microsoft.com/office/drawing/2014/main" id="{7FE955B7-97C7-4C4F-BEC8-52674EDC6F49}"/>
                </a:ext>
              </a:extLst>
            </p:cNvPr>
            <p:cNvSpPr/>
            <p:nvPr/>
          </p:nvSpPr>
          <p:spPr>
            <a:xfrm>
              <a:off x="5979433" y="4333243"/>
              <a:ext cx="39344" cy="13274"/>
            </a:xfrm>
            <a:custGeom>
              <a:avLst/>
              <a:gdLst/>
              <a:ahLst/>
              <a:cxnLst/>
              <a:rect l="l" t="t" r="r" b="b"/>
              <a:pathLst>
                <a:path w="1239" h="418" extrusionOk="0">
                  <a:moveTo>
                    <a:pt x="203" y="1"/>
                  </a:moveTo>
                  <a:cubicBezTo>
                    <a:pt x="84" y="1"/>
                    <a:pt x="0" y="84"/>
                    <a:pt x="0" y="203"/>
                  </a:cubicBezTo>
                  <a:cubicBezTo>
                    <a:pt x="0" y="322"/>
                    <a:pt x="84" y="417"/>
                    <a:pt x="203" y="417"/>
                  </a:cubicBezTo>
                  <a:lnTo>
                    <a:pt x="1024" y="417"/>
                  </a:lnTo>
                  <a:cubicBezTo>
                    <a:pt x="1143" y="417"/>
                    <a:pt x="1239" y="322"/>
                    <a:pt x="1239" y="203"/>
                  </a:cubicBezTo>
                  <a:cubicBezTo>
                    <a:pt x="1239" y="84"/>
                    <a:pt x="1143" y="1"/>
                    <a:pt x="1024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58" name="Google Shape;11127;p77">
            <a:extLst>
              <a:ext uri="{FF2B5EF4-FFF2-40B4-BE49-F238E27FC236}">
                <a16:creationId xmlns:a16="http://schemas.microsoft.com/office/drawing/2014/main" id="{872FC755-A4FE-4DB0-99EB-1FD1BDA2014E}"/>
              </a:ext>
            </a:extLst>
          </p:cNvPr>
          <p:cNvGrpSpPr/>
          <p:nvPr/>
        </p:nvGrpSpPr>
        <p:grpSpPr>
          <a:xfrm>
            <a:off x="5085020" y="2412478"/>
            <a:ext cx="440505" cy="290018"/>
            <a:chOff x="5727616" y="4204699"/>
            <a:chExt cx="440505" cy="290018"/>
          </a:xfrm>
        </p:grpSpPr>
        <p:sp>
          <p:nvSpPr>
            <p:cNvPr id="159" name="Google Shape;11128;p77">
              <a:extLst>
                <a:ext uri="{FF2B5EF4-FFF2-40B4-BE49-F238E27FC236}">
                  <a16:creationId xmlns:a16="http://schemas.microsoft.com/office/drawing/2014/main" id="{F52A7A18-5AFB-4208-9D8A-5A9D1D790839}"/>
                </a:ext>
              </a:extLst>
            </p:cNvPr>
            <p:cNvSpPr/>
            <p:nvPr/>
          </p:nvSpPr>
          <p:spPr>
            <a:xfrm>
              <a:off x="5727616" y="4204699"/>
              <a:ext cx="440505" cy="290018"/>
            </a:xfrm>
            <a:custGeom>
              <a:avLst/>
              <a:gdLst/>
              <a:ahLst/>
              <a:cxnLst/>
              <a:rect l="l" t="t" r="r" b="b"/>
              <a:pathLst>
                <a:path w="13872" h="9133" extrusionOk="0">
                  <a:moveTo>
                    <a:pt x="13145" y="4465"/>
                  </a:moveTo>
                  <a:lnTo>
                    <a:pt x="13145" y="4870"/>
                  </a:lnTo>
                  <a:lnTo>
                    <a:pt x="12752" y="4870"/>
                  </a:lnTo>
                  <a:lnTo>
                    <a:pt x="12752" y="4465"/>
                  </a:lnTo>
                  <a:close/>
                  <a:moveTo>
                    <a:pt x="1275" y="3941"/>
                  </a:moveTo>
                  <a:lnTo>
                    <a:pt x="1275" y="4430"/>
                  </a:lnTo>
                  <a:cubicBezTo>
                    <a:pt x="1275" y="4775"/>
                    <a:pt x="1013" y="5049"/>
                    <a:pt x="668" y="5049"/>
                  </a:cubicBezTo>
                  <a:lnTo>
                    <a:pt x="418" y="5049"/>
                  </a:lnTo>
                  <a:cubicBezTo>
                    <a:pt x="501" y="4549"/>
                    <a:pt x="810" y="4120"/>
                    <a:pt x="1275" y="3941"/>
                  </a:cubicBezTo>
                  <a:close/>
                  <a:moveTo>
                    <a:pt x="9121" y="417"/>
                  </a:moveTo>
                  <a:cubicBezTo>
                    <a:pt x="9562" y="417"/>
                    <a:pt x="9978" y="620"/>
                    <a:pt x="10252" y="977"/>
                  </a:cubicBezTo>
                  <a:lnTo>
                    <a:pt x="12205" y="3584"/>
                  </a:lnTo>
                  <a:cubicBezTo>
                    <a:pt x="12240" y="3632"/>
                    <a:pt x="12300" y="3656"/>
                    <a:pt x="12360" y="3656"/>
                  </a:cubicBezTo>
                  <a:lnTo>
                    <a:pt x="13312" y="3656"/>
                  </a:lnTo>
                  <a:cubicBezTo>
                    <a:pt x="13431" y="3656"/>
                    <a:pt x="13514" y="3775"/>
                    <a:pt x="13467" y="3882"/>
                  </a:cubicBezTo>
                  <a:lnTo>
                    <a:pt x="13372" y="4060"/>
                  </a:lnTo>
                  <a:lnTo>
                    <a:pt x="12574" y="4060"/>
                  </a:lnTo>
                  <a:cubicBezTo>
                    <a:pt x="12455" y="4060"/>
                    <a:pt x="12360" y="4156"/>
                    <a:pt x="12360" y="4275"/>
                  </a:cubicBezTo>
                  <a:lnTo>
                    <a:pt x="12360" y="5084"/>
                  </a:lnTo>
                  <a:cubicBezTo>
                    <a:pt x="12360" y="5203"/>
                    <a:pt x="12455" y="5299"/>
                    <a:pt x="12574" y="5299"/>
                  </a:cubicBezTo>
                  <a:lnTo>
                    <a:pt x="13181" y="5299"/>
                  </a:lnTo>
                  <a:lnTo>
                    <a:pt x="13181" y="5596"/>
                  </a:lnTo>
                  <a:cubicBezTo>
                    <a:pt x="13181" y="5787"/>
                    <a:pt x="13252" y="5977"/>
                    <a:pt x="13395" y="6096"/>
                  </a:cubicBezTo>
                  <a:cubicBezTo>
                    <a:pt x="13455" y="6156"/>
                    <a:pt x="13479" y="6227"/>
                    <a:pt x="13479" y="6323"/>
                  </a:cubicBezTo>
                  <a:lnTo>
                    <a:pt x="13479" y="6692"/>
                  </a:lnTo>
                  <a:lnTo>
                    <a:pt x="13443" y="6692"/>
                  </a:lnTo>
                  <a:cubicBezTo>
                    <a:pt x="13443" y="7037"/>
                    <a:pt x="13181" y="7311"/>
                    <a:pt x="12836" y="7311"/>
                  </a:cubicBezTo>
                  <a:lnTo>
                    <a:pt x="12526" y="7311"/>
                  </a:lnTo>
                  <a:cubicBezTo>
                    <a:pt x="12419" y="6501"/>
                    <a:pt x="11740" y="5894"/>
                    <a:pt x="10919" y="5894"/>
                  </a:cubicBezTo>
                  <a:cubicBezTo>
                    <a:pt x="10097" y="5894"/>
                    <a:pt x="9419" y="6513"/>
                    <a:pt x="9312" y="7311"/>
                  </a:cubicBezTo>
                  <a:lnTo>
                    <a:pt x="4061" y="7311"/>
                  </a:lnTo>
                  <a:cubicBezTo>
                    <a:pt x="3954" y="6501"/>
                    <a:pt x="3275" y="5894"/>
                    <a:pt x="2454" y="5894"/>
                  </a:cubicBezTo>
                  <a:cubicBezTo>
                    <a:pt x="1632" y="5894"/>
                    <a:pt x="965" y="6501"/>
                    <a:pt x="846" y="7275"/>
                  </a:cubicBezTo>
                  <a:cubicBezTo>
                    <a:pt x="608" y="7204"/>
                    <a:pt x="429" y="6966"/>
                    <a:pt x="429" y="6692"/>
                  </a:cubicBezTo>
                  <a:lnTo>
                    <a:pt x="429" y="5465"/>
                  </a:lnTo>
                  <a:lnTo>
                    <a:pt x="691" y="5465"/>
                  </a:lnTo>
                  <a:cubicBezTo>
                    <a:pt x="1263" y="5465"/>
                    <a:pt x="1703" y="5001"/>
                    <a:pt x="1703" y="4453"/>
                  </a:cubicBezTo>
                  <a:lnTo>
                    <a:pt x="1703" y="3822"/>
                  </a:lnTo>
                  <a:lnTo>
                    <a:pt x="2406" y="3644"/>
                  </a:lnTo>
                  <a:cubicBezTo>
                    <a:pt x="2465" y="3632"/>
                    <a:pt x="2513" y="3596"/>
                    <a:pt x="2525" y="3560"/>
                  </a:cubicBezTo>
                  <a:lnTo>
                    <a:pt x="3954" y="1120"/>
                  </a:lnTo>
                  <a:cubicBezTo>
                    <a:pt x="4204" y="679"/>
                    <a:pt x="4680" y="417"/>
                    <a:pt x="5180" y="417"/>
                  </a:cubicBezTo>
                  <a:close/>
                  <a:moveTo>
                    <a:pt x="2430" y="6275"/>
                  </a:moveTo>
                  <a:cubicBezTo>
                    <a:pt x="3108" y="6275"/>
                    <a:pt x="3656" y="6823"/>
                    <a:pt x="3656" y="7501"/>
                  </a:cubicBezTo>
                  <a:cubicBezTo>
                    <a:pt x="3656" y="8168"/>
                    <a:pt x="3108" y="8716"/>
                    <a:pt x="2430" y="8716"/>
                  </a:cubicBezTo>
                  <a:cubicBezTo>
                    <a:pt x="1763" y="8716"/>
                    <a:pt x="1215" y="8168"/>
                    <a:pt x="1215" y="7501"/>
                  </a:cubicBezTo>
                  <a:cubicBezTo>
                    <a:pt x="1215" y="6823"/>
                    <a:pt x="1763" y="6275"/>
                    <a:pt x="2430" y="6275"/>
                  </a:cubicBezTo>
                  <a:close/>
                  <a:moveTo>
                    <a:pt x="10919" y="6275"/>
                  </a:moveTo>
                  <a:cubicBezTo>
                    <a:pt x="11586" y="6275"/>
                    <a:pt x="12145" y="6823"/>
                    <a:pt x="12145" y="7501"/>
                  </a:cubicBezTo>
                  <a:cubicBezTo>
                    <a:pt x="12145" y="8168"/>
                    <a:pt x="11586" y="8716"/>
                    <a:pt x="10919" y="8716"/>
                  </a:cubicBezTo>
                  <a:cubicBezTo>
                    <a:pt x="10252" y="8716"/>
                    <a:pt x="9693" y="8168"/>
                    <a:pt x="9693" y="7501"/>
                  </a:cubicBezTo>
                  <a:cubicBezTo>
                    <a:pt x="9693" y="6823"/>
                    <a:pt x="10252" y="6275"/>
                    <a:pt x="10919" y="6275"/>
                  </a:cubicBezTo>
                  <a:close/>
                  <a:moveTo>
                    <a:pt x="5144" y="0"/>
                  </a:moveTo>
                  <a:cubicBezTo>
                    <a:pt x="4501" y="0"/>
                    <a:pt x="3894" y="334"/>
                    <a:pt x="3573" y="905"/>
                  </a:cubicBezTo>
                  <a:lnTo>
                    <a:pt x="2180" y="3275"/>
                  </a:lnTo>
                  <a:lnTo>
                    <a:pt x="1430" y="3465"/>
                  </a:lnTo>
                  <a:cubicBezTo>
                    <a:pt x="489" y="3703"/>
                    <a:pt x="1" y="4477"/>
                    <a:pt x="1" y="5251"/>
                  </a:cubicBezTo>
                  <a:lnTo>
                    <a:pt x="1" y="6692"/>
                  </a:lnTo>
                  <a:cubicBezTo>
                    <a:pt x="1" y="7180"/>
                    <a:pt x="358" y="7608"/>
                    <a:pt x="810" y="7692"/>
                  </a:cubicBezTo>
                  <a:cubicBezTo>
                    <a:pt x="906" y="8501"/>
                    <a:pt x="1584" y="9132"/>
                    <a:pt x="2418" y="9132"/>
                  </a:cubicBezTo>
                  <a:cubicBezTo>
                    <a:pt x="3251" y="9132"/>
                    <a:pt x="3930" y="8513"/>
                    <a:pt x="4025" y="7728"/>
                  </a:cubicBezTo>
                  <a:lnTo>
                    <a:pt x="9300" y="7728"/>
                  </a:lnTo>
                  <a:cubicBezTo>
                    <a:pt x="9407" y="8525"/>
                    <a:pt x="10085" y="9132"/>
                    <a:pt x="10907" y="9132"/>
                  </a:cubicBezTo>
                  <a:cubicBezTo>
                    <a:pt x="11740" y="9132"/>
                    <a:pt x="12407" y="8513"/>
                    <a:pt x="12514" y="7728"/>
                  </a:cubicBezTo>
                  <a:lnTo>
                    <a:pt x="12824" y="7728"/>
                  </a:lnTo>
                  <a:cubicBezTo>
                    <a:pt x="13395" y="7728"/>
                    <a:pt x="13836" y="7263"/>
                    <a:pt x="13836" y="6716"/>
                  </a:cubicBezTo>
                  <a:lnTo>
                    <a:pt x="13836" y="6299"/>
                  </a:lnTo>
                  <a:cubicBezTo>
                    <a:pt x="13848" y="6096"/>
                    <a:pt x="13776" y="5918"/>
                    <a:pt x="13645" y="5787"/>
                  </a:cubicBezTo>
                  <a:cubicBezTo>
                    <a:pt x="13586" y="5727"/>
                    <a:pt x="13550" y="5656"/>
                    <a:pt x="13550" y="5561"/>
                  </a:cubicBezTo>
                  <a:lnTo>
                    <a:pt x="13550" y="4572"/>
                  </a:lnTo>
                  <a:lnTo>
                    <a:pt x="13788" y="4037"/>
                  </a:lnTo>
                  <a:cubicBezTo>
                    <a:pt x="13872" y="3846"/>
                    <a:pt x="13872" y="3656"/>
                    <a:pt x="13764" y="3501"/>
                  </a:cubicBezTo>
                  <a:cubicBezTo>
                    <a:pt x="13657" y="3334"/>
                    <a:pt x="13479" y="3239"/>
                    <a:pt x="13288" y="3239"/>
                  </a:cubicBezTo>
                  <a:lnTo>
                    <a:pt x="12443" y="3239"/>
                  </a:lnTo>
                  <a:lnTo>
                    <a:pt x="10550" y="727"/>
                  </a:lnTo>
                  <a:cubicBezTo>
                    <a:pt x="10204" y="262"/>
                    <a:pt x="9657" y="0"/>
                    <a:pt x="908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0" name="Google Shape;11129;p77">
              <a:extLst>
                <a:ext uri="{FF2B5EF4-FFF2-40B4-BE49-F238E27FC236}">
                  <a16:creationId xmlns:a16="http://schemas.microsoft.com/office/drawing/2014/main" id="{1C039F6B-2EFA-4AA5-8731-CCCD63E00C39}"/>
                </a:ext>
              </a:extLst>
            </p:cNvPr>
            <p:cNvSpPr/>
            <p:nvPr/>
          </p:nvSpPr>
          <p:spPr>
            <a:xfrm>
              <a:off x="5779789" y="4416409"/>
              <a:ext cx="52205" cy="51475"/>
            </a:xfrm>
            <a:custGeom>
              <a:avLst/>
              <a:gdLst/>
              <a:ahLst/>
              <a:cxnLst/>
              <a:rect l="l" t="t" r="r" b="b"/>
              <a:pathLst>
                <a:path w="1644" h="1621" extrusionOk="0">
                  <a:moveTo>
                    <a:pt x="811" y="1"/>
                  </a:moveTo>
                  <a:cubicBezTo>
                    <a:pt x="584" y="1"/>
                    <a:pt x="394" y="84"/>
                    <a:pt x="239" y="239"/>
                  </a:cubicBezTo>
                  <a:cubicBezTo>
                    <a:pt x="96" y="382"/>
                    <a:pt x="1" y="596"/>
                    <a:pt x="1" y="799"/>
                  </a:cubicBezTo>
                  <a:cubicBezTo>
                    <a:pt x="1" y="1263"/>
                    <a:pt x="382" y="1620"/>
                    <a:pt x="822" y="1620"/>
                  </a:cubicBezTo>
                  <a:cubicBezTo>
                    <a:pt x="1275" y="1620"/>
                    <a:pt x="1644" y="1263"/>
                    <a:pt x="1644" y="799"/>
                  </a:cubicBezTo>
                  <a:cubicBezTo>
                    <a:pt x="1644" y="739"/>
                    <a:pt x="1632" y="668"/>
                    <a:pt x="1608" y="608"/>
                  </a:cubicBezTo>
                  <a:cubicBezTo>
                    <a:pt x="1557" y="546"/>
                    <a:pt x="1478" y="484"/>
                    <a:pt x="1389" y="484"/>
                  </a:cubicBezTo>
                  <a:cubicBezTo>
                    <a:pt x="1375" y="484"/>
                    <a:pt x="1361" y="486"/>
                    <a:pt x="1346" y="489"/>
                  </a:cubicBezTo>
                  <a:cubicBezTo>
                    <a:pt x="1239" y="525"/>
                    <a:pt x="1168" y="620"/>
                    <a:pt x="1192" y="727"/>
                  </a:cubicBezTo>
                  <a:cubicBezTo>
                    <a:pt x="1203" y="763"/>
                    <a:pt x="1203" y="787"/>
                    <a:pt x="1203" y="822"/>
                  </a:cubicBezTo>
                  <a:cubicBezTo>
                    <a:pt x="1203" y="1037"/>
                    <a:pt x="1025" y="1215"/>
                    <a:pt x="811" y="1215"/>
                  </a:cubicBezTo>
                  <a:cubicBezTo>
                    <a:pt x="584" y="1215"/>
                    <a:pt x="406" y="1037"/>
                    <a:pt x="406" y="822"/>
                  </a:cubicBezTo>
                  <a:cubicBezTo>
                    <a:pt x="406" y="596"/>
                    <a:pt x="584" y="418"/>
                    <a:pt x="811" y="418"/>
                  </a:cubicBezTo>
                  <a:cubicBezTo>
                    <a:pt x="930" y="418"/>
                    <a:pt x="1013" y="322"/>
                    <a:pt x="1013" y="203"/>
                  </a:cubicBezTo>
                  <a:cubicBezTo>
                    <a:pt x="1013" y="84"/>
                    <a:pt x="930" y="1"/>
                    <a:pt x="81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1" name="Google Shape;11130;p77">
              <a:extLst>
                <a:ext uri="{FF2B5EF4-FFF2-40B4-BE49-F238E27FC236}">
                  <a16:creationId xmlns:a16="http://schemas.microsoft.com/office/drawing/2014/main" id="{C737DE51-2565-4FC4-98DC-1AB6A96D1F20}"/>
                </a:ext>
              </a:extLst>
            </p:cNvPr>
            <p:cNvSpPr/>
            <p:nvPr/>
          </p:nvSpPr>
          <p:spPr>
            <a:xfrm>
              <a:off x="6048627" y="4416409"/>
              <a:ext cx="52205" cy="51856"/>
            </a:xfrm>
            <a:custGeom>
              <a:avLst/>
              <a:gdLst/>
              <a:ahLst/>
              <a:cxnLst/>
              <a:rect l="l" t="t" r="r" b="b"/>
              <a:pathLst>
                <a:path w="1644" h="1633" extrusionOk="0">
                  <a:moveTo>
                    <a:pt x="822" y="1"/>
                  </a:moveTo>
                  <a:cubicBezTo>
                    <a:pt x="596" y="1"/>
                    <a:pt x="405" y="84"/>
                    <a:pt x="238" y="239"/>
                  </a:cubicBezTo>
                  <a:cubicBezTo>
                    <a:pt x="95" y="382"/>
                    <a:pt x="0" y="596"/>
                    <a:pt x="0" y="822"/>
                  </a:cubicBezTo>
                  <a:cubicBezTo>
                    <a:pt x="0" y="1263"/>
                    <a:pt x="381" y="1632"/>
                    <a:pt x="822" y="1632"/>
                  </a:cubicBezTo>
                  <a:cubicBezTo>
                    <a:pt x="1274" y="1632"/>
                    <a:pt x="1643" y="1275"/>
                    <a:pt x="1643" y="822"/>
                  </a:cubicBezTo>
                  <a:cubicBezTo>
                    <a:pt x="1643" y="763"/>
                    <a:pt x="1631" y="680"/>
                    <a:pt x="1608" y="620"/>
                  </a:cubicBezTo>
                  <a:cubicBezTo>
                    <a:pt x="1577" y="548"/>
                    <a:pt x="1492" y="484"/>
                    <a:pt x="1400" y="484"/>
                  </a:cubicBezTo>
                  <a:cubicBezTo>
                    <a:pt x="1386" y="484"/>
                    <a:pt x="1372" y="486"/>
                    <a:pt x="1358" y="489"/>
                  </a:cubicBezTo>
                  <a:cubicBezTo>
                    <a:pt x="1250" y="525"/>
                    <a:pt x="1179" y="620"/>
                    <a:pt x="1215" y="727"/>
                  </a:cubicBezTo>
                  <a:cubicBezTo>
                    <a:pt x="1227" y="763"/>
                    <a:pt x="1227" y="787"/>
                    <a:pt x="1227" y="822"/>
                  </a:cubicBezTo>
                  <a:cubicBezTo>
                    <a:pt x="1227" y="1037"/>
                    <a:pt x="1048" y="1215"/>
                    <a:pt x="822" y="1215"/>
                  </a:cubicBezTo>
                  <a:cubicBezTo>
                    <a:pt x="596" y="1215"/>
                    <a:pt x="417" y="1037"/>
                    <a:pt x="417" y="822"/>
                  </a:cubicBezTo>
                  <a:cubicBezTo>
                    <a:pt x="417" y="596"/>
                    <a:pt x="596" y="418"/>
                    <a:pt x="822" y="418"/>
                  </a:cubicBezTo>
                  <a:cubicBezTo>
                    <a:pt x="941" y="418"/>
                    <a:pt x="1036" y="322"/>
                    <a:pt x="1036" y="203"/>
                  </a:cubicBezTo>
                  <a:cubicBezTo>
                    <a:pt x="1036" y="84"/>
                    <a:pt x="941" y="1"/>
                    <a:pt x="822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2" name="Google Shape;11131;p77">
              <a:extLst>
                <a:ext uri="{FF2B5EF4-FFF2-40B4-BE49-F238E27FC236}">
                  <a16:creationId xmlns:a16="http://schemas.microsoft.com/office/drawing/2014/main" id="{6D3E8024-7A79-4EBE-934D-CD380EC87AC1}"/>
                </a:ext>
              </a:extLst>
            </p:cNvPr>
            <p:cNvSpPr/>
            <p:nvPr/>
          </p:nvSpPr>
          <p:spPr>
            <a:xfrm>
              <a:off x="6000995" y="4365379"/>
              <a:ext cx="122892" cy="58016"/>
            </a:xfrm>
            <a:custGeom>
              <a:avLst/>
              <a:gdLst/>
              <a:ahLst/>
              <a:cxnLst/>
              <a:rect l="l" t="t" r="r" b="b"/>
              <a:pathLst>
                <a:path w="3870" h="1827" extrusionOk="0">
                  <a:moveTo>
                    <a:pt x="2310" y="1"/>
                  </a:moveTo>
                  <a:cubicBezTo>
                    <a:pt x="1810" y="1"/>
                    <a:pt x="1334" y="143"/>
                    <a:pt x="929" y="429"/>
                  </a:cubicBezTo>
                  <a:cubicBezTo>
                    <a:pt x="524" y="715"/>
                    <a:pt x="226" y="1096"/>
                    <a:pt x="48" y="1548"/>
                  </a:cubicBezTo>
                  <a:cubicBezTo>
                    <a:pt x="0" y="1656"/>
                    <a:pt x="60" y="1775"/>
                    <a:pt x="167" y="1810"/>
                  </a:cubicBezTo>
                  <a:cubicBezTo>
                    <a:pt x="192" y="1822"/>
                    <a:pt x="218" y="1827"/>
                    <a:pt x="244" y="1827"/>
                  </a:cubicBezTo>
                  <a:cubicBezTo>
                    <a:pt x="326" y="1827"/>
                    <a:pt x="404" y="1773"/>
                    <a:pt x="441" y="1691"/>
                  </a:cubicBezTo>
                  <a:cubicBezTo>
                    <a:pt x="738" y="917"/>
                    <a:pt x="1488" y="405"/>
                    <a:pt x="2322" y="405"/>
                  </a:cubicBezTo>
                  <a:cubicBezTo>
                    <a:pt x="2774" y="405"/>
                    <a:pt x="3191" y="536"/>
                    <a:pt x="3548" y="798"/>
                  </a:cubicBezTo>
                  <a:cubicBezTo>
                    <a:pt x="3581" y="831"/>
                    <a:pt x="3624" y="846"/>
                    <a:pt x="3667" y="846"/>
                  </a:cubicBezTo>
                  <a:cubicBezTo>
                    <a:pt x="3732" y="846"/>
                    <a:pt x="3798" y="813"/>
                    <a:pt x="3834" y="763"/>
                  </a:cubicBezTo>
                  <a:cubicBezTo>
                    <a:pt x="3870" y="679"/>
                    <a:pt x="3858" y="560"/>
                    <a:pt x="3774" y="489"/>
                  </a:cubicBezTo>
                  <a:cubicBezTo>
                    <a:pt x="3334" y="179"/>
                    <a:pt x="2846" y="1"/>
                    <a:pt x="2310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3" name="Google Shape;11132;p77">
              <a:extLst>
                <a:ext uri="{FF2B5EF4-FFF2-40B4-BE49-F238E27FC236}">
                  <a16:creationId xmlns:a16="http://schemas.microsoft.com/office/drawing/2014/main" id="{5FF87131-641B-4674-AF60-F854B71FFD72}"/>
                </a:ext>
              </a:extLst>
            </p:cNvPr>
            <p:cNvSpPr/>
            <p:nvPr/>
          </p:nvSpPr>
          <p:spPr>
            <a:xfrm>
              <a:off x="5816847" y="4230039"/>
              <a:ext cx="124797" cy="193610"/>
            </a:xfrm>
            <a:custGeom>
              <a:avLst/>
              <a:gdLst/>
              <a:ahLst/>
              <a:cxnLst/>
              <a:rect l="l" t="t" r="r" b="b"/>
              <a:pathLst>
                <a:path w="3930" h="6097" extrusionOk="0">
                  <a:moveTo>
                    <a:pt x="3513" y="417"/>
                  </a:moveTo>
                  <a:lnTo>
                    <a:pt x="3513" y="2441"/>
                  </a:lnTo>
                  <a:lnTo>
                    <a:pt x="822" y="2441"/>
                  </a:lnTo>
                  <a:lnTo>
                    <a:pt x="1834" y="714"/>
                  </a:lnTo>
                  <a:cubicBezTo>
                    <a:pt x="1930" y="524"/>
                    <a:pt x="2144" y="417"/>
                    <a:pt x="2346" y="417"/>
                  </a:cubicBezTo>
                  <a:close/>
                  <a:moveTo>
                    <a:pt x="2346" y="0"/>
                  </a:moveTo>
                  <a:cubicBezTo>
                    <a:pt x="1989" y="0"/>
                    <a:pt x="1644" y="203"/>
                    <a:pt x="1465" y="512"/>
                  </a:cubicBezTo>
                  <a:lnTo>
                    <a:pt x="60" y="2917"/>
                  </a:lnTo>
                  <a:cubicBezTo>
                    <a:pt x="1" y="3024"/>
                    <a:pt x="25" y="3143"/>
                    <a:pt x="132" y="3203"/>
                  </a:cubicBezTo>
                  <a:cubicBezTo>
                    <a:pt x="155" y="3215"/>
                    <a:pt x="203" y="3239"/>
                    <a:pt x="239" y="3239"/>
                  </a:cubicBezTo>
                  <a:cubicBezTo>
                    <a:pt x="310" y="3239"/>
                    <a:pt x="370" y="3203"/>
                    <a:pt x="417" y="3131"/>
                  </a:cubicBezTo>
                  <a:lnTo>
                    <a:pt x="572" y="2846"/>
                  </a:lnTo>
                  <a:lnTo>
                    <a:pt x="3513" y="2846"/>
                  </a:lnTo>
                  <a:lnTo>
                    <a:pt x="3513" y="5882"/>
                  </a:lnTo>
                  <a:cubicBezTo>
                    <a:pt x="3513" y="6001"/>
                    <a:pt x="3596" y="6096"/>
                    <a:pt x="3715" y="6096"/>
                  </a:cubicBezTo>
                  <a:cubicBezTo>
                    <a:pt x="3835" y="6096"/>
                    <a:pt x="3930" y="6001"/>
                    <a:pt x="3930" y="5882"/>
                  </a:cubicBezTo>
                  <a:lnTo>
                    <a:pt x="3930" y="203"/>
                  </a:lnTo>
                  <a:cubicBezTo>
                    <a:pt x="3918" y="95"/>
                    <a:pt x="3823" y="0"/>
                    <a:pt x="371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4" name="Google Shape;11133;p77">
              <a:extLst>
                <a:ext uri="{FF2B5EF4-FFF2-40B4-BE49-F238E27FC236}">
                  <a16:creationId xmlns:a16="http://schemas.microsoft.com/office/drawing/2014/main" id="{13510788-1189-4873-8660-AAD43AC194BC}"/>
                </a:ext>
              </a:extLst>
            </p:cNvPr>
            <p:cNvSpPr/>
            <p:nvPr/>
          </p:nvSpPr>
          <p:spPr>
            <a:xfrm>
              <a:off x="5954474" y="4230039"/>
              <a:ext cx="120256" cy="102854"/>
            </a:xfrm>
            <a:custGeom>
              <a:avLst/>
              <a:gdLst/>
              <a:ahLst/>
              <a:cxnLst/>
              <a:rect l="l" t="t" r="r" b="b"/>
              <a:pathLst>
                <a:path w="3787" h="3239" extrusionOk="0">
                  <a:moveTo>
                    <a:pt x="203" y="0"/>
                  </a:moveTo>
                  <a:cubicBezTo>
                    <a:pt x="84" y="0"/>
                    <a:pt x="1" y="95"/>
                    <a:pt x="1" y="214"/>
                  </a:cubicBezTo>
                  <a:lnTo>
                    <a:pt x="1" y="3024"/>
                  </a:lnTo>
                  <a:cubicBezTo>
                    <a:pt x="1" y="3143"/>
                    <a:pt x="84" y="3239"/>
                    <a:pt x="203" y="3239"/>
                  </a:cubicBezTo>
                  <a:cubicBezTo>
                    <a:pt x="322" y="3239"/>
                    <a:pt x="417" y="3143"/>
                    <a:pt x="417" y="3024"/>
                  </a:cubicBezTo>
                  <a:lnTo>
                    <a:pt x="417" y="405"/>
                  </a:lnTo>
                  <a:lnTo>
                    <a:pt x="1977" y="405"/>
                  </a:lnTo>
                  <a:cubicBezTo>
                    <a:pt x="2132" y="405"/>
                    <a:pt x="2322" y="512"/>
                    <a:pt x="2429" y="655"/>
                  </a:cubicBezTo>
                  <a:lnTo>
                    <a:pt x="3287" y="1786"/>
                  </a:lnTo>
                  <a:cubicBezTo>
                    <a:pt x="3346" y="1869"/>
                    <a:pt x="3358" y="1941"/>
                    <a:pt x="3358" y="2024"/>
                  </a:cubicBezTo>
                  <a:cubicBezTo>
                    <a:pt x="3358" y="2250"/>
                    <a:pt x="3180" y="2429"/>
                    <a:pt x="2953" y="2429"/>
                  </a:cubicBezTo>
                  <a:lnTo>
                    <a:pt x="1013" y="2429"/>
                  </a:lnTo>
                  <a:cubicBezTo>
                    <a:pt x="894" y="2429"/>
                    <a:pt x="798" y="2524"/>
                    <a:pt x="798" y="2643"/>
                  </a:cubicBezTo>
                  <a:cubicBezTo>
                    <a:pt x="798" y="2762"/>
                    <a:pt x="882" y="2846"/>
                    <a:pt x="1013" y="2846"/>
                  </a:cubicBezTo>
                  <a:lnTo>
                    <a:pt x="2977" y="2846"/>
                  </a:lnTo>
                  <a:cubicBezTo>
                    <a:pt x="3418" y="2846"/>
                    <a:pt x="3787" y="2489"/>
                    <a:pt x="3787" y="2024"/>
                  </a:cubicBezTo>
                  <a:cubicBezTo>
                    <a:pt x="3787" y="1846"/>
                    <a:pt x="3727" y="1691"/>
                    <a:pt x="3632" y="1536"/>
                  </a:cubicBezTo>
                  <a:lnTo>
                    <a:pt x="2775" y="405"/>
                  </a:lnTo>
                  <a:cubicBezTo>
                    <a:pt x="2584" y="155"/>
                    <a:pt x="2287" y="0"/>
                    <a:pt x="196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5" name="Google Shape;11134;p77">
              <a:extLst>
                <a:ext uri="{FF2B5EF4-FFF2-40B4-BE49-F238E27FC236}">
                  <a16:creationId xmlns:a16="http://schemas.microsoft.com/office/drawing/2014/main" id="{17D60B37-1711-4A32-B2D8-8799C2067557}"/>
                </a:ext>
              </a:extLst>
            </p:cNvPr>
            <p:cNvSpPr/>
            <p:nvPr/>
          </p:nvSpPr>
          <p:spPr>
            <a:xfrm>
              <a:off x="5876198" y="4333243"/>
              <a:ext cx="39376" cy="13274"/>
            </a:xfrm>
            <a:custGeom>
              <a:avLst/>
              <a:gdLst/>
              <a:ahLst/>
              <a:cxnLst/>
              <a:rect l="l" t="t" r="r" b="b"/>
              <a:pathLst>
                <a:path w="1240" h="418" extrusionOk="0">
                  <a:moveTo>
                    <a:pt x="215" y="1"/>
                  </a:moveTo>
                  <a:cubicBezTo>
                    <a:pt x="96" y="1"/>
                    <a:pt x="1" y="84"/>
                    <a:pt x="1" y="203"/>
                  </a:cubicBezTo>
                  <a:cubicBezTo>
                    <a:pt x="1" y="322"/>
                    <a:pt x="96" y="417"/>
                    <a:pt x="215" y="417"/>
                  </a:cubicBezTo>
                  <a:lnTo>
                    <a:pt x="1025" y="417"/>
                  </a:lnTo>
                  <a:cubicBezTo>
                    <a:pt x="1144" y="417"/>
                    <a:pt x="1239" y="322"/>
                    <a:pt x="1239" y="203"/>
                  </a:cubicBezTo>
                  <a:cubicBezTo>
                    <a:pt x="1239" y="84"/>
                    <a:pt x="1156" y="1"/>
                    <a:pt x="1025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6" name="Google Shape;11135;p77">
              <a:extLst>
                <a:ext uri="{FF2B5EF4-FFF2-40B4-BE49-F238E27FC236}">
                  <a16:creationId xmlns:a16="http://schemas.microsoft.com/office/drawing/2014/main" id="{E5750F46-1ADA-4CB7-BEA4-FA871835341C}"/>
                </a:ext>
              </a:extLst>
            </p:cNvPr>
            <p:cNvSpPr/>
            <p:nvPr/>
          </p:nvSpPr>
          <p:spPr>
            <a:xfrm>
              <a:off x="5979433" y="4333243"/>
              <a:ext cx="39344" cy="13274"/>
            </a:xfrm>
            <a:custGeom>
              <a:avLst/>
              <a:gdLst/>
              <a:ahLst/>
              <a:cxnLst/>
              <a:rect l="l" t="t" r="r" b="b"/>
              <a:pathLst>
                <a:path w="1239" h="418" extrusionOk="0">
                  <a:moveTo>
                    <a:pt x="203" y="1"/>
                  </a:moveTo>
                  <a:cubicBezTo>
                    <a:pt x="84" y="1"/>
                    <a:pt x="0" y="84"/>
                    <a:pt x="0" y="203"/>
                  </a:cubicBezTo>
                  <a:cubicBezTo>
                    <a:pt x="0" y="322"/>
                    <a:pt x="84" y="417"/>
                    <a:pt x="203" y="417"/>
                  </a:cubicBezTo>
                  <a:lnTo>
                    <a:pt x="1024" y="417"/>
                  </a:lnTo>
                  <a:cubicBezTo>
                    <a:pt x="1143" y="417"/>
                    <a:pt x="1239" y="322"/>
                    <a:pt x="1239" y="203"/>
                  </a:cubicBezTo>
                  <a:cubicBezTo>
                    <a:pt x="1239" y="84"/>
                    <a:pt x="1143" y="1"/>
                    <a:pt x="1024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76" name="Google Shape;11127;p77">
            <a:extLst>
              <a:ext uri="{FF2B5EF4-FFF2-40B4-BE49-F238E27FC236}">
                <a16:creationId xmlns:a16="http://schemas.microsoft.com/office/drawing/2014/main" id="{34D01803-D394-4F60-AB30-5B611353E95A}"/>
              </a:ext>
            </a:extLst>
          </p:cNvPr>
          <p:cNvGrpSpPr/>
          <p:nvPr/>
        </p:nvGrpSpPr>
        <p:grpSpPr>
          <a:xfrm>
            <a:off x="7023224" y="2720488"/>
            <a:ext cx="440505" cy="290018"/>
            <a:chOff x="5727616" y="4204699"/>
            <a:chExt cx="440505" cy="290018"/>
          </a:xfrm>
        </p:grpSpPr>
        <p:sp>
          <p:nvSpPr>
            <p:cNvPr id="177" name="Google Shape;11128;p77">
              <a:extLst>
                <a:ext uri="{FF2B5EF4-FFF2-40B4-BE49-F238E27FC236}">
                  <a16:creationId xmlns:a16="http://schemas.microsoft.com/office/drawing/2014/main" id="{2B176907-7265-4BFB-AD47-E50F2296C0AC}"/>
                </a:ext>
              </a:extLst>
            </p:cNvPr>
            <p:cNvSpPr/>
            <p:nvPr/>
          </p:nvSpPr>
          <p:spPr>
            <a:xfrm>
              <a:off x="5727616" y="4204699"/>
              <a:ext cx="440505" cy="290018"/>
            </a:xfrm>
            <a:custGeom>
              <a:avLst/>
              <a:gdLst/>
              <a:ahLst/>
              <a:cxnLst/>
              <a:rect l="l" t="t" r="r" b="b"/>
              <a:pathLst>
                <a:path w="13872" h="9133" extrusionOk="0">
                  <a:moveTo>
                    <a:pt x="13145" y="4465"/>
                  </a:moveTo>
                  <a:lnTo>
                    <a:pt x="13145" y="4870"/>
                  </a:lnTo>
                  <a:lnTo>
                    <a:pt x="12752" y="4870"/>
                  </a:lnTo>
                  <a:lnTo>
                    <a:pt x="12752" y="4465"/>
                  </a:lnTo>
                  <a:close/>
                  <a:moveTo>
                    <a:pt x="1275" y="3941"/>
                  </a:moveTo>
                  <a:lnTo>
                    <a:pt x="1275" y="4430"/>
                  </a:lnTo>
                  <a:cubicBezTo>
                    <a:pt x="1275" y="4775"/>
                    <a:pt x="1013" y="5049"/>
                    <a:pt x="668" y="5049"/>
                  </a:cubicBezTo>
                  <a:lnTo>
                    <a:pt x="418" y="5049"/>
                  </a:lnTo>
                  <a:cubicBezTo>
                    <a:pt x="501" y="4549"/>
                    <a:pt x="810" y="4120"/>
                    <a:pt x="1275" y="3941"/>
                  </a:cubicBezTo>
                  <a:close/>
                  <a:moveTo>
                    <a:pt x="9121" y="417"/>
                  </a:moveTo>
                  <a:cubicBezTo>
                    <a:pt x="9562" y="417"/>
                    <a:pt x="9978" y="620"/>
                    <a:pt x="10252" y="977"/>
                  </a:cubicBezTo>
                  <a:lnTo>
                    <a:pt x="12205" y="3584"/>
                  </a:lnTo>
                  <a:cubicBezTo>
                    <a:pt x="12240" y="3632"/>
                    <a:pt x="12300" y="3656"/>
                    <a:pt x="12360" y="3656"/>
                  </a:cubicBezTo>
                  <a:lnTo>
                    <a:pt x="13312" y="3656"/>
                  </a:lnTo>
                  <a:cubicBezTo>
                    <a:pt x="13431" y="3656"/>
                    <a:pt x="13514" y="3775"/>
                    <a:pt x="13467" y="3882"/>
                  </a:cubicBezTo>
                  <a:lnTo>
                    <a:pt x="13372" y="4060"/>
                  </a:lnTo>
                  <a:lnTo>
                    <a:pt x="12574" y="4060"/>
                  </a:lnTo>
                  <a:cubicBezTo>
                    <a:pt x="12455" y="4060"/>
                    <a:pt x="12360" y="4156"/>
                    <a:pt x="12360" y="4275"/>
                  </a:cubicBezTo>
                  <a:lnTo>
                    <a:pt x="12360" y="5084"/>
                  </a:lnTo>
                  <a:cubicBezTo>
                    <a:pt x="12360" y="5203"/>
                    <a:pt x="12455" y="5299"/>
                    <a:pt x="12574" y="5299"/>
                  </a:cubicBezTo>
                  <a:lnTo>
                    <a:pt x="13181" y="5299"/>
                  </a:lnTo>
                  <a:lnTo>
                    <a:pt x="13181" y="5596"/>
                  </a:lnTo>
                  <a:cubicBezTo>
                    <a:pt x="13181" y="5787"/>
                    <a:pt x="13252" y="5977"/>
                    <a:pt x="13395" y="6096"/>
                  </a:cubicBezTo>
                  <a:cubicBezTo>
                    <a:pt x="13455" y="6156"/>
                    <a:pt x="13479" y="6227"/>
                    <a:pt x="13479" y="6323"/>
                  </a:cubicBezTo>
                  <a:lnTo>
                    <a:pt x="13479" y="6692"/>
                  </a:lnTo>
                  <a:lnTo>
                    <a:pt x="13443" y="6692"/>
                  </a:lnTo>
                  <a:cubicBezTo>
                    <a:pt x="13443" y="7037"/>
                    <a:pt x="13181" y="7311"/>
                    <a:pt x="12836" y="7311"/>
                  </a:cubicBezTo>
                  <a:lnTo>
                    <a:pt x="12526" y="7311"/>
                  </a:lnTo>
                  <a:cubicBezTo>
                    <a:pt x="12419" y="6501"/>
                    <a:pt x="11740" y="5894"/>
                    <a:pt x="10919" y="5894"/>
                  </a:cubicBezTo>
                  <a:cubicBezTo>
                    <a:pt x="10097" y="5894"/>
                    <a:pt x="9419" y="6513"/>
                    <a:pt x="9312" y="7311"/>
                  </a:cubicBezTo>
                  <a:lnTo>
                    <a:pt x="4061" y="7311"/>
                  </a:lnTo>
                  <a:cubicBezTo>
                    <a:pt x="3954" y="6501"/>
                    <a:pt x="3275" y="5894"/>
                    <a:pt x="2454" y="5894"/>
                  </a:cubicBezTo>
                  <a:cubicBezTo>
                    <a:pt x="1632" y="5894"/>
                    <a:pt x="965" y="6501"/>
                    <a:pt x="846" y="7275"/>
                  </a:cubicBezTo>
                  <a:cubicBezTo>
                    <a:pt x="608" y="7204"/>
                    <a:pt x="429" y="6966"/>
                    <a:pt x="429" y="6692"/>
                  </a:cubicBezTo>
                  <a:lnTo>
                    <a:pt x="429" y="5465"/>
                  </a:lnTo>
                  <a:lnTo>
                    <a:pt x="691" y="5465"/>
                  </a:lnTo>
                  <a:cubicBezTo>
                    <a:pt x="1263" y="5465"/>
                    <a:pt x="1703" y="5001"/>
                    <a:pt x="1703" y="4453"/>
                  </a:cubicBezTo>
                  <a:lnTo>
                    <a:pt x="1703" y="3822"/>
                  </a:lnTo>
                  <a:lnTo>
                    <a:pt x="2406" y="3644"/>
                  </a:lnTo>
                  <a:cubicBezTo>
                    <a:pt x="2465" y="3632"/>
                    <a:pt x="2513" y="3596"/>
                    <a:pt x="2525" y="3560"/>
                  </a:cubicBezTo>
                  <a:lnTo>
                    <a:pt x="3954" y="1120"/>
                  </a:lnTo>
                  <a:cubicBezTo>
                    <a:pt x="4204" y="679"/>
                    <a:pt x="4680" y="417"/>
                    <a:pt x="5180" y="417"/>
                  </a:cubicBezTo>
                  <a:close/>
                  <a:moveTo>
                    <a:pt x="2430" y="6275"/>
                  </a:moveTo>
                  <a:cubicBezTo>
                    <a:pt x="3108" y="6275"/>
                    <a:pt x="3656" y="6823"/>
                    <a:pt x="3656" y="7501"/>
                  </a:cubicBezTo>
                  <a:cubicBezTo>
                    <a:pt x="3656" y="8168"/>
                    <a:pt x="3108" y="8716"/>
                    <a:pt x="2430" y="8716"/>
                  </a:cubicBezTo>
                  <a:cubicBezTo>
                    <a:pt x="1763" y="8716"/>
                    <a:pt x="1215" y="8168"/>
                    <a:pt x="1215" y="7501"/>
                  </a:cubicBezTo>
                  <a:cubicBezTo>
                    <a:pt x="1215" y="6823"/>
                    <a:pt x="1763" y="6275"/>
                    <a:pt x="2430" y="6275"/>
                  </a:cubicBezTo>
                  <a:close/>
                  <a:moveTo>
                    <a:pt x="10919" y="6275"/>
                  </a:moveTo>
                  <a:cubicBezTo>
                    <a:pt x="11586" y="6275"/>
                    <a:pt x="12145" y="6823"/>
                    <a:pt x="12145" y="7501"/>
                  </a:cubicBezTo>
                  <a:cubicBezTo>
                    <a:pt x="12145" y="8168"/>
                    <a:pt x="11586" y="8716"/>
                    <a:pt x="10919" y="8716"/>
                  </a:cubicBezTo>
                  <a:cubicBezTo>
                    <a:pt x="10252" y="8716"/>
                    <a:pt x="9693" y="8168"/>
                    <a:pt x="9693" y="7501"/>
                  </a:cubicBezTo>
                  <a:cubicBezTo>
                    <a:pt x="9693" y="6823"/>
                    <a:pt x="10252" y="6275"/>
                    <a:pt x="10919" y="6275"/>
                  </a:cubicBezTo>
                  <a:close/>
                  <a:moveTo>
                    <a:pt x="5144" y="0"/>
                  </a:moveTo>
                  <a:cubicBezTo>
                    <a:pt x="4501" y="0"/>
                    <a:pt x="3894" y="334"/>
                    <a:pt x="3573" y="905"/>
                  </a:cubicBezTo>
                  <a:lnTo>
                    <a:pt x="2180" y="3275"/>
                  </a:lnTo>
                  <a:lnTo>
                    <a:pt x="1430" y="3465"/>
                  </a:lnTo>
                  <a:cubicBezTo>
                    <a:pt x="489" y="3703"/>
                    <a:pt x="1" y="4477"/>
                    <a:pt x="1" y="5251"/>
                  </a:cubicBezTo>
                  <a:lnTo>
                    <a:pt x="1" y="6692"/>
                  </a:lnTo>
                  <a:cubicBezTo>
                    <a:pt x="1" y="7180"/>
                    <a:pt x="358" y="7608"/>
                    <a:pt x="810" y="7692"/>
                  </a:cubicBezTo>
                  <a:cubicBezTo>
                    <a:pt x="906" y="8501"/>
                    <a:pt x="1584" y="9132"/>
                    <a:pt x="2418" y="9132"/>
                  </a:cubicBezTo>
                  <a:cubicBezTo>
                    <a:pt x="3251" y="9132"/>
                    <a:pt x="3930" y="8513"/>
                    <a:pt x="4025" y="7728"/>
                  </a:cubicBezTo>
                  <a:lnTo>
                    <a:pt x="9300" y="7728"/>
                  </a:lnTo>
                  <a:cubicBezTo>
                    <a:pt x="9407" y="8525"/>
                    <a:pt x="10085" y="9132"/>
                    <a:pt x="10907" y="9132"/>
                  </a:cubicBezTo>
                  <a:cubicBezTo>
                    <a:pt x="11740" y="9132"/>
                    <a:pt x="12407" y="8513"/>
                    <a:pt x="12514" y="7728"/>
                  </a:cubicBezTo>
                  <a:lnTo>
                    <a:pt x="12824" y="7728"/>
                  </a:lnTo>
                  <a:cubicBezTo>
                    <a:pt x="13395" y="7728"/>
                    <a:pt x="13836" y="7263"/>
                    <a:pt x="13836" y="6716"/>
                  </a:cubicBezTo>
                  <a:lnTo>
                    <a:pt x="13836" y="6299"/>
                  </a:lnTo>
                  <a:cubicBezTo>
                    <a:pt x="13848" y="6096"/>
                    <a:pt x="13776" y="5918"/>
                    <a:pt x="13645" y="5787"/>
                  </a:cubicBezTo>
                  <a:cubicBezTo>
                    <a:pt x="13586" y="5727"/>
                    <a:pt x="13550" y="5656"/>
                    <a:pt x="13550" y="5561"/>
                  </a:cubicBezTo>
                  <a:lnTo>
                    <a:pt x="13550" y="4572"/>
                  </a:lnTo>
                  <a:lnTo>
                    <a:pt x="13788" y="4037"/>
                  </a:lnTo>
                  <a:cubicBezTo>
                    <a:pt x="13872" y="3846"/>
                    <a:pt x="13872" y="3656"/>
                    <a:pt x="13764" y="3501"/>
                  </a:cubicBezTo>
                  <a:cubicBezTo>
                    <a:pt x="13657" y="3334"/>
                    <a:pt x="13479" y="3239"/>
                    <a:pt x="13288" y="3239"/>
                  </a:cubicBezTo>
                  <a:lnTo>
                    <a:pt x="12443" y="3239"/>
                  </a:lnTo>
                  <a:lnTo>
                    <a:pt x="10550" y="727"/>
                  </a:lnTo>
                  <a:cubicBezTo>
                    <a:pt x="10204" y="262"/>
                    <a:pt x="9657" y="0"/>
                    <a:pt x="908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8" name="Google Shape;11129;p77">
              <a:extLst>
                <a:ext uri="{FF2B5EF4-FFF2-40B4-BE49-F238E27FC236}">
                  <a16:creationId xmlns:a16="http://schemas.microsoft.com/office/drawing/2014/main" id="{A4F44BDD-F0C4-4B59-9D79-E44795383DF1}"/>
                </a:ext>
              </a:extLst>
            </p:cNvPr>
            <p:cNvSpPr/>
            <p:nvPr/>
          </p:nvSpPr>
          <p:spPr>
            <a:xfrm>
              <a:off x="5779789" y="4416409"/>
              <a:ext cx="52205" cy="51475"/>
            </a:xfrm>
            <a:custGeom>
              <a:avLst/>
              <a:gdLst/>
              <a:ahLst/>
              <a:cxnLst/>
              <a:rect l="l" t="t" r="r" b="b"/>
              <a:pathLst>
                <a:path w="1644" h="1621" extrusionOk="0">
                  <a:moveTo>
                    <a:pt x="811" y="1"/>
                  </a:moveTo>
                  <a:cubicBezTo>
                    <a:pt x="584" y="1"/>
                    <a:pt x="394" y="84"/>
                    <a:pt x="239" y="239"/>
                  </a:cubicBezTo>
                  <a:cubicBezTo>
                    <a:pt x="96" y="382"/>
                    <a:pt x="1" y="596"/>
                    <a:pt x="1" y="799"/>
                  </a:cubicBezTo>
                  <a:cubicBezTo>
                    <a:pt x="1" y="1263"/>
                    <a:pt x="382" y="1620"/>
                    <a:pt x="822" y="1620"/>
                  </a:cubicBezTo>
                  <a:cubicBezTo>
                    <a:pt x="1275" y="1620"/>
                    <a:pt x="1644" y="1263"/>
                    <a:pt x="1644" y="799"/>
                  </a:cubicBezTo>
                  <a:cubicBezTo>
                    <a:pt x="1644" y="739"/>
                    <a:pt x="1632" y="668"/>
                    <a:pt x="1608" y="608"/>
                  </a:cubicBezTo>
                  <a:cubicBezTo>
                    <a:pt x="1557" y="546"/>
                    <a:pt x="1478" y="484"/>
                    <a:pt x="1389" y="484"/>
                  </a:cubicBezTo>
                  <a:cubicBezTo>
                    <a:pt x="1375" y="484"/>
                    <a:pt x="1361" y="486"/>
                    <a:pt x="1346" y="489"/>
                  </a:cubicBezTo>
                  <a:cubicBezTo>
                    <a:pt x="1239" y="525"/>
                    <a:pt x="1168" y="620"/>
                    <a:pt x="1192" y="727"/>
                  </a:cubicBezTo>
                  <a:cubicBezTo>
                    <a:pt x="1203" y="763"/>
                    <a:pt x="1203" y="787"/>
                    <a:pt x="1203" y="822"/>
                  </a:cubicBezTo>
                  <a:cubicBezTo>
                    <a:pt x="1203" y="1037"/>
                    <a:pt x="1025" y="1215"/>
                    <a:pt x="811" y="1215"/>
                  </a:cubicBezTo>
                  <a:cubicBezTo>
                    <a:pt x="584" y="1215"/>
                    <a:pt x="406" y="1037"/>
                    <a:pt x="406" y="822"/>
                  </a:cubicBezTo>
                  <a:cubicBezTo>
                    <a:pt x="406" y="596"/>
                    <a:pt x="584" y="418"/>
                    <a:pt x="811" y="418"/>
                  </a:cubicBezTo>
                  <a:cubicBezTo>
                    <a:pt x="930" y="418"/>
                    <a:pt x="1013" y="322"/>
                    <a:pt x="1013" y="203"/>
                  </a:cubicBezTo>
                  <a:cubicBezTo>
                    <a:pt x="1013" y="84"/>
                    <a:pt x="930" y="1"/>
                    <a:pt x="81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9" name="Google Shape;11130;p77">
              <a:extLst>
                <a:ext uri="{FF2B5EF4-FFF2-40B4-BE49-F238E27FC236}">
                  <a16:creationId xmlns:a16="http://schemas.microsoft.com/office/drawing/2014/main" id="{4896A768-CFBB-42AD-A5E1-33966CA0CCB2}"/>
                </a:ext>
              </a:extLst>
            </p:cNvPr>
            <p:cNvSpPr/>
            <p:nvPr/>
          </p:nvSpPr>
          <p:spPr>
            <a:xfrm>
              <a:off x="6048627" y="4416409"/>
              <a:ext cx="52205" cy="51856"/>
            </a:xfrm>
            <a:custGeom>
              <a:avLst/>
              <a:gdLst/>
              <a:ahLst/>
              <a:cxnLst/>
              <a:rect l="l" t="t" r="r" b="b"/>
              <a:pathLst>
                <a:path w="1644" h="1633" extrusionOk="0">
                  <a:moveTo>
                    <a:pt x="822" y="1"/>
                  </a:moveTo>
                  <a:cubicBezTo>
                    <a:pt x="596" y="1"/>
                    <a:pt x="405" y="84"/>
                    <a:pt x="238" y="239"/>
                  </a:cubicBezTo>
                  <a:cubicBezTo>
                    <a:pt x="95" y="382"/>
                    <a:pt x="0" y="596"/>
                    <a:pt x="0" y="822"/>
                  </a:cubicBezTo>
                  <a:cubicBezTo>
                    <a:pt x="0" y="1263"/>
                    <a:pt x="381" y="1632"/>
                    <a:pt x="822" y="1632"/>
                  </a:cubicBezTo>
                  <a:cubicBezTo>
                    <a:pt x="1274" y="1632"/>
                    <a:pt x="1643" y="1275"/>
                    <a:pt x="1643" y="822"/>
                  </a:cubicBezTo>
                  <a:cubicBezTo>
                    <a:pt x="1643" y="763"/>
                    <a:pt x="1631" y="680"/>
                    <a:pt x="1608" y="620"/>
                  </a:cubicBezTo>
                  <a:cubicBezTo>
                    <a:pt x="1577" y="548"/>
                    <a:pt x="1492" y="484"/>
                    <a:pt x="1400" y="484"/>
                  </a:cubicBezTo>
                  <a:cubicBezTo>
                    <a:pt x="1386" y="484"/>
                    <a:pt x="1372" y="486"/>
                    <a:pt x="1358" y="489"/>
                  </a:cubicBezTo>
                  <a:cubicBezTo>
                    <a:pt x="1250" y="525"/>
                    <a:pt x="1179" y="620"/>
                    <a:pt x="1215" y="727"/>
                  </a:cubicBezTo>
                  <a:cubicBezTo>
                    <a:pt x="1227" y="763"/>
                    <a:pt x="1227" y="787"/>
                    <a:pt x="1227" y="822"/>
                  </a:cubicBezTo>
                  <a:cubicBezTo>
                    <a:pt x="1227" y="1037"/>
                    <a:pt x="1048" y="1215"/>
                    <a:pt x="822" y="1215"/>
                  </a:cubicBezTo>
                  <a:cubicBezTo>
                    <a:pt x="596" y="1215"/>
                    <a:pt x="417" y="1037"/>
                    <a:pt x="417" y="822"/>
                  </a:cubicBezTo>
                  <a:cubicBezTo>
                    <a:pt x="417" y="596"/>
                    <a:pt x="596" y="418"/>
                    <a:pt x="822" y="418"/>
                  </a:cubicBezTo>
                  <a:cubicBezTo>
                    <a:pt x="941" y="418"/>
                    <a:pt x="1036" y="322"/>
                    <a:pt x="1036" y="203"/>
                  </a:cubicBezTo>
                  <a:cubicBezTo>
                    <a:pt x="1036" y="84"/>
                    <a:pt x="941" y="1"/>
                    <a:pt x="822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0" name="Google Shape;11131;p77">
              <a:extLst>
                <a:ext uri="{FF2B5EF4-FFF2-40B4-BE49-F238E27FC236}">
                  <a16:creationId xmlns:a16="http://schemas.microsoft.com/office/drawing/2014/main" id="{A92C0C05-90FF-4D29-9BFB-2CA30B304178}"/>
                </a:ext>
              </a:extLst>
            </p:cNvPr>
            <p:cNvSpPr/>
            <p:nvPr/>
          </p:nvSpPr>
          <p:spPr>
            <a:xfrm>
              <a:off x="6000995" y="4365379"/>
              <a:ext cx="122892" cy="58016"/>
            </a:xfrm>
            <a:custGeom>
              <a:avLst/>
              <a:gdLst/>
              <a:ahLst/>
              <a:cxnLst/>
              <a:rect l="l" t="t" r="r" b="b"/>
              <a:pathLst>
                <a:path w="3870" h="1827" extrusionOk="0">
                  <a:moveTo>
                    <a:pt x="2310" y="1"/>
                  </a:moveTo>
                  <a:cubicBezTo>
                    <a:pt x="1810" y="1"/>
                    <a:pt x="1334" y="143"/>
                    <a:pt x="929" y="429"/>
                  </a:cubicBezTo>
                  <a:cubicBezTo>
                    <a:pt x="524" y="715"/>
                    <a:pt x="226" y="1096"/>
                    <a:pt x="48" y="1548"/>
                  </a:cubicBezTo>
                  <a:cubicBezTo>
                    <a:pt x="0" y="1656"/>
                    <a:pt x="60" y="1775"/>
                    <a:pt x="167" y="1810"/>
                  </a:cubicBezTo>
                  <a:cubicBezTo>
                    <a:pt x="192" y="1822"/>
                    <a:pt x="218" y="1827"/>
                    <a:pt x="244" y="1827"/>
                  </a:cubicBezTo>
                  <a:cubicBezTo>
                    <a:pt x="326" y="1827"/>
                    <a:pt x="404" y="1773"/>
                    <a:pt x="441" y="1691"/>
                  </a:cubicBezTo>
                  <a:cubicBezTo>
                    <a:pt x="738" y="917"/>
                    <a:pt x="1488" y="405"/>
                    <a:pt x="2322" y="405"/>
                  </a:cubicBezTo>
                  <a:cubicBezTo>
                    <a:pt x="2774" y="405"/>
                    <a:pt x="3191" y="536"/>
                    <a:pt x="3548" y="798"/>
                  </a:cubicBezTo>
                  <a:cubicBezTo>
                    <a:pt x="3581" y="831"/>
                    <a:pt x="3624" y="846"/>
                    <a:pt x="3667" y="846"/>
                  </a:cubicBezTo>
                  <a:cubicBezTo>
                    <a:pt x="3732" y="846"/>
                    <a:pt x="3798" y="813"/>
                    <a:pt x="3834" y="763"/>
                  </a:cubicBezTo>
                  <a:cubicBezTo>
                    <a:pt x="3870" y="679"/>
                    <a:pt x="3858" y="560"/>
                    <a:pt x="3774" y="489"/>
                  </a:cubicBezTo>
                  <a:cubicBezTo>
                    <a:pt x="3334" y="179"/>
                    <a:pt x="2846" y="1"/>
                    <a:pt x="2310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1" name="Google Shape;11132;p77">
              <a:extLst>
                <a:ext uri="{FF2B5EF4-FFF2-40B4-BE49-F238E27FC236}">
                  <a16:creationId xmlns:a16="http://schemas.microsoft.com/office/drawing/2014/main" id="{0BC8B8ED-BF47-453B-9BDC-B16169868A76}"/>
                </a:ext>
              </a:extLst>
            </p:cNvPr>
            <p:cNvSpPr/>
            <p:nvPr/>
          </p:nvSpPr>
          <p:spPr>
            <a:xfrm>
              <a:off x="5816847" y="4230039"/>
              <a:ext cx="124797" cy="193610"/>
            </a:xfrm>
            <a:custGeom>
              <a:avLst/>
              <a:gdLst/>
              <a:ahLst/>
              <a:cxnLst/>
              <a:rect l="l" t="t" r="r" b="b"/>
              <a:pathLst>
                <a:path w="3930" h="6097" extrusionOk="0">
                  <a:moveTo>
                    <a:pt x="3513" y="417"/>
                  </a:moveTo>
                  <a:lnTo>
                    <a:pt x="3513" y="2441"/>
                  </a:lnTo>
                  <a:lnTo>
                    <a:pt x="822" y="2441"/>
                  </a:lnTo>
                  <a:lnTo>
                    <a:pt x="1834" y="714"/>
                  </a:lnTo>
                  <a:cubicBezTo>
                    <a:pt x="1930" y="524"/>
                    <a:pt x="2144" y="417"/>
                    <a:pt x="2346" y="417"/>
                  </a:cubicBezTo>
                  <a:close/>
                  <a:moveTo>
                    <a:pt x="2346" y="0"/>
                  </a:moveTo>
                  <a:cubicBezTo>
                    <a:pt x="1989" y="0"/>
                    <a:pt x="1644" y="203"/>
                    <a:pt x="1465" y="512"/>
                  </a:cubicBezTo>
                  <a:lnTo>
                    <a:pt x="60" y="2917"/>
                  </a:lnTo>
                  <a:cubicBezTo>
                    <a:pt x="1" y="3024"/>
                    <a:pt x="25" y="3143"/>
                    <a:pt x="132" y="3203"/>
                  </a:cubicBezTo>
                  <a:cubicBezTo>
                    <a:pt x="155" y="3215"/>
                    <a:pt x="203" y="3239"/>
                    <a:pt x="239" y="3239"/>
                  </a:cubicBezTo>
                  <a:cubicBezTo>
                    <a:pt x="310" y="3239"/>
                    <a:pt x="370" y="3203"/>
                    <a:pt x="417" y="3131"/>
                  </a:cubicBezTo>
                  <a:lnTo>
                    <a:pt x="572" y="2846"/>
                  </a:lnTo>
                  <a:lnTo>
                    <a:pt x="3513" y="2846"/>
                  </a:lnTo>
                  <a:lnTo>
                    <a:pt x="3513" y="5882"/>
                  </a:lnTo>
                  <a:cubicBezTo>
                    <a:pt x="3513" y="6001"/>
                    <a:pt x="3596" y="6096"/>
                    <a:pt x="3715" y="6096"/>
                  </a:cubicBezTo>
                  <a:cubicBezTo>
                    <a:pt x="3835" y="6096"/>
                    <a:pt x="3930" y="6001"/>
                    <a:pt x="3930" y="5882"/>
                  </a:cubicBezTo>
                  <a:lnTo>
                    <a:pt x="3930" y="203"/>
                  </a:lnTo>
                  <a:cubicBezTo>
                    <a:pt x="3918" y="95"/>
                    <a:pt x="3823" y="0"/>
                    <a:pt x="371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2" name="Google Shape;11133;p77">
              <a:extLst>
                <a:ext uri="{FF2B5EF4-FFF2-40B4-BE49-F238E27FC236}">
                  <a16:creationId xmlns:a16="http://schemas.microsoft.com/office/drawing/2014/main" id="{AFB8715B-C01B-4C0F-9B48-AFA544ADB34E}"/>
                </a:ext>
              </a:extLst>
            </p:cNvPr>
            <p:cNvSpPr/>
            <p:nvPr/>
          </p:nvSpPr>
          <p:spPr>
            <a:xfrm>
              <a:off x="5954474" y="4230039"/>
              <a:ext cx="120256" cy="102854"/>
            </a:xfrm>
            <a:custGeom>
              <a:avLst/>
              <a:gdLst/>
              <a:ahLst/>
              <a:cxnLst/>
              <a:rect l="l" t="t" r="r" b="b"/>
              <a:pathLst>
                <a:path w="3787" h="3239" extrusionOk="0">
                  <a:moveTo>
                    <a:pt x="203" y="0"/>
                  </a:moveTo>
                  <a:cubicBezTo>
                    <a:pt x="84" y="0"/>
                    <a:pt x="1" y="95"/>
                    <a:pt x="1" y="214"/>
                  </a:cubicBezTo>
                  <a:lnTo>
                    <a:pt x="1" y="3024"/>
                  </a:lnTo>
                  <a:cubicBezTo>
                    <a:pt x="1" y="3143"/>
                    <a:pt x="84" y="3239"/>
                    <a:pt x="203" y="3239"/>
                  </a:cubicBezTo>
                  <a:cubicBezTo>
                    <a:pt x="322" y="3239"/>
                    <a:pt x="417" y="3143"/>
                    <a:pt x="417" y="3024"/>
                  </a:cubicBezTo>
                  <a:lnTo>
                    <a:pt x="417" y="405"/>
                  </a:lnTo>
                  <a:lnTo>
                    <a:pt x="1977" y="405"/>
                  </a:lnTo>
                  <a:cubicBezTo>
                    <a:pt x="2132" y="405"/>
                    <a:pt x="2322" y="512"/>
                    <a:pt x="2429" y="655"/>
                  </a:cubicBezTo>
                  <a:lnTo>
                    <a:pt x="3287" y="1786"/>
                  </a:lnTo>
                  <a:cubicBezTo>
                    <a:pt x="3346" y="1869"/>
                    <a:pt x="3358" y="1941"/>
                    <a:pt x="3358" y="2024"/>
                  </a:cubicBezTo>
                  <a:cubicBezTo>
                    <a:pt x="3358" y="2250"/>
                    <a:pt x="3180" y="2429"/>
                    <a:pt x="2953" y="2429"/>
                  </a:cubicBezTo>
                  <a:lnTo>
                    <a:pt x="1013" y="2429"/>
                  </a:lnTo>
                  <a:cubicBezTo>
                    <a:pt x="894" y="2429"/>
                    <a:pt x="798" y="2524"/>
                    <a:pt x="798" y="2643"/>
                  </a:cubicBezTo>
                  <a:cubicBezTo>
                    <a:pt x="798" y="2762"/>
                    <a:pt x="882" y="2846"/>
                    <a:pt x="1013" y="2846"/>
                  </a:cubicBezTo>
                  <a:lnTo>
                    <a:pt x="2977" y="2846"/>
                  </a:lnTo>
                  <a:cubicBezTo>
                    <a:pt x="3418" y="2846"/>
                    <a:pt x="3787" y="2489"/>
                    <a:pt x="3787" y="2024"/>
                  </a:cubicBezTo>
                  <a:cubicBezTo>
                    <a:pt x="3787" y="1846"/>
                    <a:pt x="3727" y="1691"/>
                    <a:pt x="3632" y="1536"/>
                  </a:cubicBezTo>
                  <a:lnTo>
                    <a:pt x="2775" y="405"/>
                  </a:lnTo>
                  <a:cubicBezTo>
                    <a:pt x="2584" y="155"/>
                    <a:pt x="2287" y="0"/>
                    <a:pt x="196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3" name="Google Shape;11134;p77">
              <a:extLst>
                <a:ext uri="{FF2B5EF4-FFF2-40B4-BE49-F238E27FC236}">
                  <a16:creationId xmlns:a16="http://schemas.microsoft.com/office/drawing/2014/main" id="{F55ECE54-A21C-48A3-B335-FDBC7C10C7D8}"/>
                </a:ext>
              </a:extLst>
            </p:cNvPr>
            <p:cNvSpPr/>
            <p:nvPr/>
          </p:nvSpPr>
          <p:spPr>
            <a:xfrm>
              <a:off x="5876198" y="4333243"/>
              <a:ext cx="39376" cy="13274"/>
            </a:xfrm>
            <a:custGeom>
              <a:avLst/>
              <a:gdLst/>
              <a:ahLst/>
              <a:cxnLst/>
              <a:rect l="l" t="t" r="r" b="b"/>
              <a:pathLst>
                <a:path w="1240" h="418" extrusionOk="0">
                  <a:moveTo>
                    <a:pt x="215" y="1"/>
                  </a:moveTo>
                  <a:cubicBezTo>
                    <a:pt x="96" y="1"/>
                    <a:pt x="1" y="84"/>
                    <a:pt x="1" y="203"/>
                  </a:cubicBezTo>
                  <a:cubicBezTo>
                    <a:pt x="1" y="322"/>
                    <a:pt x="96" y="417"/>
                    <a:pt x="215" y="417"/>
                  </a:cubicBezTo>
                  <a:lnTo>
                    <a:pt x="1025" y="417"/>
                  </a:lnTo>
                  <a:cubicBezTo>
                    <a:pt x="1144" y="417"/>
                    <a:pt x="1239" y="322"/>
                    <a:pt x="1239" y="203"/>
                  </a:cubicBezTo>
                  <a:cubicBezTo>
                    <a:pt x="1239" y="84"/>
                    <a:pt x="1156" y="1"/>
                    <a:pt x="1025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4" name="Google Shape;11135;p77">
              <a:extLst>
                <a:ext uri="{FF2B5EF4-FFF2-40B4-BE49-F238E27FC236}">
                  <a16:creationId xmlns:a16="http://schemas.microsoft.com/office/drawing/2014/main" id="{E5E75B12-9E22-4131-8349-422661E23324}"/>
                </a:ext>
              </a:extLst>
            </p:cNvPr>
            <p:cNvSpPr/>
            <p:nvPr/>
          </p:nvSpPr>
          <p:spPr>
            <a:xfrm>
              <a:off x="5979433" y="4333243"/>
              <a:ext cx="39344" cy="13274"/>
            </a:xfrm>
            <a:custGeom>
              <a:avLst/>
              <a:gdLst/>
              <a:ahLst/>
              <a:cxnLst/>
              <a:rect l="l" t="t" r="r" b="b"/>
              <a:pathLst>
                <a:path w="1239" h="418" extrusionOk="0">
                  <a:moveTo>
                    <a:pt x="203" y="1"/>
                  </a:moveTo>
                  <a:cubicBezTo>
                    <a:pt x="84" y="1"/>
                    <a:pt x="0" y="84"/>
                    <a:pt x="0" y="203"/>
                  </a:cubicBezTo>
                  <a:cubicBezTo>
                    <a:pt x="0" y="322"/>
                    <a:pt x="84" y="417"/>
                    <a:pt x="203" y="417"/>
                  </a:cubicBezTo>
                  <a:lnTo>
                    <a:pt x="1024" y="417"/>
                  </a:lnTo>
                  <a:cubicBezTo>
                    <a:pt x="1143" y="417"/>
                    <a:pt x="1239" y="322"/>
                    <a:pt x="1239" y="203"/>
                  </a:cubicBezTo>
                  <a:cubicBezTo>
                    <a:pt x="1239" y="84"/>
                    <a:pt x="1143" y="1"/>
                    <a:pt x="1024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185" name="Google Shape;2068;p59">
            <a:extLst>
              <a:ext uri="{FF2B5EF4-FFF2-40B4-BE49-F238E27FC236}">
                <a16:creationId xmlns:a16="http://schemas.microsoft.com/office/drawing/2014/main" id="{C4B3F9B3-E1AC-481E-A2A7-DD842EAB8969}"/>
              </a:ext>
            </a:extLst>
          </p:cNvPr>
          <p:cNvSpPr txBox="1"/>
          <p:nvPr/>
        </p:nvSpPr>
        <p:spPr>
          <a:xfrm>
            <a:off x="2485854" y="5124626"/>
            <a:ext cx="1920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dirty="0">
              <a:solidFill>
                <a:schemeClr val="dk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186" name="Google Shape;2071;p59">
            <a:extLst>
              <a:ext uri="{FF2B5EF4-FFF2-40B4-BE49-F238E27FC236}">
                <a16:creationId xmlns:a16="http://schemas.microsoft.com/office/drawing/2014/main" id="{6406DDB3-82F2-4A3E-BF73-74D133AFB84D}"/>
              </a:ext>
            </a:extLst>
          </p:cNvPr>
          <p:cNvSpPr/>
          <p:nvPr/>
        </p:nvSpPr>
        <p:spPr>
          <a:xfrm rot="10800000">
            <a:off x="2491501" y="5989770"/>
            <a:ext cx="1909006" cy="955096"/>
          </a:xfrm>
          <a:custGeom>
            <a:avLst/>
            <a:gdLst/>
            <a:ahLst/>
            <a:cxnLst/>
            <a:rect l="l" t="t" r="r" b="b"/>
            <a:pathLst>
              <a:path w="44065" h="22050" fill="none" extrusionOk="0">
                <a:moveTo>
                  <a:pt x="0" y="22050"/>
                </a:moveTo>
                <a:cubicBezTo>
                  <a:pt x="0" y="9874"/>
                  <a:pt x="9874" y="1"/>
                  <a:pt x="22049" y="1"/>
                </a:cubicBezTo>
                <a:cubicBezTo>
                  <a:pt x="34191" y="1"/>
                  <a:pt x="44065" y="9874"/>
                  <a:pt x="44065" y="22050"/>
                </a:cubicBezTo>
              </a:path>
            </a:pathLst>
          </a:custGeom>
          <a:noFill/>
          <a:ln w="19050" cap="rnd" cmpd="sng">
            <a:solidFill>
              <a:schemeClr val="dk1"/>
            </a:solidFill>
            <a:prstDash val="solid"/>
            <a:miter lim="33357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7" name="Google Shape;2074;p59">
            <a:extLst>
              <a:ext uri="{FF2B5EF4-FFF2-40B4-BE49-F238E27FC236}">
                <a16:creationId xmlns:a16="http://schemas.microsoft.com/office/drawing/2014/main" id="{D2A3104E-7684-4592-8BCA-D9BB83B0D031}"/>
              </a:ext>
            </a:extLst>
          </p:cNvPr>
          <p:cNvSpPr/>
          <p:nvPr/>
        </p:nvSpPr>
        <p:spPr>
          <a:xfrm rot="10800000">
            <a:off x="4318532" y="5894302"/>
            <a:ext cx="158994" cy="159009"/>
          </a:xfrm>
          <a:custGeom>
            <a:avLst/>
            <a:gdLst/>
            <a:ahLst/>
            <a:cxnLst/>
            <a:rect l="l" t="t" r="r" b="b"/>
            <a:pathLst>
              <a:path w="3670" h="3671" extrusionOk="0">
                <a:moveTo>
                  <a:pt x="1835" y="1"/>
                </a:moveTo>
                <a:cubicBezTo>
                  <a:pt x="834" y="1"/>
                  <a:pt x="1" y="835"/>
                  <a:pt x="1" y="1836"/>
                </a:cubicBezTo>
                <a:cubicBezTo>
                  <a:pt x="1" y="2870"/>
                  <a:pt x="834" y="3670"/>
                  <a:pt x="1835" y="3670"/>
                </a:cubicBezTo>
                <a:cubicBezTo>
                  <a:pt x="2836" y="3670"/>
                  <a:pt x="3670" y="2870"/>
                  <a:pt x="3670" y="1836"/>
                </a:cubicBezTo>
                <a:cubicBezTo>
                  <a:pt x="3670" y="835"/>
                  <a:pt x="2869" y="1"/>
                  <a:pt x="183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8" name="Google Shape;2075;p59">
            <a:extLst>
              <a:ext uri="{FF2B5EF4-FFF2-40B4-BE49-F238E27FC236}">
                <a16:creationId xmlns:a16="http://schemas.microsoft.com/office/drawing/2014/main" id="{6581DFDC-5A3F-4AF0-9823-CAC4F3214ED7}"/>
              </a:ext>
            </a:extLst>
          </p:cNvPr>
          <p:cNvSpPr/>
          <p:nvPr/>
        </p:nvSpPr>
        <p:spPr>
          <a:xfrm rot="10800000">
            <a:off x="2409562" y="5894302"/>
            <a:ext cx="158994" cy="159009"/>
          </a:xfrm>
          <a:custGeom>
            <a:avLst/>
            <a:gdLst/>
            <a:ahLst/>
            <a:cxnLst/>
            <a:rect l="l" t="t" r="r" b="b"/>
            <a:pathLst>
              <a:path w="3670" h="3671" extrusionOk="0">
                <a:moveTo>
                  <a:pt x="1835" y="1"/>
                </a:moveTo>
                <a:cubicBezTo>
                  <a:pt x="834" y="1"/>
                  <a:pt x="0" y="835"/>
                  <a:pt x="0" y="1836"/>
                </a:cubicBezTo>
                <a:cubicBezTo>
                  <a:pt x="0" y="2870"/>
                  <a:pt x="834" y="3670"/>
                  <a:pt x="1835" y="3670"/>
                </a:cubicBezTo>
                <a:cubicBezTo>
                  <a:pt x="2836" y="3670"/>
                  <a:pt x="3670" y="2870"/>
                  <a:pt x="3670" y="1836"/>
                </a:cubicBezTo>
                <a:cubicBezTo>
                  <a:pt x="3670" y="835"/>
                  <a:pt x="2836" y="1"/>
                  <a:pt x="183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9" name="Google Shape;2064;p59">
            <a:extLst>
              <a:ext uri="{FF2B5EF4-FFF2-40B4-BE49-F238E27FC236}">
                <a16:creationId xmlns:a16="http://schemas.microsoft.com/office/drawing/2014/main" id="{0106831C-C14E-4D8D-80E5-690D228DDA01}"/>
              </a:ext>
            </a:extLst>
          </p:cNvPr>
          <p:cNvSpPr/>
          <p:nvPr/>
        </p:nvSpPr>
        <p:spPr>
          <a:xfrm rot="5400000">
            <a:off x="2994054" y="5748311"/>
            <a:ext cx="903900" cy="7836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002E8A">
              <a:alpha val="33000"/>
            </a:srgbClr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90" name="Google Shape;2068;p59">
            <a:extLst>
              <a:ext uri="{FF2B5EF4-FFF2-40B4-BE49-F238E27FC236}">
                <a16:creationId xmlns:a16="http://schemas.microsoft.com/office/drawing/2014/main" id="{9F33ED1C-03C1-4185-A71A-FB0982D1D900}"/>
              </a:ext>
            </a:extLst>
          </p:cNvPr>
          <p:cNvSpPr txBox="1"/>
          <p:nvPr/>
        </p:nvSpPr>
        <p:spPr>
          <a:xfrm>
            <a:off x="2485854" y="5124626"/>
            <a:ext cx="1920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2100" dirty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1950</a:t>
            </a:r>
            <a:endParaRPr sz="2100" dirty="0">
              <a:solidFill>
                <a:schemeClr val="dk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191" name="Google Shape;2071;p59">
            <a:extLst>
              <a:ext uri="{FF2B5EF4-FFF2-40B4-BE49-F238E27FC236}">
                <a16:creationId xmlns:a16="http://schemas.microsoft.com/office/drawing/2014/main" id="{5E939BCE-A200-49C5-A8A4-8C4D7876E633}"/>
              </a:ext>
            </a:extLst>
          </p:cNvPr>
          <p:cNvSpPr/>
          <p:nvPr/>
        </p:nvSpPr>
        <p:spPr>
          <a:xfrm rot="10800000">
            <a:off x="2491501" y="5989770"/>
            <a:ext cx="1909006" cy="955096"/>
          </a:xfrm>
          <a:custGeom>
            <a:avLst/>
            <a:gdLst/>
            <a:ahLst/>
            <a:cxnLst/>
            <a:rect l="l" t="t" r="r" b="b"/>
            <a:pathLst>
              <a:path w="44065" h="22050" fill="none" extrusionOk="0">
                <a:moveTo>
                  <a:pt x="0" y="22050"/>
                </a:moveTo>
                <a:cubicBezTo>
                  <a:pt x="0" y="9874"/>
                  <a:pt x="9874" y="1"/>
                  <a:pt x="22049" y="1"/>
                </a:cubicBezTo>
                <a:cubicBezTo>
                  <a:pt x="34191" y="1"/>
                  <a:pt x="44065" y="9874"/>
                  <a:pt x="44065" y="22050"/>
                </a:cubicBezTo>
              </a:path>
            </a:pathLst>
          </a:custGeom>
          <a:noFill/>
          <a:ln w="19050" cap="rnd" cmpd="sng">
            <a:solidFill>
              <a:schemeClr val="dk1"/>
            </a:solidFill>
            <a:prstDash val="solid"/>
            <a:miter lim="33357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92" name="Google Shape;2075;p59">
            <a:extLst>
              <a:ext uri="{FF2B5EF4-FFF2-40B4-BE49-F238E27FC236}">
                <a16:creationId xmlns:a16="http://schemas.microsoft.com/office/drawing/2014/main" id="{0C282A18-DFEA-4948-BE7B-E558DC1C4005}"/>
              </a:ext>
            </a:extLst>
          </p:cNvPr>
          <p:cNvSpPr/>
          <p:nvPr/>
        </p:nvSpPr>
        <p:spPr>
          <a:xfrm rot="10800000">
            <a:off x="2409562" y="5894302"/>
            <a:ext cx="158994" cy="159009"/>
          </a:xfrm>
          <a:custGeom>
            <a:avLst/>
            <a:gdLst/>
            <a:ahLst/>
            <a:cxnLst/>
            <a:rect l="l" t="t" r="r" b="b"/>
            <a:pathLst>
              <a:path w="3670" h="3671" extrusionOk="0">
                <a:moveTo>
                  <a:pt x="1835" y="1"/>
                </a:moveTo>
                <a:cubicBezTo>
                  <a:pt x="834" y="1"/>
                  <a:pt x="0" y="835"/>
                  <a:pt x="0" y="1836"/>
                </a:cubicBezTo>
                <a:cubicBezTo>
                  <a:pt x="0" y="2870"/>
                  <a:pt x="834" y="3670"/>
                  <a:pt x="1835" y="3670"/>
                </a:cubicBezTo>
                <a:cubicBezTo>
                  <a:pt x="2836" y="3670"/>
                  <a:pt x="3670" y="2870"/>
                  <a:pt x="3670" y="1836"/>
                </a:cubicBezTo>
                <a:cubicBezTo>
                  <a:pt x="3670" y="835"/>
                  <a:pt x="2836" y="1"/>
                  <a:pt x="183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193" name="Google Shape;2635;p64">
            <a:extLst>
              <a:ext uri="{FF2B5EF4-FFF2-40B4-BE49-F238E27FC236}">
                <a16:creationId xmlns:a16="http://schemas.microsoft.com/office/drawing/2014/main" id="{4D958A68-46F5-4013-B9FA-A07428D24325}"/>
              </a:ext>
            </a:extLst>
          </p:cNvPr>
          <p:cNvGrpSpPr/>
          <p:nvPr/>
        </p:nvGrpSpPr>
        <p:grpSpPr>
          <a:xfrm>
            <a:off x="3201070" y="5937549"/>
            <a:ext cx="536704" cy="391964"/>
            <a:chOff x="3963285" y="3226337"/>
            <a:chExt cx="602023" cy="439668"/>
          </a:xfrm>
        </p:grpSpPr>
        <p:sp>
          <p:nvSpPr>
            <p:cNvPr id="194" name="Google Shape;2636;p64">
              <a:extLst>
                <a:ext uri="{FF2B5EF4-FFF2-40B4-BE49-F238E27FC236}">
                  <a16:creationId xmlns:a16="http://schemas.microsoft.com/office/drawing/2014/main" id="{373673BC-D87E-4424-A5F2-422D27BA233A}"/>
                </a:ext>
              </a:extLst>
            </p:cNvPr>
            <p:cNvSpPr/>
            <p:nvPr/>
          </p:nvSpPr>
          <p:spPr>
            <a:xfrm>
              <a:off x="3963319" y="3226337"/>
              <a:ext cx="601990" cy="439668"/>
            </a:xfrm>
            <a:custGeom>
              <a:avLst/>
              <a:gdLst/>
              <a:ahLst/>
              <a:cxnLst/>
              <a:rect l="l" t="t" r="r" b="b"/>
              <a:pathLst>
                <a:path w="18150" h="13256" extrusionOk="0">
                  <a:moveTo>
                    <a:pt x="4330" y="533"/>
                  </a:moveTo>
                  <a:lnTo>
                    <a:pt x="4330" y="1584"/>
                  </a:lnTo>
                  <a:lnTo>
                    <a:pt x="3312" y="1584"/>
                  </a:lnTo>
                  <a:lnTo>
                    <a:pt x="3312" y="533"/>
                  </a:lnTo>
                  <a:close/>
                  <a:moveTo>
                    <a:pt x="14838" y="533"/>
                  </a:moveTo>
                  <a:lnTo>
                    <a:pt x="14838" y="1584"/>
                  </a:lnTo>
                  <a:lnTo>
                    <a:pt x="13820" y="1584"/>
                  </a:lnTo>
                  <a:lnTo>
                    <a:pt x="13820" y="533"/>
                  </a:lnTo>
                  <a:close/>
                  <a:moveTo>
                    <a:pt x="1550" y="2662"/>
                  </a:moveTo>
                  <a:lnTo>
                    <a:pt x="1550" y="3714"/>
                  </a:lnTo>
                  <a:lnTo>
                    <a:pt x="532" y="3714"/>
                  </a:lnTo>
                  <a:lnTo>
                    <a:pt x="532" y="2662"/>
                  </a:lnTo>
                  <a:close/>
                  <a:moveTo>
                    <a:pt x="17618" y="2662"/>
                  </a:moveTo>
                  <a:lnTo>
                    <a:pt x="17618" y="3714"/>
                  </a:lnTo>
                  <a:lnTo>
                    <a:pt x="16599" y="3714"/>
                  </a:lnTo>
                  <a:lnTo>
                    <a:pt x="16599" y="2662"/>
                  </a:lnTo>
                  <a:close/>
                  <a:moveTo>
                    <a:pt x="12577" y="3044"/>
                  </a:moveTo>
                  <a:lnTo>
                    <a:pt x="12577" y="10213"/>
                  </a:lnTo>
                  <a:lnTo>
                    <a:pt x="5573" y="10213"/>
                  </a:lnTo>
                  <a:lnTo>
                    <a:pt x="5573" y="3044"/>
                  </a:lnTo>
                  <a:close/>
                  <a:moveTo>
                    <a:pt x="4330" y="11673"/>
                  </a:moveTo>
                  <a:lnTo>
                    <a:pt x="4330" y="12725"/>
                  </a:lnTo>
                  <a:lnTo>
                    <a:pt x="3312" y="12725"/>
                  </a:lnTo>
                  <a:lnTo>
                    <a:pt x="3312" y="11673"/>
                  </a:lnTo>
                  <a:close/>
                  <a:moveTo>
                    <a:pt x="14838" y="11673"/>
                  </a:moveTo>
                  <a:lnTo>
                    <a:pt x="14838" y="12725"/>
                  </a:lnTo>
                  <a:lnTo>
                    <a:pt x="13820" y="12725"/>
                  </a:lnTo>
                  <a:lnTo>
                    <a:pt x="13820" y="11673"/>
                  </a:lnTo>
                  <a:close/>
                  <a:moveTo>
                    <a:pt x="3224" y="1"/>
                  </a:moveTo>
                  <a:cubicBezTo>
                    <a:pt x="2979" y="1"/>
                    <a:pt x="2780" y="199"/>
                    <a:pt x="2780" y="443"/>
                  </a:cubicBezTo>
                  <a:lnTo>
                    <a:pt x="2780" y="1672"/>
                  </a:lnTo>
                  <a:cubicBezTo>
                    <a:pt x="2780" y="1917"/>
                    <a:pt x="2979" y="2116"/>
                    <a:pt x="3224" y="2116"/>
                  </a:cubicBezTo>
                  <a:lnTo>
                    <a:pt x="3529" y="2116"/>
                  </a:lnTo>
                  <a:lnTo>
                    <a:pt x="3529" y="4103"/>
                  </a:lnTo>
                  <a:cubicBezTo>
                    <a:pt x="3529" y="4347"/>
                    <a:pt x="3727" y="4546"/>
                    <a:pt x="3971" y="4546"/>
                  </a:cubicBezTo>
                  <a:lnTo>
                    <a:pt x="5041" y="4546"/>
                  </a:lnTo>
                  <a:lnTo>
                    <a:pt x="5041" y="5597"/>
                  </a:lnTo>
                  <a:lnTo>
                    <a:pt x="1325" y="5597"/>
                  </a:lnTo>
                  <a:lnTo>
                    <a:pt x="1325" y="4245"/>
                  </a:lnTo>
                  <a:lnTo>
                    <a:pt x="1640" y="4245"/>
                  </a:lnTo>
                  <a:cubicBezTo>
                    <a:pt x="1884" y="4245"/>
                    <a:pt x="2082" y="4047"/>
                    <a:pt x="2082" y="3803"/>
                  </a:cubicBezTo>
                  <a:lnTo>
                    <a:pt x="2082" y="2573"/>
                  </a:lnTo>
                  <a:cubicBezTo>
                    <a:pt x="2082" y="2328"/>
                    <a:pt x="1884" y="2130"/>
                    <a:pt x="1640" y="2130"/>
                  </a:cubicBezTo>
                  <a:lnTo>
                    <a:pt x="443" y="2130"/>
                  </a:lnTo>
                  <a:cubicBezTo>
                    <a:pt x="199" y="2130"/>
                    <a:pt x="1" y="2328"/>
                    <a:pt x="1" y="2573"/>
                  </a:cubicBezTo>
                  <a:lnTo>
                    <a:pt x="1" y="3803"/>
                  </a:lnTo>
                  <a:cubicBezTo>
                    <a:pt x="1" y="4047"/>
                    <a:pt x="199" y="4245"/>
                    <a:pt x="443" y="4245"/>
                  </a:cubicBezTo>
                  <a:lnTo>
                    <a:pt x="794" y="4245"/>
                  </a:lnTo>
                  <a:lnTo>
                    <a:pt x="794" y="5686"/>
                  </a:lnTo>
                  <a:cubicBezTo>
                    <a:pt x="794" y="5930"/>
                    <a:pt x="992" y="6129"/>
                    <a:pt x="1236" y="6129"/>
                  </a:cubicBezTo>
                  <a:lnTo>
                    <a:pt x="5041" y="6129"/>
                  </a:lnTo>
                  <a:lnTo>
                    <a:pt x="5041" y="7072"/>
                  </a:lnTo>
                  <a:lnTo>
                    <a:pt x="3971" y="7072"/>
                  </a:lnTo>
                  <a:cubicBezTo>
                    <a:pt x="3824" y="7072"/>
                    <a:pt x="3705" y="7191"/>
                    <a:pt x="3705" y="7338"/>
                  </a:cubicBezTo>
                  <a:cubicBezTo>
                    <a:pt x="3705" y="7485"/>
                    <a:pt x="3824" y="7604"/>
                    <a:pt x="3971" y="7604"/>
                  </a:cubicBezTo>
                  <a:lnTo>
                    <a:pt x="5041" y="7604"/>
                  </a:lnTo>
                  <a:lnTo>
                    <a:pt x="5041" y="8711"/>
                  </a:lnTo>
                  <a:lnTo>
                    <a:pt x="3971" y="8711"/>
                  </a:lnTo>
                  <a:cubicBezTo>
                    <a:pt x="3727" y="8711"/>
                    <a:pt x="3529" y="8909"/>
                    <a:pt x="3529" y="9153"/>
                  </a:cubicBezTo>
                  <a:lnTo>
                    <a:pt x="3529" y="11141"/>
                  </a:lnTo>
                  <a:lnTo>
                    <a:pt x="3224" y="11141"/>
                  </a:lnTo>
                  <a:cubicBezTo>
                    <a:pt x="2979" y="11141"/>
                    <a:pt x="2780" y="11339"/>
                    <a:pt x="2780" y="11583"/>
                  </a:cubicBezTo>
                  <a:lnTo>
                    <a:pt x="2780" y="12812"/>
                  </a:lnTo>
                  <a:cubicBezTo>
                    <a:pt x="2780" y="13057"/>
                    <a:pt x="2979" y="13256"/>
                    <a:pt x="3224" y="13256"/>
                  </a:cubicBezTo>
                  <a:lnTo>
                    <a:pt x="4419" y="13256"/>
                  </a:lnTo>
                  <a:cubicBezTo>
                    <a:pt x="4663" y="13256"/>
                    <a:pt x="4862" y="13057"/>
                    <a:pt x="4862" y="12812"/>
                  </a:cubicBezTo>
                  <a:lnTo>
                    <a:pt x="4862" y="11583"/>
                  </a:lnTo>
                  <a:cubicBezTo>
                    <a:pt x="4862" y="11339"/>
                    <a:pt x="4663" y="11141"/>
                    <a:pt x="4419" y="11141"/>
                  </a:cubicBezTo>
                  <a:lnTo>
                    <a:pt x="4061" y="11141"/>
                  </a:lnTo>
                  <a:lnTo>
                    <a:pt x="4061" y="9242"/>
                  </a:lnTo>
                  <a:lnTo>
                    <a:pt x="5041" y="9242"/>
                  </a:lnTo>
                  <a:lnTo>
                    <a:pt x="5041" y="10301"/>
                  </a:lnTo>
                  <a:cubicBezTo>
                    <a:pt x="5041" y="10545"/>
                    <a:pt x="5240" y="10743"/>
                    <a:pt x="5485" y="10743"/>
                  </a:cubicBezTo>
                  <a:lnTo>
                    <a:pt x="6475" y="10743"/>
                  </a:lnTo>
                  <a:lnTo>
                    <a:pt x="6475" y="11944"/>
                  </a:lnTo>
                  <a:cubicBezTo>
                    <a:pt x="6475" y="12091"/>
                    <a:pt x="6594" y="12210"/>
                    <a:pt x="6740" y="12210"/>
                  </a:cubicBezTo>
                  <a:cubicBezTo>
                    <a:pt x="6887" y="12210"/>
                    <a:pt x="7006" y="12091"/>
                    <a:pt x="7006" y="11944"/>
                  </a:cubicBezTo>
                  <a:lnTo>
                    <a:pt x="7006" y="10743"/>
                  </a:lnTo>
                  <a:lnTo>
                    <a:pt x="8031" y="10743"/>
                  </a:lnTo>
                  <a:lnTo>
                    <a:pt x="8031" y="11944"/>
                  </a:lnTo>
                  <a:cubicBezTo>
                    <a:pt x="8031" y="12091"/>
                    <a:pt x="8150" y="12210"/>
                    <a:pt x="8297" y="12210"/>
                  </a:cubicBezTo>
                  <a:cubicBezTo>
                    <a:pt x="8444" y="12210"/>
                    <a:pt x="8563" y="12091"/>
                    <a:pt x="8563" y="11944"/>
                  </a:cubicBezTo>
                  <a:lnTo>
                    <a:pt x="8563" y="10743"/>
                  </a:lnTo>
                  <a:lnTo>
                    <a:pt x="9588" y="10743"/>
                  </a:lnTo>
                  <a:lnTo>
                    <a:pt x="9588" y="11944"/>
                  </a:lnTo>
                  <a:cubicBezTo>
                    <a:pt x="9588" y="12091"/>
                    <a:pt x="9707" y="12210"/>
                    <a:pt x="9854" y="12210"/>
                  </a:cubicBezTo>
                  <a:cubicBezTo>
                    <a:pt x="10000" y="12210"/>
                    <a:pt x="10119" y="12091"/>
                    <a:pt x="10119" y="11944"/>
                  </a:cubicBezTo>
                  <a:lnTo>
                    <a:pt x="10119" y="10743"/>
                  </a:lnTo>
                  <a:lnTo>
                    <a:pt x="11144" y="10743"/>
                  </a:lnTo>
                  <a:lnTo>
                    <a:pt x="11144" y="11944"/>
                  </a:lnTo>
                  <a:cubicBezTo>
                    <a:pt x="11144" y="12091"/>
                    <a:pt x="11263" y="12210"/>
                    <a:pt x="11410" y="12210"/>
                  </a:cubicBezTo>
                  <a:cubicBezTo>
                    <a:pt x="11557" y="12210"/>
                    <a:pt x="11676" y="12091"/>
                    <a:pt x="11676" y="11944"/>
                  </a:cubicBezTo>
                  <a:lnTo>
                    <a:pt x="11676" y="10743"/>
                  </a:lnTo>
                  <a:lnTo>
                    <a:pt x="12667" y="10743"/>
                  </a:lnTo>
                  <a:cubicBezTo>
                    <a:pt x="12911" y="10743"/>
                    <a:pt x="13109" y="10545"/>
                    <a:pt x="13109" y="10301"/>
                  </a:cubicBezTo>
                  <a:lnTo>
                    <a:pt x="13109" y="9242"/>
                  </a:lnTo>
                  <a:lnTo>
                    <a:pt x="14090" y="9242"/>
                  </a:lnTo>
                  <a:lnTo>
                    <a:pt x="14090" y="11141"/>
                  </a:lnTo>
                  <a:lnTo>
                    <a:pt x="13732" y="11141"/>
                  </a:lnTo>
                  <a:cubicBezTo>
                    <a:pt x="13487" y="11141"/>
                    <a:pt x="13289" y="11339"/>
                    <a:pt x="13289" y="11583"/>
                  </a:cubicBezTo>
                  <a:lnTo>
                    <a:pt x="13289" y="12812"/>
                  </a:lnTo>
                  <a:cubicBezTo>
                    <a:pt x="13289" y="13057"/>
                    <a:pt x="13487" y="13256"/>
                    <a:pt x="13732" y="13256"/>
                  </a:cubicBezTo>
                  <a:lnTo>
                    <a:pt x="14927" y="13256"/>
                  </a:lnTo>
                  <a:cubicBezTo>
                    <a:pt x="15171" y="13256"/>
                    <a:pt x="15370" y="13057"/>
                    <a:pt x="15370" y="12812"/>
                  </a:cubicBezTo>
                  <a:lnTo>
                    <a:pt x="15370" y="11583"/>
                  </a:lnTo>
                  <a:cubicBezTo>
                    <a:pt x="15370" y="11339"/>
                    <a:pt x="15171" y="11141"/>
                    <a:pt x="14927" y="11141"/>
                  </a:cubicBezTo>
                  <a:lnTo>
                    <a:pt x="14622" y="11141"/>
                  </a:lnTo>
                  <a:lnTo>
                    <a:pt x="14622" y="9153"/>
                  </a:lnTo>
                  <a:cubicBezTo>
                    <a:pt x="14622" y="8909"/>
                    <a:pt x="14424" y="8711"/>
                    <a:pt x="14179" y="8711"/>
                  </a:cubicBezTo>
                  <a:lnTo>
                    <a:pt x="13109" y="8711"/>
                  </a:lnTo>
                  <a:lnTo>
                    <a:pt x="13109" y="7604"/>
                  </a:lnTo>
                  <a:lnTo>
                    <a:pt x="14215" y="7604"/>
                  </a:lnTo>
                  <a:cubicBezTo>
                    <a:pt x="14362" y="7604"/>
                    <a:pt x="14481" y="7485"/>
                    <a:pt x="14481" y="7338"/>
                  </a:cubicBezTo>
                  <a:cubicBezTo>
                    <a:pt x="14481" y="7191"/>
                    <a:pt x="14362" y="7072"/>
                    <a:pt x="14215" y="7072"/>
                  </a:cubicBezTo>
                  <a:lnTo>
                    <a:pt x="13109" y="7072"/>
                  </a:lnTo>
                  <a:lnTo>
                    <a:pt x="13109" y="6129"/>
                  </a:lnTo>
                  <a:lnTo>
                    <a:pt x="16914" y="6129"/>
                  </a:lnTo>
                  <a:cubicBezTo>
                    <a:pt x="17159" y="6129"/>
                    <a:pt x="17357" y="5930"/>
                    <a:pt x="17357" y="5686"/>
                  </a:cubicBezTo>
                  <a:lnTo>
                    <a:pt x="17357" y="4245"/>
                  </a:lnTo>
                  <a:lnTo>
                    <a:pt x="17707" y="4245"/>
                  </a:lnTo>
                  <a:cubicBezTo>
                    <a:pt x="17951" y="4245"/>
                    <a:pt x="18150" y="4047"/>
                    <a:pt x="18150" y="3803"/>
                  </a:cubicBezTo>
                  <a:lnTo>
                    <a:pt x="18150" y="2573"/>
                  </a:lnTo>
                  <a:cubicBezTo>
                    <a:pt x="18150" y="2329"/>
                    <a:pt x="17951" y="2130"/>
                    <a:pt x="17707" y="2130"/>
                  </a:cubicBezTo>
                  <a:lnTo>
                    <a:pt x="16511" y="2130"/>
                  </a:lnTo>
                  <a:cubicBezTo>
                    <a:pt x="16267" y="2130"/>
                    <a:pt x="16068" y="2329"/>
                    <a:pt x="16068" y="2574"/>
                  </a:cubicBezTo>
                  <a:lnTo>
                    <a:pt x="16068" y="3803"/>
                  </a:lnTo>
                  <a:cubicBezTo>
                    <a:pt x="16068" y="4047"/>
                    <a:pt x="16267" y="4245"/>
                    <a:pt x="16511" y="4245"/>
                  </a:cubicBezTo>
                  <a:lnTo>
                    <a:pt x="16825" y="4245"/>
                  </a:lnTo>
                  <a:lnTo>
                    <a:pt x="16825" y="5598"/>
                  </a:lnTo>
                  <a:lnTo>
                    <a:pt x="13109" y="5598"/>
                  </a:lnTo>
                  <a:lnTo>
                    <a:pt x="13109" y="4546"/>
                  </a:lnTo>
                  <a:lnTo>
                    <a:pt x="14179" y="4546"/>
                  </a:lnTo>
                  <a:cubicBezTo>
                    <a:pt x="14424" y="4546"/>
                    <a:pt x="14622" y="4347"/>
                    <a:pt x="14622" y="4103"/>
                  </a:cubicBezTo>
                  <a:lnTo>
                    <a:pt x="14622" y="2116"/>
                  </a:lnTo>
                  <a:lnTo>
                    <a:pt x="14928" y="2116"/>
                  </a:lnTo>
                  <a:cubicBezTo>
                    <a:pt x="15172" y="2116"/>
                    <a:pt x="15370" y="1917"/>
                    <a:pt x="15370" y="1672"/>
                  </a:cubicBezTo>
                  <a:lnTo>
                    <a:pt x="15370" y="443"/>
                  </a:lnTo>
                  <a:cubicBezTo>
                    <a:pt x="15370" y="199"/>
                    <a:pt x="15172" y="1"/>
                    <a:pt x="14928" y="1"/>
                  </a:cubicBezTo>
                  <a:lnTo>
                    <a:pt x="13732" y="1"/>
                  </a:lnTo>
                  <a:cubicBezTo>
                    <a:pt x="13487" y="1"/>
                    <a:pt x="13289" y="199"/>
                    <a:pt x="13289" y="443"/>
                  </a:cubicBezTo>
                  <a:lnTo>
                    <a:pt x="13289" y="1672"/>
                  </a:lnTo>
                  <a:cubicBezTo>
                    <a:pt x="13289" y="1917"/>
                    <a:pt x="13487" y="2116"/>
                    <a:pt x="13732" y="2116"/>
                  </a:cubicBezTo>
                  <a:lnTo>
                    <a:pt x="14090" y="2116"/>
                  </a:lnTo>
                  <a:lnTo>
                    <a:pt x="14090" y="4014"/>
                  </a:lnTo>
                  <a:lnTo>
                    <a:pt x="13109" y="4014"/>
                  </a:lnTo>
                  <a:lnTo>
                    <a:pt x="13109" y="2956"/>
                  </a:lnTo>
                  <a:cubicBezTo>
                    <a:pt x="13109" y="2711"/>
                    <a:pt x="12910" y="2512"/>
                    <a:pt x="12667" y="2512"/>
                  </a:cubicBezTo>
                  <a:lnTo>
                    <a:pt x="11676" y="2512"/>
                  </a:lnTo>
                  <a:lnTo>
                    <a:pt x="11676" y="1312"/>
                  </a:lnTo>
                  <a:cubicBezTo>
                    <a:pt x="11676" y="1165"/>
                    <a:pt x="11557" y="1046"/>
                    <a:pt x="11410" y="1046"/>
                  </a:cubicBezTo>
                  <a:cubicBezTo>
                    <a:pt x="11263" y="1046"/>
                    <a:pt x="11144" y="1165"/>
                    <a:pt x="11144" y="1312"/>
                  </a:cubicBezTo>
                  <a:lnTo>
                    <a:pt x="11144" y="2512"/>
                  </a:lnTo>
                  <a:lnTo>
                    <a:pt x="10119" y="2512"/>
                  </a:lnTo>
                  <a:lnTo>
                    <a:pt x="10119" y="1312"/>
                  </a:lnTo>
                  <a:cubicBezTo>
                    <a:pt x="10119" y="1165"/>
                    <a:pt x="10000" y="1046"/>
                    <a:pt x="9854" y="1046"/>
                  </a:cubicBezTo>
                  <a:cubicBezTo>
                    <a:pt x="9707" y="1046"/>
                    <a:pt x="9588" y="1165"/>
                    <a:pt x="9588" y="1312"/>
                  </a:cubicBezTo>
                  <a:lnTo>
                    <a:pt x="9588" y="2512"/>
                  </a:lnTo>
                  <a:lnTo>
                    <a:pt x="8563" y="2512"/>
                  </a:lnTo>
                  <a:lnTo>
                    <a:pt x="8563" y="1312"/>
                  </a:lnTo>
                  <a:cubicBezTo>
                    <a:pt x="8563" y="1165"/>
                    <a:pt x="8444" y="1046"/>
                    <a:pt x="8297" y="1046"/>
                  </a:cubicBezTo>
                  <a:cubicBezTo>
                    <a:pt x="8150" y="1046"/>
                    <a:pt x="8031" y="1165"/>
                    <a:pt x="8031" y="1312"/>
                  </a:cubicBezTo>
                  <a:lnTo>
                    <a:pt x="8031" y="2512"/>
                  </a:lnTo>
                  <a:lnTo>
                    <a:pt x="7006" y="2512"/>
                  </a:lnTo>
                  <a:lnTo>
                    <a:pt x="7006" y="1312"/>
                  </a:lnTo>
                  <a:cubicBezTo>
                    <a:pt x="7006" y="1165"/>
                    <a:pt x="6887" y="1046"/>
                    <a:pt x="6740" y="1046"/>
                  </a:cubicBezTo>
                  <a:cubicBezTo>
                    <a:pt x="6594" y="1046"/>
                    <a:pt x="6475" y="1165"/>
                    <a:pt x="6475" y="1312"/>
                  </a:cubicBezTo>
                  <a:lnTo>
                    <a:pt x="6475" y="2512"/>
                  </a:lnTo>
                  <a:lnTo>
                    <a:pt x="5485" y="2512"/>
                  </a:lnTo>
                  <a:cubicBezTo>
                    <a:pt x="5240" y="2512"/>
                    <a:pt x="5041" y="2711"/>
                    <a:pt x="5041" y="2956"/>
                  </a:cubicBezTo>
                  <a:lnTo>
                    <a:pt x="5041" y="4014"/>
                  </a:lnTo>
                  <a:lnTo>
                    <a:pt x="4061" y="4014"/>
                  </a:lnTo>
                  <a:lnTo>
                    <a:pt x="4061" y="2116"/>
                  </a:lnTo>
                  <a:lnTo>
                    <a:pt x="4419" y="2116"/>
                  </a:lnTo>
                  <a:cubicBezTo>
                    <a:pt x="4663" y="2116"/>
                    <a:pt x="4863" y="1917"/>
                    <a:pt x="4863" y="1672"/>
                  </a:cubicBezTo>
                  <a:lnTo>
                    <a:pt x="4863" y="443"/>
                  </a:lnTo>
                  <a:cubicBezTo>
                    <a:pt x="4863" y="199"/>
                    <a:pt x="4663" y="1"/>
                    <a:pt x="44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5" name="Google Shape;2637;p64">
              <a:extLst>
                <a:ext uri="{FF2B5EF4-FFF2-40B4-BE49-F238E27FC236}">
                  <a16:creationId xmlns:a16="http://schemas.microsoft.com/office/drawing/2014/main" id="{EE60FDD3-CC58-4BE0-8A9E-38003EEA1DD0}"/>
                </a:ext>
              </a:extLst>
            </p:cNvPr>
            <p:cNvSpPr/>
            <p:nvPr/>
          </p:nvSpPr>
          <p:spPr>
            <a:xfrm>
              <a:off x="4475325" y="3460898"/>
              <a:ext cx="89983" cy="132703"/>
            </a:xfrm>
            <a:custGeom>
              <a:avLst/>
              <a:gdLst/>
              <a:ahLst/>
              <a:cxnLst/>
              <a:rect l="l" t="t" r="r" b="b"/>
              <a:pathLst>
                <a:path w="2713" h="4001" extrusionOk="0">
                  <a:moveTo>
                    <a:pt x="2181" y="2417"/>
                  </a:moveTo>
                  <a:lnTo>
                    <a:pt x="2181" y="3468"/>
                  </a:lnTo>
                  <a:lnTo>
                    <a:pt x="1162" y="3468"/>
                  </a:lnTo>
                  <a:lnTo>
                    <a:pt x="1162" y="2417"/>
                  </a:lnTo>
                  <a:close/>
                  <a:moveTo>
                    <a:pt x="267" y="1"/>
                  </a:moveTo>
                  <a:cubicBezTo>
                    <a:pt x="120" y="1"/>
                    <a:pt x="1" y="120"/>
                    <a:pt x="1" y="267"/>
                  </a:cubicBezTo>
                  <a:cubicBezTo>
                    <a:pt x="1" y="414"/>
                    <a:pt x="120" y="533"/>
                    <a:pt x="267" y="533"/>
                  </a:cubicBezTo>
                  <a:lnTo>
                    <a:pt x="1389" y="533"/>
                  </a:lnTo>
                  <a:lnTo>
                    <a:pt x="1389" y="1885"/>
                  </a:lnTo>
                  <a:lnTo>
                    <a:pt x="1074" y="1885"/>
                  </a:lnTo>
                  <a:cubicBezTo>
                    <a:pt x="830" y="1885"/>
                    <a:pt x="631" y="2083"/>
                    <a:pt x="631" y="2327"/>
                  </a:cubicBezTo>
                  <a:lnTo>
                    <a:pt x="631" y="3556"/>
                  </a:lnTo>
                  <a:cubicBezTo>
                    <a:pt x="631" y="3801"/>
                    <a:pt x="830" y="4000"/>
                    <a:pt x="1074" y="4000"/>
                  </a:cubicBezTo>
                  <a:lnTo>
                    <a:pt x="2270" y="4000"/>
                  </a:lnTo>
                  <a:cubicBezTo>
                    <a:pt x="2514" y="4000"/>
                    <a:pt x="2713" y="3801"/>
                    <a:pt x="2713" y="3556"/>
                  </a:cubicBezTo>
                  <a:lnTo>
                    <a:pt x="2713" y="2327"/>
                  </a:lnTo>
                  <a:cubicBezTo>
                    <a:pt x="2713" y="2083"/>
                    <a:pt x="2514" y="1885"/>
                    <a:pt x="2270" y="1885"/>
                  </a:cubicBezTo>
                  <a:lnTo>
                    <a:pt x="1920" y="1885"/>
                  </a:lnTo>
                  <a:lnTo>
                    <a:pt x="1920" y="443"/>
                  </a:lnTo>
                  <a:cubicBezTo>
                    <a:pt x="1920" y="199"/>
                    <a:pt x="1722" y="1"/>
                    <a:pt x="14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6" name="Google Shape;2638;p64">
              <a:extLst>
                <a:ext uri="{FF2B5EF4-FFF2-40B4-BE49-F238E27FC236}">
                  <a16:creationId xmlns:a16="http://schemas.microsoft.com/office/drawing/2014/main" id="{EF636F5C-8489-4153-86C5-8AAA863B3711}"/>
                </a:ext>
              </a:extLst>
            </p:cNvPr>
            <p:cNvSpPr/>
            <p:nvPr/>
          </p:nvSpPr>
          <p:spPr>
            <a:xfrm>
              <a:off x="3963285" y="3460898"/>
              <a:ext cx="91177" cy="132703"/>
            </a:xfrm>
            <a:custGeom>
              <a:avLst/>
              <a:gdLst/>
              <a:ahLst/>
              <a:cxnLst/>
              <a:rect l="l" t="t" r="r" b="b"/>
              <a:pathLst>
                <a:path w="2749" h="4001" extrusionOk="0">
                  <a:moveTo>
                    <a:pt x="1551" y="2417"/>
                  </a:moveTo>
                  <a:lnTo>
                    <a:pt x="1551" y="3468"/>
                  </a:lnTo>
                  <a:lnTo>
                    <a:pt x="533" y="3468"/>
                  </a:lnTo>
                  <a:lnTo>
                    <a:pt x="533" y="2417"/>
                  </a:lnTo>
                  <a:close/>
                  <a:moveTo>
                    <a:pt x="1237" y="1"/>
                  </a:moveTo>
                  <a:cubicBezTo>
                    <a:pt x="993" y="1"/>
                    <a:pt x="794" y="199"/>
                    <a:pt x="794" y="443"/>
                  </a:cubicBezTo>
                  <a:lnTo>
                    <a:pt x="794" y="1885"/>
                  </a:lnTo>
                  <a:lnTo>
                    <a:pt x="444" y="1885"/>
                  </a:lnTo>
                  <a:cubicBezTo>
                    <a:pt x="200" y="1885"/>
                    <a:pt x="1" y="2083"/>
                    <a:pt x="1" y="2327"/>
                  </a:cubicBezTo>
                  <a:lnTo>
                    <a:pt x="1" y="3558"/>
                  </a:lnTo>
                  <a:cubicBezTo>
                    <a:pt x="1" y="3802"/>
                    <a:pt x="200" y="4000"/>
                    <a:pt x="444" y="4000"/>
                  </a:cubicBezTo>
                  <a:lnTo>
                    <a:pt x="1640" y="4000"/>
                  </a:lnTo>
                  <a:cubicBezTo>
                    <a:pt x="1884" y="4000"/>
                    <a:pt x="2083" y="3802"/>
                    <a:pt x="2083" y="3558"/>
                  </a:cubicBezTo>
                  <a:lnTo>
                    <a:pt x="2083" y="2327"/>
                  </a:lnTo>
                  <a:cubicBezTo>
                    <a:pt x="2083" y="2083"/>
                    <a:pt x="1884" y="1885"/>
                    <a:pt x="1640" y="1885"/>
                  </a:cubicBezTo>
                  <a:lnTo>
                    <a:pt x="1325" y="1885"/>
                  </a:lnTo>
                  <a:lnTo>
                    <a:pt x="1325" y="533"/>
                  </a:lnTo>
                  <a:lnTo>
                    <a:pt x="2483" y="533"/>
                  </a:lnTo>
                  <a:cubicBezTo>
                    <a:pt x="2629" y="533"/>
                    <a:pt x="2748" y="414"/>
                    <a:pt x="2748" y="267"/>
                  </a:cubicBezTo>
                  <a:cubicBezTo>
                    <a:pt x="2748" y="120"/>
                    <a:pt x="2629" y="1"/>
                    <a:pt x="24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7" name="Google Shape;2639;p64">
              <a:extLst>
                <a:ext uri="{FF2B5EF4-FFF2-40B4-BE49-F238E27FC236}">
                  <a16:creationId xmlns:a16="http://schemas.microsoft.com/office/drawing/2014/main" id="{24844C1D-F126-4B62-BBC0-7A9D1D1DDE84}"/>
                </a:ext>
              </a:extLst>
            </p:cNvPr>
            <p:cNvSpPr/>
            <p:nvPr/>
          </p:nvSpPr>
          <p:spPr>
            <a:xfrm>
              <a:off x="4183650" y="3363982"/>
              <a:ext cx="161294" cy="164378"/>
            </a:xfrm>
            <a:custGeom>
              <a:avLst/>
              <a:gdLst/>
              <a:ahLst/>
              <a:cxnLst/>
              <a:rect l="l" t="t" r="r" b="b"/>
              <a:pathLst>
                <a:path w="4863" h="4956" extrusionOk="0">
                  <a:moveTo>
                    <a:pt x="1625" y="3298"/>
                  </a:moveTo>
                  <a:lnTo>
                    <a:pt x="1625" y="4424"/>
                  </a:lnTo>
                  <a:lnTo>
                    <a:pt x="533" y="4424"/>
                  </a:lnTo>
                  <a:lnTo>
                    <a:pt x="533" y="3298"/>
                  </a:lnTo>
                  <a:close/>
                  <a:moveTo>
                    <a:pt x="444" y="1"/>
                  </a:moveTo>
                  <a:cubicBezTo>
                    <a:pt x="200" y="1"/>
                    <a:pt x="1" y="200"/>
                    <a:pt x="1" y="444"/>
                  </a:cubicBezTo>
                  <a:lnTo>
                    <a:pt x="1" y="4513"/>
                  </a:lnTo>
                  <a:cubicBezTo>
                    <a:pt x="1" y="4758"/>
                    <a:pt x="200" y="4956"/>
                    <a:pt x="444" y="4956"/>
                  </a:cubicBezTo>
                  <a:lnTo>
                    <a:pt x="4420" y="4956"/>
                  </a:lnTo>
                  <a:cubicBezTo>
                    <a:pt x="4664" y="4956"/>
                    <a:pt x="4863" y="4758"/>
                    <a:pt x="4863" y="4513"/>
                  </a:cubicBezTo>
                  <a:lnTo>
                    <a:pt x="4863" y="2834"/>
                  </a:lnTo>
                  <a:cubicBezTo>
                    <a:pt x="4863" y="2687"/>
                    <a:pt x="4743" y="2568"/>
                    <a:pt x="4597" y="2568"/>
                  </a:cubicBezTo>
                  <a:cubicBezTo>
                    <a:pt x="4450" y="2568"/>
                    <a:pt x="4331" y="2687"/>
                    <a:pt x="4331" y="2834"/>
                  </a:cubicBezTo>
                  <a:lnTo>
                    <a:pt x="4331" y="4424"/>
                  </a:lnTo>
                  <a:lnTo>
                    <a:pt x="2157" y="4424"/>
                  </a:lnTo>
                  <a:lnTo>
                    <a:pt x="2157" y="3032"/>
                  </a:lnTo>
                  <a:cubicBezTo>
                    <a:pt x="2157" y="2885"/>
                    <a:pt x="2038" y="2766"/>
                    <a:pt x="1891" y="2766"/>
                  </a:cubicBezTo>
                  <a:lnTo>
                    <a:pt x="534" y="2766"/>
                  </a:lnTo>
                  <a:lnTo>
                    <a:pt x="534" y="533"/>
                  </a:lnTo>
                  <a:lnTo>
                    <a:pt x="4332" y="533"/>
                  </a:lnTo>
                  <a:lnTo>
                    <a:pt x="4332" y="1274"/>
                  </a:lnTo>
                  <a:cubicBezTo>
                    <a:pt x="4331" y="1420"/>
                    <a:pt x="4450" y="1539"/>
                    <a:pt x="4597" y="1539"/>
                  </a:cubicBezTo>
                  <a:cubicBezTo>
                    <a:pt x="4743" y="1539"/>
                    <a:pt x="4863" y="1420"/>
                    <a:pt x="4863" y="1274"/>
                  </a:cubicBezTo>
                  <a:lnTo>
                    <a:pt x="4863" y="444"/>
                  </a:lnTo>
                  <a:cubicBezTo>
                    <a:pt x="4863" y="200"/>
                    <a:pt x="4664" y="1"/>
                    <a:pt x="44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</p:spTree>
    <p:extLst>
      <p:ext uri="{BB962C8B-B14F-4D97-AF65-F5344CB8AC3E}">
        <p14:creationId xmlns:p14="http://schemas.microsoft.com/office/powerpoint/2010/main" val="9139055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2146;p59">
            <a:extLst>
              <a:ext uri="{FF2B5EF4-FFF2-40B4-BE49-F238E27FC236}">
                <a16:creationId xmlns:a16="http://schemas.microsoft.com/office/drawing/2014/main" id="{1E111F92-10C0-451A-B33F-7BDCEA0FB72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18647" t="7960" r="8852" b="8336"/>
          <a:stretch/>
        </p:blipFill>
        <p:spPr>
          <a:xfrm rot="-1406513">
            <a:off x="7999804" y="4279605"/>
            <a:ext cx="1175233" cy="7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2148;p59">
            <a:extLst>
              <a:ext uri="{FF2B5EF4-FFF2-40B4-BE49-F238E27FC236}">
                <a16:creationId xmlns:a16="http://schemas.microsoft.com/office/drawing/2014/main" id="{0AA7D8E9-509B-4074-8CFD-82BB1B0AC9E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18647" t="7960" r="8852" b="8336"/>
          <a:stretch/>
        </p:blipFill>
        <p:spPr>
          <a:xfrm rot="9084173">
            <a:off x="7658317" y="3663286"/>
            <a:ext cx="1175231" cy="763226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0091CB7-CA36-4770-914E-7D19D5698634}"/>
              </a:ext>
            </a:extLst>
          </p:cNvPr>
          <p:cNvSpPr/>
          <p:nvPr/>
        </p:nvSpPr>
        <p:spPr>
          <a:xfrm>
            <a:off x="6243535" y="238105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9A6977-8A69-4790-9F80-D7FA3D77EE7F}"/>
              </a:ext>
            </a:extLst>
          </p:cNvPr>
          <p:cNvSpPr txBox="1"/>
          <p:nvPr/>
        </p:nvSpPr>
        <p:spPr>
          <a:xfrm>
            <a:off x="6241939" y="338876"/>
            <a:ext cx="194638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معرفی ماشین های خودران</a:t>
            </a:r>
            <a:endParaRPr lang="en-US" sz="1200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4C1F26F-3BD8-45F9-8DE2-C6525954E657}"/>
              </a:ext>
            </a:extLst>
          </p:cNvPr>
          <p:cNvSpPr/>
          <p:nvPr/>
        </p:nvSpPr>
        <p:spPr>
          <a:xfrm>
            <a:off x="4240681" y="247651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4A3B8E-C842-42BB-A29A-E7F0159973FE}"/>
              </a:ext>
            </a:extLst>
          </p:cNvPr>
          <p:cNvSpPr txBox="1"/>
          <p:nvPr/>
        </p:nvSpPr>
        <p:spPr>
          <a:xfrm>
            <a:off x="4237489" y="389622"/>
            <a:ext cx="1946382" cy="49244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lang="fa-IR" b="1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تاریخچه و تکامل</a:t>
            </a:r>
            <a:endParaRPr lang="en-US" b="1" dirty="0">
              <a:solidFill>
                <a:schemeClr val="tx1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  <a:p>
            <a:pPr algn="ctr"/>
            <a:endParaRPr lang="en-US" sz="1200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017BE0F-C67A-4BF8-942C-BE1EA6114CAF}"/>
              </a:ext>
            </a:extLst>
          </p:cNvPr>
          <p:cNvSpPr/>
          <p:nvPr/>
        </p:nvSpPr>
        <p:spPr>
          <a:xfrm>
            <a:off x="2236231" y="238105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DD2E0-8E3A-45CE-A502-E6B019C669F7}"/>
              </a:ext>
            </a:extLst>
          </p:cNvPr>
          <p:cNvSpPr txBox="1"/>
          <p:nvPr/>
        </p:nvSpPr>
        <p:spPr>
          <a:xfrm>
            <a:off x="2234635" y="338876"/>
            <a:ext cx="194638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چرا ماشین های خودران؟</a:t>
            </a:r>
            <a:endParaRPr lang="en-US" sz="1200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B8BAE95-58CE-4AEC-8853-F06A3D0F56C6}"/>
              </a:ext>
            </a:extLst>
          </p:cNvPr>
          <p:cNvSpPr/>
          <p:nvPr/>
        </p:nvSpPr>
        <p:spPr>
          <a:xfrm>
            <a:off x="230185" y="234416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11E10AD-8419-44CC-B738-1B13A708A5F7}"/>
              </a:ext>
            </a:extLst>
          </p:cNvPr>
          <p:cNvSpPr txBox="1"/>
          <p:nvPr/>
        </p:nvSpPr>
        <p:spPr>
          <a:xfrm>
            <a:off x="228589" y="335187"/>
            <a:ext cx="194638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Segoe UI Variable Text Semiligh" pitchFamily="2" charset="0"/>
                <a:ea typeface="Source Sans Pro" panose="020B0503030403020204" pitchFamily="34" charset="0"/>
                <a:cs typeface="Vazir" panose="020B0603030804020204" pitchFamily="34" charset="-78"/>
              </a:rPr>
              <a:t>اجزای اصلی</a:t>
            </a:r>
            <a:endParaRPr lang="en-US" sz="1200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E05C835-93B3-4885-B983-7FB3DD8669D9}"/>
              </a:ext>
            </a:extLst>
          </p:cNvPr>
          <p:cNvSpPr/>
          <p:nvPr/>
        </p:nvSpPr>
        <p:spPr>
          <a:xfrm>
            <a:off x="6243535" y="816539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5DAC9AE-BAF0-4A89-B8D1-DCB5E3865E95}"/>
              </a:ext>
            </a:extLst>
          </p:cNvPr>
          <p:cNvSpPr txBox="1"/>
          <p:nvPr/>
        </p:nvSpPr>
        <p:spPr>
          <a:xfrm>
            <a:off x="6241939" y="917310"/>
            <a:ext cx="194638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نحوه عملکرد</a:t>
            </a:r>
            <a:endParaRPr lang="en-US" sz="1200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317C9A1-89BC-42A2-A1CE-85FDBE18830F}"/>
              </a:ext>
            </a:extLst>
          </p:cNvPr>
          <p:cNvSpPr/>
          <p:nvPr/>
        </p:nvSpPr>
        <p:spPr>
          <a:xfrm>
            <a:off x="4240681" y="826085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66D9E9B-43CF-425B-8B2B-5F27C5E72B1C}"/>
              </a:ext>
            </a:extLst>
          </p:cNvPr>
          <p:cNvSpPr txBox="1"/>
          <p:nvPr/>
        </p:nvSpPr>
        <p:spPr>
          <a:xfrm>
            <a:off x="4239085" y="926856"/>
            <a:ext cx="194638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چالش ها و موانع</a:t>
            </a:r>
            <a:endParaRPr lang="en-US" sz="1200" dirty="0">
              <a:solidFill>
                <a:schemeClr val="tx1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79901CD-2ECB-423D-B08D-98B43A07E0E0}"/>
              </a:ext>
            </a:extLst>
          </p:cNvPr>
          <p:cNvSpPr/>
          <p:nvPr/>
        </p:nvSpPr>
        <p:spPr>
          <a:xfrm>
            <a:off x="2236231" y="816539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34B8175-5E0D-40E4-A86D-ECED6888F1D1}"/>
              </a:ext>
            </a:extLst>
          </p:cNvPr>
          <p:cNvSpPr txBox="1"/>
          <p:nvPr/>
        </p:nvSpPr>
        <p:spPr>
          <a:xfrm>
            <a:off x="2234635" y="917310"/>
            <a:ext cx="194638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آینده ماشین های خودران</a:t>
            </a:r>
            <a:endParaRPr lang="en-US" sz="1200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06FCCD35-0675-4A7E-9D4F-20D2BB856718}"/>
              </a:ext>
            </a:extLst>
          </p:cNvPr>
          <p:cNvSpPr/>
          <p:nvPr/>
        </p:nvSpPr>
        <p:spPr>
          <a:xfrm>
            <a:off x="230185" y="812850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C994D92-8AAD-471E-83AF-873AF9F07D80}"/>
              </a:ext>
            </a:extLst>
          </p:cNvPr>
          <p:cNvSpPr txBox="1"/>
          <p:nvPr/>
        </p:nvSpPr>
        <p:spPr>
          <a:xfrm>
            <a:off x="228589" y="913621"/>
            <a:ext cx="194638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منابع</a:t>
            </a:r>
            <a:endParaRPr lang="en-US" sz="1200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grpSp>
        <p:nvGrpSpPr>
          <p:cNvPr id="22" name="Google Shape;1265;p36">
            <a:extLst>
              <a:ext uri="{FF2B5EF4-FFF2-40B4-BE49-F238E27FC236}">
                <a16:creationId xmlns:a16="http://schemas.microsoft.com/office/drawing/2014/main" id="{E820EEC6-A2F8-4E40-9E03-0B9ECF93BA6A}"/>
              </a:ext>
            </a:extLst>
          </p:cNvPr>
          <p:cNvGrpSpPr/>
          <p:nvPr/>
        </p:nvGrpSpPr>
        <p:grpSpPr>
          <a:xfrm>
            <a:off x="4947220" y="4343173"/>
            <a:ext cx="76825" cy="76800"/>
            <a:chOff x="3104875" y="1099400"/>
            <a:chExt cx="76825" cy="76800"/>
          </a:xfrm>
        </p:grpSpPr>
        <p:sp>
          <p:nvSpPr>
            <p:cNvPr id="23" name="Google Shape;1266;p36">
              <a:extLst>
                <a:ext uri="{FF2B5EF4-FFF2-40B4-BE49-F238E27FC236}">
                  <a16:creationId xmlns:a16="http://schemas.microsoft.com/office/drawing/2014/main" id="{6BAD57EF-00BE-4B93-9B31-8C10374D1E54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" name="Google Shape;1267;p36">
              <a:extLst>
                <a:ext uri="{FF2B5EF4-FFF2-40B4-BE49-F238E27FC236}">
                  <a16:creationId xmlns:a16="http://schemas.microsoft.com/office/drawing/2014/main" id="{D2797C79-3A56-403C-9424-8F17CC908674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25" name="Google Shape;2061;p59">
            <a:extLst>
              <a:ext uri="{FF2B5EF4-FFF2-40B4-BE49-F238E27FC236}">
                <a16:creationId xmlns:a16="http://schemas.microsoft.com/office/drawing/2014/main" id="{8895A749-F601-4E16-9556-0FE599C25A6E}"/>
              </a:ext>
            </a:extLst>
          </p:cNvPr>
          <p:cNvSpPr/>
          <p:nvPr/>
        </p:nvSpPr>
        <p:spPr>
          <a:xfrm rot="5400000">
            <a:off x="1041866" y="2184464"/>
            <a:ext cx="903900" cy="7836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002E8A">
              <a:alpha val="33000"/>
            </a:srgbClr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6" name="Google Shape;2062;p59">
            <a:extLst>
              <a:ext uri="{FF2B5EF4-FFF2-40B4-BE49-F238E27FC236}">
                <a16:creationId xmlns:a16="http://schemas.microsoft.com/office/drawing/2014/main" id="{D43409C3-568C-478B-AC1B-47ECC7AA3A85}"/>
              </a:ext>
            </a:extLst>
          </p:cNvPr>
          <p:cNvSpPr/>
          <p:nvPr/>
        </p:nvSpPr>
        <p:spPr>
          <a:xfrm rot="5400000">
            <a:off x="4864769" y="2184464"/>
            <a:ext cx="903900" cy="7836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002E8A">
              <a:alpha val="33000"/>
            </a:srgbClr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" name="Google Shape;2063;p59">
            <a:extLst>
              <a:ext uri="{FF2B5EF4-FFF2-40B4-BE49-F238E27FC236}">
                <a16:creationId xmlns:a16="http://schemas.microsoft.com/office/drawing/2014/main" id="{C5FF4CBE-D063-4B08-BC61-B0B01A5D01BC}"/>
              </a:ext>
            </a:extLst>
          </p:cNvPr>
          <p:cNvSpPr/>
          <p:nvPr/>
        </p:nvSpPr>
        <p:spPr>
          <a:xfrm rot="5400000">
            <a:off x="6776221" y="2490562"/>
            <a:ext cx="903900" cy="7836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002E8A">
              <a:alpha val="33000"/>
            </a:srgbClr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9" name="Google Shape;2066;p59">
            <a:extLst>
              <a:ext uri="{FF2B5EF4-FFF2-40B4-BE49-F238E27FC236}">
                <a16:creationId xmlns:a16="http://schemas.microsoft.com/office/drawing/2014/main" id="{14C19D94-22C7-42EE-A68C-FB6A6A03B402}"/>
              </a:ext>
            </a:extLst>
          </p:cNvPr>
          <p:cNvSpPr/>
          <p:nvPr/>
        </p:nvSpPr>
        <p:spPr>
          <a:xfrm rot="10800000">
            <a:off x="6273668" y="2732021"/>
            <a:ext cx="1909006" cy="955096"/>
          </a:xfrm>
          <a:custGeom>
            <a:avLst/>
            <a:gdLst/>
            <a:ahLst/>
            <a:cxnLst/>
            <a:rect l="l" t="t" r="r" b="b"/>
            <a:pathLst>
              <a:path w="44065" h="22050" fill="none" extrusionOk="0">
                <a:moveTo>
                  <a:pt x="0" y="22050"/>
                </a:moveTo>
                <a:cubicBezTo>
                  <a:pt x="0" y="9874"/>
                  <a:pt x="9874" y="1"/>
                  <a:pt x="22049" y="1"/>
                </a:cubicBezTo>
                <a:cubicBezTo>
                  <a:pt x="34191" y="1"/>
                  <a:pt x="44065" y="9874"/>
                  <a:pt x="44065" y="22050"/>
                </a:cubicBezTo>
              </a:path>
            </a:pathLst>
          </a:custGeom>
          <a:noFill/>
          <a:ln w="19050" cap="rnd" cmpd="sng">
            <a:solidFill>
              <a:schemeClr val="dk1"/>
            </a:solidFill>
            <a:prstDash val="solid"/>
            <a:miter lim="33357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0" name="Google Shape;2067;p59">
            <a:extLst>
              <a:ext uri="{FF2B5EF4-FFF2-40B4-BE49-F238E27FC236}">
                <a16:creationId xmlns:a16="http://schemas.microsoft.com/office/drawing/2014/main" id="{1FB8ABA1-2126-43BD-AD36-9D453A34D917}"/>
              </a:ext>
            </a:extLst>
          </p:cNvPr>
          <p:cNvSpPr txBox="1"/>
          <p:nvPr/>
        </p:nvSpPr>
        <p:spPr>
          <a:xfrm>
            <a:off x="533666" y="3126384"/>
            <a:ext cx="1920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2100" dirty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1925</a:t>
            </a:r>
            <a:endParaRPr sz="2100" dirty="0">
              <a:solidFill>
                <a:schemeClr val="dk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31" name="Google Shape;2068;p59">
            <a:extLst>
              <a:ext uri="{FF2B5EF4-FFF2-40B4-BE49-F238E27FC236}">
                <a16:creationId xmlns:a16="http://schemas.microsoft.com/office/drawing/2014/main" id="{3774BD85-CD76-4108-A645-A34A3BEBDE4B}"/>
              </a:ext>
            </a:extLst>
          </p:cNvPr>
          <p:cNvSpPr txBox="1"/>
          <p:nvPr/>
        </p:nvSpPr>
        <p:spPr>
          <a:xfrm>
            <a:off x="2445118" y="1866877"/>
            <a:ext cx="1920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dirty="0">
              <a:solidFill>
                <a:schemeClr val="dk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32" name="Google Shape;2070;p59">
            <a:extLst>
              <a:ext uri="{FF2B5EF4-FFF2-40B4-BE49-F238E27FC236}">
                <a16:creationId xmlns:a16="http://schemas.microsoft.com/office/drawing/2014/main" id="{5C2F4E1C-4958-406C-87BB-ECE32AF80D1D}"/>
              </a:ext>
            </a:extLst>
          </p:cNvPr>
          <p:cNvSpPr/>
          <p:nvPr/>
        </p:nvSpPr>
        <p:spPr>
          <a:xfrm rot="10800000">
            <a:off x="4362195" y="1788428"/>
            <a:ext cx="1909049" cy="953666"/>
          </a:xfrm>
          <a:custGeom>
            <a:avLst/>
            <a:gdLst/>
            <a:ahLst/>
            <a:cxnLst/>
            <a:rect l="l" t="t" r="r" b="b"/>
            <a:pathLst>
              <a:path w="44066" h="22017" fill="none" extrusionOk="0">
                <a:moveTo>
                  <a:pt x="44065" y="1"/>
                </a:moveTo>
                <a:cubicBezTo>
                  <a:pt x="44065" y="12176"/>
                  <a:pt x="34191" y="22016"/>
                  <a:pt x="22049" y="22016"/>
                </a:cubicBezTo>
                <a:cubicBezTo>
                  <a:pt x="9874" y="22016"/>
                  <a:pt x="0" y="12176"/>
                  <a:pt x="0" y="1"/>
                </a:cubicBezTo>
              </a:path>
            </a:pathLst>
          </a:custGeom>
          <a:noFill/>
          <a:ln w="19050" cap="rnd" cmpd="sng">
            <a:solidFill>
              <a:schemeClr val="dk1"/>
            </a:solidFill>
            <a:prstDash val="solid"/>
            <a:miter lim="33357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3" name="Google Shape;2071;p59">
            <a:extLst>
              <a:ext uri="{FF2B5EF4-FFF2-40B4-BE49-F238E27FC236}">
                <a16:creationId xmlns:a16="http://schemas.microsoft.com/office/drawing/2014/main" id="{29581F5B-D888-44CA-978C-754FE9DE85C6}"/>
              </a:ext>
            </a:extLst>
          </p:cNvPr>
          <p:cNvSpPr/>
          <p:nvPr/>
        </p:nvSpPr>
        <p:spPr>
          <a:xfrm rot="10800000">
            <a:off x="2450765" y="2732021"/>
            <a:ext cx="1909006" cy="955096"/>
          </a:xfrm>
          <a:custGeom>
            <a:avLst/>
            <a:gdLst/>
            <a:ahLst/>
            <a:cxnLst/>
            <a:rect l="l" t="t" r="r" b="b"/>
            <a:pathLst>
              <a:path w="44065" h="22050" fill="none" extrusionOk="0">
                <a:moveTo>
                  <a:pt x="0" y="22050"/>
                </a:moveTo>
                <a:cubicBezTo>
                  <a:pt x="0" y="9874"/>
                  <a:pt x="9874" y="1"/>
                  <a:pt x="22049" y="1"/>
                </a:cubicBezTo>
                <a:cubicBezTo>
                  <a:pt x="34191" y="1"/>
                  <a:pt x="44065" y="9874"/>
                  <a:pt x="44065" y="22050"/>
                </a:cubicBezTo>
              </a:path>
            </a:pathLst>
          </a:custGeom>
          <a:noFill/>
          <a:ln w="19050" cap="rnd" cmpd="sng">
            <a:solidFill>
              <a:schemeClr val="dk1"/>
            </a:solidFill>
            <a:prstDash val="solid"/>
            <a:miter lim="33357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4" name="Google Shape;2072;p59">
            <a:extLst>
              <a:ext uri="{FF2B5EF4-FFF2-40B4-BE49-F238E27FC236}">
                <a16:creationId xmlns:a16="http://schemas.microsoft.com/office/drawing/2014/main" id="{7CC1B611-F201-4FD5-8A44-7D03E9890E6C}"/>
              </a:ext>
            </a:extLst>
          </p:cNvPr>
          <p:cNvSpPr/>
          <p:nvPr/>
        </p:nvSpPr>
        <p:spPr>
          <a:xfrm rot="10800000">
            <a:off x="539292" y="1788428"/>
            <a:ext cx="1909049" cy="953666"/>
          </a:xfrm>
          <a:custGeom>
            <a:avLst/>
            <a:gdLst/>
            <a:ahLst/>
            <a:cxnLst/>
            <a:rect l="l" t="t" r="r" b="b"/>
            <a:pathLst>
              <a:path w="44066" h="22017" fill="none" extrusionOk="0">
                <a:moveTo>
                  <a:pt x="44066" y="1"/>
                </a:moveTo>
                <a:cubicBezTo>
                  <a:pt x="44066" y="12176"/>
                  <a:pt x="34192" y="22016"/>
                  <a:pt x="22017" y="22016"/>
                </a:cubicBezTo>
                <a:cubicBezTo>
                  <a:pt x="9875" y="22016"/>
                  <a:pt x="1" y="12176"/>
                  <a:pt x="1" y="1"/>
                </a:cubicBezTo>
              </a:path>
            </a:pathLst>
          </a:custGeom>
          <a:noFill/>
          <a:ln w="19050" cap="rnd" cmpd="sng">
            <a:solidFill>
              <a:schemeClr val="dk1"/>
            </a:solidFill>
            <a:prstDash val="solid"/>
            <a:miter lim="33357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5" name="Google Shape;2073;p59">
            <a:extLst>
              <a:ext uri="{FF2B5EF4-FFF2-40B4-BE49-F238E27FC236}">
                <a16:creationId xmlns:a16="http://schemas.microsoft.com/office/drawing/2014/main" id="{231BB18A-B47C-40EF-BA66-B56981773B55}"/>
              </a:ext>
            </a:extLst>
          </p:cNvPr>
          <p:cNvSpPr/>
          <p:nvPr/>
        </p:nvSpPr>
        <p:spPr>
          <a:xfrm rot="10800000">
            <a:off x="6186724" y="2636553"/>
            <a:ext cx="159037" cy="159009"/>
          </a:xfrm>
          <a:custGeom>
            <a:avLst/>
            <a:gdLst/>
            <a:ahLst/>
            <a:cxnLst/>
            <a:rect l="l" t="t" r="r" b="b"/>
            <a:pathLst>
              <a:path w="3671" h="3671" extrusionOk="0">
                <a:moveTo>
                  <a:pt x="1835" y="1"/>
                </a:moveTo>
                <a:cubicBezTo>
                  <a:pt x="835" y="1"/>
                  <a:pt x="1" y="835"/>
                  <a:pt x="1" y="1836"/>
                </a:cubicBezTo>
                <a:cubicBezTo>
                  <a:pt x="1" y="2870"/>
                  <a:pt x="835" y="3670"/>
                  <a:pt x="1835" y="3670"/>
                </a:cubicBezTo>
                <a:cubicBezTo>
                  <a:pt x="2869" y="3670"/>
                  <a:pt x="3670" y="2870"/>
                  <a:pt x="3670" y="1836"/>
                </a:cubicBezTo>
                <a:cubicBezTo>
                  <a:pt x="3670" y="835"/>
                  <a:pt x="2836" y="1"/>
                  <a:pt x="183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6" name="Google Shape;2074;p59">
            <a:extLst>
              <a:ext uri="{FF2B5EF4-FFF2-40B4-BE49-F238E27FC236}">
                <a16:creationId xmlns:a16="http://schemas.microsoft.com/office/drawing/2014/main" id="{8CC47715-C235-44F8-80D9-2A1A6C57E6CE}"/>
              </a:ext>
            </a:extLst>
          </p:cNvPr>
          <p:cNvSpPr/>
          <p:nvPr/>
        </p:nvSpPr>
        <p:spPr>
          <a:xfrm rot="10800000">
            <a:off x="4277796" y="2636553"/>
            <a:ext cx="158994" cy="159009"/>
          </a:xfrm>
          <a:custGeom>
            <a:avLst/>
            <a:gdLst/>
            <a:ahLst/>
            <a:cxnLst/>
            <a:rect l="l" t="t" r="r" b="b"/>
            <a:pathLst>
              <a:path w="3670" h="3671" extrusionOk="0">
                <a:moveTo>
                  <a:pt x="1835" y="1"/>
                </a:moveTo>
                <a:cubicBezTo>
                  <a:pt x="834" y="1"/>
                  <a:pt x="1" y="835"/>
                  <a:pt x="1" y="1836"/>
                </a:cubicBezTo>
                <a:cubicBezTo>
                  <a:pt x="1" y="2870"/>
                  <a:pt x="834" y="3670"/>
                  <a:pt x="1835" y="3670"/>
                </a:cubicBezTo>
                <a:cubicBezTo>
                  <a:pt x="2836" y="3670"/>
                  <a:pt x="3670" y="2870"/>
                  <a:pt x="3670" y="1836"/>
                </a:cubicBezTo>
                <a:cubicBezTo>
                  <a:pt x="3670" y="835"/>
                  <a:pt x="2869" y="1"/>
                  <a:pt x="183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7" name="Google Shape;2075;p59">
            <a:extLst>
              <a:ext uri="{FF2B5EF4-FFF2-40B4-BE49-F238E27FC236}">
                <a16:creationId xmlns:a16="http://schemas.microsoft.com/office/drawing/2014/main" id="{6C3D2F1D-594D-4255-B8E2-401E00EF7421}"/>
              </a:ext>
            </a:extLst>
          </p:cNvPr>
          <p:cNvSpPr/>
          <p:nvPr/>
        </p:nvSpPr>
        <p:spPr>
          <a:xfrm rot="10800000">
            <a:off x="2368826" y="2636553"/>
            <a:ext cx="158994" cy="159009"/>
          </a:xfrm>
          <a:custGeom>
            <a:avLst/>
            <a:gdLst/>
            <a:ahLst/>
            <a:cxnLst/>
            <a:rect l="l" t="t" r="r" b="b"/>
            <a:pathLst>
              <a:path w="3670" h="3671" extrusionOk="0">
                <a:moveTo>
                  <a:pt x="1835" y="1"/>
                </a:moveTo>
                <a:cubicBezTo>
                  <a:pt x="834" y="1"/>
                  <a:pt x="0" y="835"/>
                  <a:pt x="0" y="1836"/>
                </a:cubicBezTo>
                <a:cubicBezTo>
                  <a:pt x="0" y="2870"/>
                  <a:pt x="834" y="3670"/>
                  <a:pt x="1835" y="3670"/>
                </a:cubicBezTo>
                <a:cubicBezTo>
                  <a:pt x="2836" y="3670"/>
                  <a:pt x="3670" y="2870"/>
                  <a:pt x="3670" y="1836"/>
                </a:cubicBezTo>
                <a:cubicBezTo>
                  <a:pt x="3670" y="835"/>
                  <a:pt x="2836" y="1"/>
                  <a:pt x="183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8" name="Google Shape;2076;p59">
            <a:extLst>
              <a:ext uri="{FF2B5EF4-FFF2-40B4-BE49-F238E27FC236}">
                <a16:creationId xmlns:a16="http://schemas.microsoft.com/office/drawing/2014/main" id="{39A4663A-04A3-43C5-A9AC-5974FA276BF8}"/>
              </a:ext>
            </a:extLst>
          </p:cNvPr>
          <p:cNvSpPr txBox="1"/>
          <p:nvPr/>
        </p:nvSpPr>
        <p:spPr>
          <a:xfrm>
            <a:off x="4356570" y="3126384"/>
            <a:ext cx="1920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dirty="0">
              <a:solidFill>
                <a:schemeClr val="dk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39" name="Google Shape;2077;p59">
            <a:extLst>
              <a:ext uri="{FF2B5EF4-FFF2-40B4-BE49-F238E27FC236}">
                <a16:creationId xmlns:a16="http://schemas.microsoft.com/office/drawing/2014/main" id="{70A7AD67-FDEC-4381-ABF3-CADB835E9BCC}"/>
              </a:ext>
            </a:extLst>
          </p:cNvPr>
          <p:cNvSpPr txBox="1"/>
          <p:nvPr/>
        </p:nvSpPr>
        <p:spPr>
          <a:xfrm>
            <a:off x="6268021" y="1866877"/>
            <a:ext cx="1920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dirty="0">
              <a:solidFill>
                <a:schemeClr val="dk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grpSp>
        <p:nvGrpSpPr>
          <p:cNvPr id="140" name="Google Shape;2677;p64">
            <a:extLst>
              <a:ext uri="{FF2B5EF4-FFF2-40B4-BE49-F238E27FC236}">
                <a16:creationId xmlns:a16="http://schemas.microsoft.com/office/drawing/2014/main" id="{7D156FDD-DCEE-4BB2-A11C-5FA1715CD15D}"/>
              </a:ext>
            </a:extLst>
          </p:cNvPr>
          <p:cNvGrpSpPr/>
          <p:nvPr/>
        </p:nvGrpSpPr>
        <p:grpSpPr>
          <a:xfrm>
            <a:off x="1251464" y="2343804"/>
            <a:ext cx="536704" cy="455892"/>
            <a:chOff x="6740765" y="3190516"/>
            <a:chExt cx="602023" cy="511377"/>
          </a:xfrm>
        </p:grpSpPr>
        <p:sp>
          <p:nvSpPr>
            <p:cNvPr id="141" name="Google Shape;2678;p64">
              <a:extLst>
                <a:ext uri="{FF2B5EF4-FFF2-40B4-BE49-F238E27FC236}">
                  <a16:creationId xmlns:a16="http://schemas.microsoft.com/office/drawing/2014/main" id="{AE401784-5E37-4A4B-B120-703167FDB463}"/>
                </a:ext>
              </a:extLst>
            </p:cNvPr>
            <p:cNvSpPr/>
            <p:nvPr/>
          </p:nvSpPr>
          <p:spPr>
            <a:xfrm>
              <a:off x="6740765" y="3190516"/>
              <a:ext cx="602023" cy="511377"/>
            </a:xfrm>
            <a:custGeom>
              <a:avLst/>
              <a:gdLst/>
              <a:ahLst/>
              <a:cxnLst/>
              <a:rect l="l" t="t" r="r" b="b"/>
              <a:pathLst>
                <a:path w="18151" h="15418" extrusionOk="0">
                  <a:moveTo>
                    <a:pt x="12243" y="1535"/>
                  </a:moveTo>
                  <a:cubicBezTo>
                    <a:pt x="12235" y="1603"/>
                    <a:pt x="12230" y="1673"/>
                    <a:pt x="12230" y="1744"/>
                  </a:cubicBezTo>
                  <a:cubicBezTo>
                    <a:pt x="12230" y="1815"/>
                    <a:pt x="12235" y="1886"/>
                    <a:pt x="12243" y="1954"/>
                  </a:cubicBezTo>
                  <a:lnTo>
                    <a:pt x="11500" y="1954"/>
                  </a:lnTo>
                  <a:lnTo>
                    <a:pt x="11500" y="1535"/>
                  </a:lnTo>
                  <a:close/>
                  <a:moveTo>
                    <a:pt x="9840" y="2159"/>
                  </a:moveTo>
                  <a:lnTo>
                    <a:pt x="9840" y="2338"/>
                  </a:lnTo>
                  <a:lnTo>
                    <a:pt x="8984" y="2338"/>
                  </a:lnTo>
                  <a:lnTo>
                    <a:pt x="8984" y="2159"/>
                  </a:lnTo>
                  <a:close/>
                  <a:moveTo>
                    <a:pt x="1732" y="531"/>
                  </a:moveTo>
                  <a:cubicBezTo>
                    <a:pt x="2393" y="531"/>
                    <a:pt x="2931" y="1076"/>
                    <a:pt x="2931" y="1744"/>
                  </a:cubicBezTo>
                  <a:cubicBezTo>
                    <a:pt x="2931" y="2412"/>
                    <a:pt x="2393" y="2957"/>
                    <a:pt x="1732" y="2957"/>
                  </a:cubicBezTo>
                  <a:cubicBezTo>
                    <a:pt x="1071" y="2957"/>
                    <a:pt x="533" y="2412"/>
                    <a:pt x="533" y="1744"/>
                  </a:cubicBezTo>
                  <a:cubicBezTo>
                    <a:pt x="533" y="1076"/>
                    <a:pt x="1071" y="531"/>
                    <a:pt x="1732" y="531"/>
                  </a:cubicBezTo>
                  <a:close/>
                  <a:moveTo>
                    <a:pt x="13962" y="532"/>
                  </a:moveTo>
                  <a:cubicBezTo>
                    <a:pt x="14622" y="532"/>
                    <a:pt x="15161" y="1076"/>
                    <a:pt x="15161" y="1744"/>
                  </a:cubicBezTo>
                  <a:cubicBezTo>
                    <a:pt x="15161" y="2412"/>
                    <a:pt x="14623" y="2957"/>
                    <a:pt x="13962" y="2957"/>
                  </a:cubicBezTo>
                  <a:cubicBezTo>
                    <a:pt x="13299" y="2957"/>
                    <a:pt x="12761" y="2412"/>
                    <a:pt x="12761" y="1744"/>
                  </a:cubicBezTo>
                  <a:cubicBezTo>
                    <a:pt x="12761" y="1076"/>
                    <a:pt x="13299" y="532"/>
                    <a:pt x="13962" y="532"/>
                  </a:cubicBezTo>
                  <a:close/>
                  <a:moveTo>
                    <a:pt x="14466" y="3412"/>
                  </a:moveTo>
                  <a:lnTo>
                    <a:pt x="14466" y="3980"/>
                  </a:lnTo>
                  <a:lnTo>
                    <a:pt x="13456" y="3980"/>
                  </a:lnTo>
                  <a:lnTo>
                    <a:pt x="13456" y="3412"/>
                  </a:lnTo>
                  <a:cubicBezTo>
                    <a:pt x="13616" y="3462"/>
                    <a:pt x="13785" y="3488"/>
                    <a:pt x="13961" y="3488"/>
                  </a:cubicBezTo>
                  <a:cubicBezTo>
                    <a:pt x="14136" y="3488"/>
                    <a:pt x="14307" y="3462"/>
                    <a:pt x="14466" y="3412"/>
                  </a:cubicBezTo>
                  <a:close/>
                  <a:moveTo>
                    <a:pt x="13650" y="4512"/>
                  </a:moveTo>
                  <a:lnTo>
                    <a:pt x="13659" y="4519"/>
                  </a:lnTo>
                  <a:lnTo>
                    <a:pt x="12600" y="5587"/>
                  </a:lnTo>
                  <a:lnTo>
                    <a:pt x="12413" y="5399"/>
                  </a:lnTo>
                  <a:lnTo>
                    <a:pt x="13293" y="4512"/>
                  </a:lnTo>
                  <a:close/>
                  <a:moveTo>
                    <a:pt x="14629" y="4512"/>
                  </a:moveTo>
                  <a:lnTo>
                    <a:pt x="15508" y="5399"/>
                  </a:lnTo>
                  <a:lnTo>
                    <a:pt x="15331" y="5578"/>
                  </a:lnTo>
                  <a:lnTo>
                    <a:pt x="15322" y="5587"/>
                  </a:lnTo>
                  <a:lnTo>
                    <a:pt x="14263" y="4519"/>
                  </a:lnTo>
                  <a:lnTo>
                    <a:pt x="14272" y="4512"/>
                  </a:lnTo>
                  <a:close/>
                  <a:moveTo>
                    <a:pt x="2787" y="3125"/>
                  </a:moveTo>
                  <a:lnTo>
                    <a:pt x="4835" y="5513"/>
                  </a:lnTo>
                  <a:cubicBezTo>
                    <a:pt x="4797" y="5511"/>
                    <a:pt x="4758" y="5510"/>
                    <a:pt x="4720" y="5510"/>
                  </a:cubicBezTo>
                  <a:cubicBezTo>
                    <a:pt x="4043" y="5510"/>
                    <a:pt x="3437" y="5822"/>
                    <a:pt x="3037" y="6311"/>
                  </a:cubicBezTo>
                  <a:lnTo>
                    <a:pt x="1907" y="3479"/>
                  </a:lnTo>
                  <a:cubicBezTo>
                    <a:pt x="2236" y="3446"/>
                    <a:pt x="2538" y="3319"/>
                    <a:pt x="2787" y="3125"/>
                  </a:cubicBezTo>
                  <a:close/>
                  <a:moveTo>
                    <a:pt x="13961" y="4969"/>
                  </a:moveTo>
                  <a:lnTo>
                    <a:pt x="14947" y="5965"/>
                  </a:lnTo>
                  <a:lnTo>
                    <a:pt x="14429" y="6489"/>
                  </a:lnTo>
                  <a:lnTo>
                    <a:pt x="14163" y="6334"/>
                  </a:lnTo>
                  <a:cubicBezTo>
                    <a:pt x="14097" y="6297"/>
                    <a:pt x="14020" y="6276"/>
                    <a:pt x="13938" y="6276"/>
                  </a:cubicBezTo>
                  <a:cubicBezTo>
                    <a:pt x="13856" y="6276"/>
                    <a:pt x="13778" y="6297"/>
                    <a:pt x="13712" y="6334"/>
                  </a:cubicBezTo>
                  <a:lnTo>
                    <a:pt x="13476" y="6471"/>
                  </a:lnTo>
                  <a:lnTo>
                    <a:pt x="12974" y="5965"/>
                  </a:lnTo>
                  <a:lnTo>
                    <a:pt x="13961" y="4969"/>
                  </a:lnTo>
                  <a:close/>
                  <a:moveTo>
                    <a:pt x="13938" y="6818"/>
                  </a:moveTo>
                  <a:lnTo>
                    <a:pt x="14701" y="7260"/>
                  </a:lnTo>
                  <a:lnTo>
                    <a:pt x="14701" y="8144"/>
                  </a:lnTo>
                  <a:lnTo>
                    <a:pt x="13938" y="8585"/>
                  </a:lnTo>
                  <a:lnTo>
                    <a:pt x="13174" y="8144"/>
                  </a:lnTo>
                  <a:lnTo>
                    <a:pt x="13174" y="7260"/>
                  </a:lnTo>
                  <a:lnTo>
                    <a:pt x="13938" y="6818"/>
                  </a:lnTo>
                  <a:close/>
                  <a:moveTo>
                    <a:pt x="4720" y="6042"/>
                  </a:moveTo>
                  <a:cubicBezTo>
                    <a:pt x="5630" y="6042"/>
                    <a:pt x="6370" y="6789"/>
                    <a:pt x="6370" y="7708"/>
                  </a:cubicBezTo>
                  <a:cubicBezTo>
                    <a:pt x="6370" y="8627"/>
                    <a:pt x="5630" y="9376"/>
                    <a:pt x="4720" y="9376"/>
                  </a:cubicBezTo>
                  <a:cubicBezTo>
                    <a:pt x="3810" y="9376"/>
                    <a:pt x="3070" y="8627"/>
                    <a:pt x="3070" y="7708"/>
                  </a:cubicBezTo>
                  <a:cubicBezTo>
                    <a:pt x="3070" y="6789"/>
                    <a:pt x="3810" y="6042"/>
                    <a:pt x="4720" y="6042"/>
                  </a:cubicBezTo>
                  <a:close/>
                  <a:moveTo>
                    <a:pt x="7575" y="12751"/>
                  </a:moveTo>
                  <a:cubicBezTo>
                    <a:pt x="7622" y="12751"/>
                    <a:pt x="7664" y="12792"/>
                    <a:pt x="7664" y="12840"/>
                  </a:cubicBezTo>
                  <a:lnTo>
                    <a:pt x="7664" y="13477"/>
                  </a:lnTo>
                  <a:lnTo>
                    <a:pt x="2207" y="13477"/>
                  </a:lnTo>
                  <a:lnTo>
                    <a:pt x="2207" y="12840"/>
                  </a:lnTo>
                  <a:cubicBezTo>
                    <a:pt x="2207" y="12792"/>
                    <a:pt x="2248" y="12751"/>
                    <a:pt x="2297" y="12751"/>
                  </a:cubicBezTo>
                  <a:close/>
                  <a:moveTo>
                    <a:pt x="9133" y="14008"/>
                  </a:moveTo>
                  <a:cubicBezTo>
                    <a:pt x="9187" y="14008"/>
                    <a:pt x="9232" y="14055"/>
                    <a:pt x="9232" y="14108"/>
                  </a:cubicBezTo>
                  <a:lnTo>
                    <a:pt x="9232" y="14885"/>
                  </a:lnTo>
                  <a:lnTo>
                    <a:pt x="1255" y="14885"/>
                  </a:lnTo>
                  <a:lnTo>
                    <a:pt x="1255" y="14108"/>
                  </a:lnTo>
                  <a:cubicBezTo>
                    <a:pt x="1255" y="14055"/>
                    <a:pt x="1301" y="14008"/>
                    <a:pt x="1354" y="14008"/>
                  </a:cubicBezTo>
                  <a:close/>
                  <a:moveTo>
                    <a:pt x="1732" y="1"/>
                  </a:moveTo>
                  <a:cubicBezTo>
                    <a:pt x="777" y="1"/>
                    <a:pt x="1" y="783"/>
                    <a:pt x="1" y="1744"/>
                  </a:cubicBezTo>
                  <a:cubicBezTo>
                    <a:pt x="1" y="2562"/>
                    <a:pt x="563" y="3250"/>
                    <a:pt x="1317" y="3437"/>
                  </a:cubicBezTo>
                  <a:lnTo>
                    <a:pt x="2695" y="6890"/>
                  </a:lnTo>
                  <a:cubicBezTo>
                    <a:pt x="2595" y="7143"/>
                    <a:pt x="2538" y="7419"/>
                    <a:pt x="2538" y="7708"/>
                  </a:cubicBezTo>
                  <a:cubicBezTo>
                    <a:pt x="2538" y="8274"/>
                    <a:pt x="2751" y="8790"/>
                    <a:pt x="3100" y="9180"/>
                  </a:cubicBezTo>
                  <a:lnTo>
                    <a:pt x="2412" y="12220"/>
                  </a:lnTo>
                  <a:lnTo>
                    <a:pt x="2297" y="12220"/>
                  </a:lnTo>
                  <a:cubicBezTo>
                    <a:pt x="1955" y="12220"/>
                    <a:pt x="1677" y="12498"/>
                    <a:pt x="1677" y="12840"/>
                  </a:cubicBezTo>
                  <a:lnTo>
                    <a:pt x="1677" y="13477"/>
                  </a:lnTo>
                  <a:lnTo>
                    <a:pt x="1355" y="13477"/>
                  </a:lnTo>
                  <a:cubicBezTo>
                    <a:pt x="1007" y="13477"/>
                    <a:pt x="724" y="13760"/>
                    <a:pt x="724" y="14108"/>
                  </a:cubicBezTo>
                  <a:lnTo>
                    <a:pt x="724" y="14885"/>
                  </a:lnTo>
                  <a:lnTo>
                    <a:pt x="471" y="14885"/>
                  </a:lnTo>
                  <a:cubicBezTo>
                    <a:pt x="324" y="14885"/>
                    <a:pt x="205" y="15004"/>
                    <a:pt x="205" y="15151"/>
                  </a:cubicBezTo>
                  <a:cubicBezTo>
                    <a:pt x="205" y="15298"/>
                    <a:pt x="324" y="15417"/>
                    <a:pt x="471" y="15417"/>
                  </a:cubicBezTo>
                  <a:lnTo>
                    <a:pt x="17885" y="15417"/>
                  </a:lnTo>
                  <a:cubicBezTo>
                    <a:pt x="18032" y="15417"/>
                    <a:pt x="18151" y="15298"/>
                    <a:pt x="18151" y="15151"/>
                  </a:cubicBezTo>
                  <a:cubicBezTo>
                    <a:pt x="18151" y="15004"/>
                    <a:pt x="18032" y="14885"/>
                    <a:pt x="17885" y="14885"/>
                  </a:cubicBezTo>
                  <a:lnTo>
                    <a:pt x="17795" y="14885"/>
                  </a:lnTo>
                  <a:lnTo>
                    <a:pt x="17795" y="10878"/>
                  </a:lnTo>
                  <a:cubicBezTo>
                    <a:pt x="17795" y="10609"/>
                    <a:pt x="17577" y="10390"/>
                    <a:pt x="17309" y="10390"/>
                  </a:cubicBezTo>
                  <a:lnTo>
                    <a:pt x="16165" y="10390"/>
                  </a:lnTo>
                  <a:cubicBezTo>
                    <a:pt x="16018" y="10390"/>
                    <a:pt x="15899" y="10509"/>
                    <a:pt x="15899" y="10656"/>
                  </a:cubicBezTo>
                  <a:cubicBezTo>
                    <a:pt x="15899" y="10803"/>
                    <a:pt x="16018" y="10922"/>
                    <a:pt x="16165" y="10922"/>
                  </a:cubicBezTo>
                  <a:lnTo>
                    <a:pt x="17264" y="10922"/>
                  </a:lnTo>
                  <a:lnTo>
                    <a:pt x="17264" y="14885"/>
                  </a:lnTo>
                  <a:lnTo>
                    <a:pt x="10527" y="14885"/>
                  </a:lnTo>
                  <a:lnTo>
                    <a:pt x="10527" y="10922"/>
                  </a:lnTo>
                  <a:lnTo>
                    <a:pt x="14641" y="10922"/>
                  </a:lnTo>
                  <a:cubicBezTo>
                    <a:pt x="14788" y="10922"/>
                    <a:pt x="14906" y="10803"/>
                    <a:pt x="14906" y="10656"/>
                  </a:cubicBezTo>
                  <a:cubicBezTo>
                    <a:pt x="14906" y="10509"/>
                    <a:pt x="14788" y="10390"/>
                    <a:pt x="14641" y="10390"/>
                  </a:cubicBezTo>
                  <a:lnTo>
                    <a:pt x="10482" y="10390"/>
                  </a:lnTo>
                  <a:cubicBezTo>
                    <a:pt x="10214" y="10390"/>
                    <a:pt x="9995" y="10609"/>
                    <a:pt x="9995" y="10878"/>
                  </a:cubicBezTo>
                  <a:lnTo>
                    <a:pt x="9995" y="14885"/>
                  </a:lnTo>
                  <a:lnTo>
                    <a:pt x="9764" y="14885"/>
                  </a:lnTo>
                  <a:lnTo>
                    <a:pt x="9764" y="14108"/>
                  </a:lnTo>
                  <a:cubicBezTo>
                    <a:pt x="9764" y="13760"/>
                    <a:pt x="9482" y="13477"/>
                    <a:pt x="9133" y="13477"/>
                  </a:cubicBezTo>
                  <a:lnTo>
                    <a:pt x="8195" y="13477"/>
                  </a:lnTo>
                  <a:lnTo>
                    <a:pt x="8195" y="12840"/>
                  </a:lnTo>
                  <a:cubicBezTo>
                    <a:pt x="8195" y="12497"/>
                    <a:pt x="7917" y="12220"/>
                    <a:pt x="7574" y="12220"/>
                  </a:cubicBezTo>
                  <a:lnTo>
                    <a:pt x="7405" y="12220"/>
                  </a:lnTo>
                  <a:lnTo>
                    <a:pt x="7173" y="11195"/>
                  </a:lnTo>
                  <a:cubicBezTo>
                    <a:pt x="7145" y="11071"/>
                    <a:pt x="7035" y="10987"/>
                    <a:pt x="6913" y="10987"/>
                  </a:cubicBezTo>
                  <a:cubicBezTo>
                    <a:pt x="6894" y="10987"/>
                    <a:pt x="6874" y="10990"/>
                    <a:pt x="6854" y="10994"/>
                  </a:cubicBezTo>
                  <a:cubicBezTo>
                    <a:pt x="6712" y="11027"/>
                    <a:pt x="6622" y="11169"/>
                    <a:pt x="6654" y="11312"/>
                  </a:cubicBezTo>
                  <a:lnTo>
                    <a:pt x="6860" y="12219"/>
                  </a:lnTo>
                  <a:lnTo>
                    <a:pt x="2957" y="12219"/>
                  </a:lnTo>
                  <a:lnTo>
                    <a:pt x="3558" y="9568"/>
                  </a:lnTo>
                  <a:cubicBezTo>
                    <a:pt x="3894" y="9782"/>
                    <a:pt x="4293" y="9908"/>
                    <a:pt x="4720" y="9908"/>
                  </a:cubicBezTo>
                  <a:cubicBezTo>
                    <a:pt x="5292" y="9908"/>
                    <a:pt x="5813" y="9684"/>
                    <a:pt x="6204" y="9319"/>
                  </a:cubicBezTo>
                  <a:lnTo>
                    <a:pt x="6381" y="10107"/>
                  </a:lnTo>
                  <a:cubicBezTo>
                    <a:pt x="6409" y="10231"/>
                    <a:pt x="6520" y="10314"/>
                    <a:pt x="6641" y="10314"/>
                  </a:cubicBezTo>
                  <a:cubicBezTo>
                    <a:pt x="6660" y="10314"/>
                    <a:pt x="6680" y="10312"/>
                    <a:pt x="6699" y="10308"/>
                  </a:cubicBezTo>
                  <a:cubicBezTo>
                    <a:pt x="6843" y="10275"/>
                    <a:pt x="6932" y="10132"/>
                    <a:pt x="6900" y="9990"/>
                  </a:cubicBezTo>
                  <a:lnTo>
                    <a:pt x="6625" y="8777"/>
                  </a:lnTo>
                  <a:cubicBezTo>
                    <a:pt x="6801" y="8461"/>
                    <a:pt x="6902" y="8096"/>
                    <a:pt x="6902" y="7708"/>
                  </a:cubicBezTo>
                  <a:cubicBezTo>
                    <a:pt x="6902" y="6878"/>
                    <a:pt x="6441" y="6152"/>
                    <a:pt x="5764" y="5778"/>
                  </a:cubicBezTo>
                  <a:lnTo>
                    <a:pt x="3269" y="2870"/>
                  </a:lnTo>
                  <a:lnTo>
                    <a:pt x="11053" y="2870"/>
                  </a:lnTo>
                  <a:cubicBezTo>
                    <a:pt x="11278" y="2870"/>
                    <a:pt x="11465" y="2703"/>
                    <a:pt x="11495" y="2486"/>
                  </a:cubicBezTo>
                  <a:lnTo>
                    <a:pt x="12395" y="2486"/>
                  </a:lnTo>
                  <a:cubicBezTo>
                    <a:pt x="12516" y="2745"/>
                    <a:pt x="12699" y="2970"/>
                    <a:pt x="12925" y="3140"/>
                  </a:cubicBezTo>
                  <a:lnTo>
                    <a:pt x="12925" y="4129"/>
                  </a:lnTo>
                  <a:lnTo>
                    <a:pt x="11851" y="5212"/>
                  </a:lnTo>
                  <a:cubicBezTo>
                    <a:pt x="11748" y="5316"/>
                    <a:pt x="11748" y="5482"/>
                    <a:pt x="11851" y="5586"/>
                  </a:cubicBezTo>
                  <a:lnTo>
                    <a:pt x="13001" y="6746"/>
                  </a:lnTo>
                  <a:lnTo>
                    <a:pt x="12867" y="6822"/>
                  </a:lnTo>
                  <a:cubicBezTo>
                    <a:pt x="12736" y="6899"/>
                    <a:pt x="12643" y="7059"/>
                    <a:pt x="12643" y="7212"/>
                  </a:cubicBezTo>
                  <a:lnTo>
                    <a:pt x="12643" y="8191"/>
                  </a:lnTo>
                  <a:cubicBezTo>
                    <a:pt x="12643" y="8344"/>
                    <a:pt x="12736" y="8504"/>
                    <a:pt x="12867" y="8580"/>
                  </a:cubicBezTo>
                  <a:lnTo>
                    <a:pt x="13712" y="9069"/>
                  </a:lnTo>
                  <a:cubicBezTo>
                    <a:pt x="13778" y="9107"/>
                    <a:pt x="13856" y="9127"/>
                    <a:pt x="13938" y="9127"/>
                  </a:cubicBezTo>
                  <a:cubicBezTo>
                    <a:pt x="14020" y="9127"/>
                    <a:pt x="14097" y="9107"/>
                    <a:pt x="14163" y="9069"/>
                  </a:cubicBezTo>
                  <a:lnTo>
                    <a:pt x="15008" y="8580"/>
                  </a:lnTo>
                  <a:cubicBezTo>
                    <a:pt x="15140" y="8504"/>
                    <a:pt x="15233" y="8344"/>
                    <a:pt x="15233" y="8191"/>
                  </a:cubicBezTo>
                  <a:lnTo>
                    <a:pt x="15233" y="7212"/>
                  </a:lnTo>
                  <a:cubicBezTo>
                    <a:pt x="15233" y="7059"/>
                    <a:pt x="15140" y="6899"/>
                    <a:pt x="15008" y="6823"/>
                  </a:cubicBezTo>
                  <a:lnTo>
                    <a:pt x="14905" y="6764"/>
                  </a:lnTo>
                  <a:lnTo>
                    <a:pt x="16072" y="5586"/>
                  </a:lnTo>
                  <a:cubicBezTo>
                    <a:pt x="16174" y="5483"/>
                    <a:pt x="16174" y="5316"/>
                    <a:pt x="16072" y="5212"/>
                  </a:cubicBezTo>
                  <a:lnTo>
                    <a:pt x="14998" y="4129"/>
                  </a:lnTo>
                  <a:lnTo>
                    <a:pt x="14998" y="3140"/>
                  </a:lnTo>
                  <a:cubicBezTo>
                    <a:pt x="15420" y="2822"/>
                    <a:pt x="15693" y="2315"/>
                    <a:pt x="15693" y="1744"/>
                  </a:cubicBezTo>
                  <a:cubicBezTo>
                    <a:pt x="15693" y="783"/>
                    <a:pt x="14915" y="1"/>
                    <a:pt x="13962" y="1"/>
                  </a:cubicBezTo>
                  <a:cubicBezTo>
                    <a:pt x="13270" y="1"/>
                    <a:pt x="12672" y="411"/>
                    <a:pt x="12395" y="1003"/>
                  </a:cubicBezTo>
                  <a:lnTo>
                    <a:pt x="11495" y="1003"/>
                  </a:lnTo>
                  <a:cubicBezTo>
                    <a:pt x="11465" y="785"/>
                    <a:pt x="11278" y="618"/>
                    <a:pt x="11053" y="618"/>
                  </a:cubicBezTo>
                  <a:lnTo>
                    <a:pt x="6027" y="618"/>
                  </a:lnTo>
                  <a:cubicBezTo>
                    <a:pt x="5880" y="618"/>
                    <a:pt x="5761" y="737"/>
                    <a:pt x="5761" y="884"/>
                  </a:cubicBezTo>
                  <a:cubicBezTo>
                    <a:pt x="5761" y="1031"/>
                    <a:pt x="5880" y="1149"/>
                    <a:pt x="6027" y="1149"/>
                  </a:cubicBezTo>
                  <a:lnTo>
                    <a:pt x="10970" y="1149"/>
                  </a:lnTo>
                  <a:lnTo>
                    <a:pt x="10970" y="2338"/>
                  </a:lnTo>
                  <a:lnTo>
                    <a:pt x="10372" y="2338"/>
                  </a:lnTo>
                  <a:lnTo>
                    <a:pt x="10372" y="2003"/>
                  </a:lnTo>
                  <a:cubicBezTo>
                    <a:pt x="10372" y="1796"/>
                    <a:pt x="10204" y="1628"/>
                    <a:pt x="9997" y="1628"/>
                  </a:cubicBezTo>
                  <a:lnTo>
                    <a:pt x="8828" y="1628"/>
                  </a:lnTo>
                  <a:cubicBezTo>
                    <a:pt x="8620" y="1628"/>
                    <a:pt x="8452" y="1796"/>
                    <a:pt x="8452" y="2003"/>
                  </a:cubicBezTo>
                  <a:lnTo>
                    <a:pt x="8452" y="2338"/>
                  </a:lnTo>
                  <a:lnTo>
                    <a:pt x="3359" y="2338"/>
                  </a:lnTo>
                  <a:cubicBezTo>
                    <a:pt x="3426" y="2153"/>
                    <a:pt x="3463" y="1952"/>
                    <a:pt x="3463" y="1744"/>
                  </a:cubicBezTo>
                  <a:cubicBezTo>
                    <a:pt x="3463" y="1536"/>
                    <a:pt x="3426" y="1335"/>
                    <a:pt x="3359" y="1149"/>
                  </a:cubicBezTo>
                  <a:lnTo>
                    <a:pt x="4538" y="1149"/>
                  </a:lnTo>
                  <a:cubicBezTo>
                    <a:pt x="4685" y="1149"/>
                    <a:pt x="4804" y="1031"/>
                    <a:pt x="4804" y="884"/>
                  </a:cubicBezTo>
                  <a:cubicBezTo>
                    <a:pt x="4804" y="737"/>
                    <a:pt x="4685" y="618"/>
                    <a:pt x="4538" y="618"/>
                  </a:cubicBezTo>
                  <a:lnTo>
                    <a:pt x="3052" y="618"/>
                  </a:lnTo>
                  <a:cubicBezTo>
                    <a:pt x="2734" y="241"/>
                    <a:pt x="2261" y="1"/>
                    <a:pt x="17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2" name="Google Shape;2679;p64">
              <a:extLst>
                <a:ext uri="{FF2B5EF4-FFF2-40B4-BE49-F238E27FC236}">
                  <a16:creationId xmlns:a16="http://schemas.microsoft.com/office/drawing/2014/main" id="{88EBA5A4-0835-491D-ABBF-56D98AD3D792}"/>
                </a:ext>
              </a:extLst>
            </p:cNvPr>
            <p:cNvSpPr/>
            <p:nvPr/>
          </p:nvSpPr>
          <p:spPr>
            <a:xfrm>
              <a:off x="6858145" y="3406768"/>
              <a:ext cx="78308" cy="78872"/>
            </a:xfrm>
            <a:custGeom>
              <a:avLst/>
              <a:gdLst/>
              <a:ahLst/>
              <a:cxnLst/>
              <a:rect l="l" t="t" r="r" b="b"/>
              <a:pathLst>
                <a:path w="2361" h="2378" extrusionOk="0">
                  <a:moveTo>
                    <a:pt x="1181" y="531"/>
                  </a:moveTo>
                  <a:cubicBezTo>
                    <a:pt x="1538" y="531"/>
                    <a:pt x="1830" y="826"/>
                    <a:pt x="1830" y="1188"/>
                  </a:cubicBezTo>
                  <a:cubicBezTo>
                    <a:pt x="1830" y="1551"/>
                    <a:pt x="1538" y="1845"/>
                    <a:pt x="1181" y="1845"/>
                  </a:cubicBezTo>
                  <a:cubicBezTo>
                    <a:pt x="823" y="1845"/>
                    <a:pt x="532" y="1551"/>
                    <a:pt x="532" y="1188"/>
                  </a:cubicBezTo>
                  <a:cubicBezTo>
                    <a:pt x="532" y="826"/>
                    <a:pt x="823" y="531"/>
                    <a:pt x="1181" y="531"/>
                  </a:cubicBezTo>
                  <a:close/>
                  <a:moveTo>
                    <a:pt x="1181" y="0"/>
                  </a:moveTo>
                  <a:cubicBezTo>
                    <a:pt x="530" y="0"/>
                    <a:pt x="0" y="533"/>
                    <a:pt x="0" y="1188"/>
                  </a:cubicBezTo>
                  <a:cubicBezTo>
                    <a:pt x="0" y="1844"/>
                    <a:pt x="530" y="2377"/>
                    <a:pt x="1181" y="2377"/>
                  </a:cubicBezTo>
                  <a:cubicBezTo>
                    <a:pt x="1832" y="2377"/>
                    <a:pt x="2361" y="1843"/>
                    <a:pt x="2361" y="1188"/>
                  </a:cubicBezTo>
                  <a:cubicBezTo>
                    <a:pt x="2361" y="533"/>
                    <a:pt x="1832" y="0"/>
                    <a:pt x="11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3" name="Google Shape;2680;p64">
              <a:extLst>
                <a:ext uri="{FF2B5EF4-FFF2-40B4-BE49-F238E27FC236}">
                  <a16:creationId xmlns:a16="http://schemas.microsoft.com/office/drawing/2014/main" id="{C192846B-B239-4D91-AAA3-3725DD944CB9}"/>
                </a:ext>
              </a:extLst>
            </p:cNvPr>
            <p:cNvSpPr/>
            <p:nvPr/>
          </p:nvSpPr>
          <p:spPr>
            <a:xfrm>
              <a:off x="6770151" y="3220135"/>
              <a:ext cx="56119" cy="56484"/>
            </a:xfrm>
            <a:custGeom>
              <a:avLst/>
              <a:gdLst/>
              <a:ahLst/>
              <a:cxnLst/>
              <a:rect l="l" t="t" r="r" b="b"/>
              <a:pathLst>
                <a:path w="1692" h="1703" extrusionOk="0">
                  <a:moveTo>
                    <a:pt x="846" y="533"/>
                  </a:moveTo>
                  <a:cubicBezTo>
                    <a:pt x="1019" y="533"/>
                    <a:pt x="1159" y="675"/>
                    <a:pt x="1159" y="851"/>
                  </a:cubicBezTo>
                  <a:cubicBezTo>
                    <a:pt x="1160" y="1028"/>
                    <a:pt x="1019" y="1170"/>
                    <a:pt x="846" y="1170"/>
                  </a:cubicBezTo>
                  <a:cubicBezTo>
                    <a:pt x="673" y="1170"/>
                    <a:pt x="532" y="1027"/>
                    <a:pt x="532" y="851"/>
                  </a:cubicBezTo>
                  <a:cubicBezTo>
                    <a:pt x="532" y="675"/>
                    <a:pt x="673" y="533"/>
                    <a:pt x="846" y="533"/>
                  </a:cubicBezTo>
                  <a:close/>
                  <a:moveTo>
                    <a:pt x="846" y="1"/>
                  </a:moveTo>
                  <a:cubicBezTo>
                    <a:pt x="380" y="1"/>
                    <a:pt x="0" y="382"/>
                    <a:pt x="0" y="851"/>
                  </a:cubicBezTo>
                  <a:cubicBezTo>
                    <a:pt x="0" y="1320"/>
                    <a:pt x="380" y="1702"/>
                    <a:pt x="846" y="1702"/>
                  </a:cubicBezTo>
                  <a:cubicBezTo>
                    <a:pt x="1312" y="1702"/>
                    <a:pt x="1691" y="1320"/>
                    <a:pt x="1691" y="851"/>
                  </a:cubicBezTo>
                  <a:cubicBezTo>
                    <a:pt x="1691" y="382"/>
                    <a:pt x="1312" y="1"/>
                    <a:pt x="8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4" name="Google Shape;2681;p64">
              <a:extLst>
                <a:ext uri="{FF2B5EF4-FFF2-40B4-BE49-F238E27FC236}">
                  <a16:creationId xmlns:a16="http://schemas.microsoft.com/office/drawing/2014/main" id="{0C3DFDE4-B4F6-4533-8BD5-B40A72FA3EE5}"/>
                </a:ext>
              </a:extLst>
            </p:cNvPr>
            <p:cNvSpPr/>
            <p:nvPr/>
          </p:nvSpPr>
          <p:spPr>
            <a:xfrm>
              <a:off x="7175757" y="3220135"/>
              <a:ext cx="56119" cy="56484"/>
            </a:xfrm>
            <a:custGeom>
              <a:avLst/>
              <a:gdLst/>
              <a:ahLst/>
              <a:cxnLst/>
              <a:rect l="l" t="t" r="r" b="b"/>
              <a:pathLst>
                <a:path w="1692" h="1703" extrusionOk="0">
                  <a:moveTo>
                    <a:pt x="847" y="533"/>
                  </a:moveTo>
                  <a:cubicBezTo>
                    <a:pt x="1019" y="533"/>
                    <a:pt x="1160" y="675"/>
                    <a:pt x="1160" y="851"/>
                  </a:cubicBezTo>
                  <a:cubicBezTo>
                    <a:pt x="1160" y="1028"/>
                    <a:pt x="1019" y="1170"/>
                    <a:pt x="847" y="1170"/>
                  </a:cubicBezTo>
                  <a:cubicBezTo>
                    <a:pt x="673" y="1170"/>
                    <a:pt x="532" y="1027"/>
                    <a:pt x="532" y="851"/>
                  </a:cubicBezTo>
                  <a:cubicBezTo>
                    <a:pt x="532" y="675"/>
                    <a:pt x="673" y="533"/>
                    <a:pt x="847" y="533"/>
                  </a:cubicBezTo>
                  <a:close/>
                  <a:moveTo>
                    <a:pt x="847" y="1"/>
                  </a:moveTo>
                  <a:cubicBezTo>
                    <a:pt x="379" y="1"/>
                    <a:pt x="1" y="382"/>
                    <a:pt x="1" y="851"/>
                  </a:cubicBezTo>
                  <a:cubicBezTo>
                    <a:pt x="1" y="1320"/>
                    <a:pt x="379" y="1702"/>
                    <a:pt x="847" y="1702"/>
                  </a:cubicBezTo>
                  <a:cubicBezTo>
                    <a:pt x="1313" y="1702"/>
                    <a:pt x="1692" y="1320"/>
                    <a:pt x="1692" y="851"/>
                  </a:cubicBezTo>
                  <a:cubicBezTo>
                    <a:pt x="1692" y="382"/>
                    <a:pt x="1312" y="1"/>
                    <a:pt x="8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5" name="Google Shape;2682;p64">
              <a:extLst>
                <a:ext uri="{FF2B5EF4-FFF2-40B4-BE49-F238E27FC236}">
                  <a16:creationId xmlns:a16="http://schemas.microsoft.com/office/drawing/2014/main" id="{A2A47FD9-F851-4F26-AA83-658A2D13085F}"/>
                </a:ext>
              </a:extLst>
            </p:cNvPr>
            <p:cNvSpPr/>
            <p:nvPr/>
          </p:nvSpPr>
          <p:spPr>
            <a:xfrm>
              <a:off x="7221760" y="3652042"/>
              <a:ext cx="17678" cy="17678"/>
            </a:xfrm>
            <a:custGeom>
              <a:avLst/>
              <a:gdLst/>
              <a:ahLst/>
              <a:cxnLst/>
              <a:rect l="l" t="t" r="r" b="b"/>
              <a:pathLst>
                <a:path w="533" h="533" extrusionOk="0">
                  <a:moveTo>
                    <a:pt x="267" y="1"/>
                  </a:moveTo>
                  <a:cubicBezTo>
                    <a:pt x="197" y="1"/>
                    <a:pt x="128" y="30"/>
                    <a:pt x="79" y="79"/>
                  </a:cubicBezTo>
                  <a:cubicBezTo>
                    <a:pt x="28" y="128"/>
                    <a:pt x="1" y="197"/>
                    <a:pt x="1" y="267"/>
                  </a:cubicBezTo>
                  <a:cubicBezTo>
                    <a:pt x="1" y="338"/>
                    <a:pt x="28" y="406"/>
                    <a:pt x="79" y="456"/>
                  </a:cubicBezTo>
                  <a:cubicBezTo>
                    <a:pt x="128" y="505"/>
                    <a:pt x="197" y="533"/>
                    <a:pt x="267" y="533"/>
                  </a:cubicBezTo>
                  <a:cubicBezTo>
                    <a:pt x="336" y="533"/>
                    <a:pt x="405" y="505"/>
                    <a:pt x="454" y="456"/>
                  </a:cubicBezTo>
                  <a:cubicBezTo>
                    <a:pt x="504" y="406"/>
                    <a:pt x="533" y="338"/>
                    <a:pt x="533" y="267"/>
                  </a:cubicBezTo>
                  <a:cubicBezTo>
                    <a:pt x="533" y="197"/>
                    <a:pt x="504" y="129"/>
                    <a:pt x="454" y="79"/>
                  </a:cubicBezTo>
                  <a:cubicBezTo>
                    <a:pt x="405" y="30"/>
                    <a:pt x="336" y="1"/>
                    <a:pt x="2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6" name="Google Shape;2683;p64">
              <a:extLst>
                <a:ext uri="{FF2B5EF4-FFF2-40B4-BE49-F238E27FC236}">
                  <a16:creationId xmlns:a16="http://schemas.microsoft.com/office/drawing/2014/main" id="{7036EBEF-BC2C-4C29-A93C-A1EE938A2DC7}"/>
                </a:ext>
              </a:extLst>
            </p:cNvPr>
            <p:cNvSpPr/>
            <p:nvPr/>
          </p:nvSpPr>
          <p:spPr>
            <a:xfrm>
              <a:off x="7250350" y="3652042"/>
              <a:ext cx="17645" cy="17678"/>
            </a:xfrm>
            <a:custGeom>
              <a:avLst/>
              <a:gdLst/>
              <a:ahLst/>
              <a:cxnLst/>
              <a:rect l="l" t="t" r="r" b="b"/>
              <a:pathLst>
                <a:path w="532" h="533" extrusionOk="0">
                  <a:moveTo>
                    <a:pt x="266" y="1"/>
                  </a:moveTo>
                  <a:cubicBezTo>
                    <a:pt x="196" y="1"/>
                    <a:pt x="127" y="30"/>
                    <a:pt x="78" y="79"/>
                  </a:cubicBezTo>
                  <a:cubicBezTo>
                    <a:pt x="28" y="129"/>
                    <a:pt x="0" y="197"/>
                    <a:pt x="0" y="267"/>
                  </a:cubicBezTo>
                  <a:cubicBezTo>
                    <a:pt x="0" y="338"/>
                    <a:pt x="28" y="406"/>
                    <a:pt x="78" y="456"/>
                  </a:cubicBezTo>
                  <a:cubicBezTo>
                    <a:pt x="127" y="505"/>
                    <a:pt x="196" y="533"/>
                    <a:pt x="266" y="533"/>
                  </a:cubicBezTo>
                  <a:cubicBezTo>
                    <a:pt x="336" y="533"/>
                    <a:pt x="404" y="505"/>
                    <a:pt x="454" y="456"/>
                  </a:cubicBezTo>
                  <a:cubicBezTo>
                    <a:pt x="503" y="406"/>
                    <a:pt x="532" y="338"/>
                    <a:pt x="532" y="267"/>
                  </a:cubicBezTo>
                  <a:cubicBezTo>
                    <a:pt x="532" y="197"/>
                    <a:pt x="503" y="129"/>
                    <a:pt x="454" y="79"/>
                  </a:cubicBezTo>
                  <a:cubicBezTo>
                    <a:pt x="405" y="30"/>
                    <a:pt x="336" y="1"/>
                    <a:pt x="2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7" name="Google Shape;2684;p64">
              <a:extLst>
                <a:ext uri="{FF2B5EF4-FFF2-40B4-BE49-F238E27FC236}">
                  <a16:creationId xmlns:a16="http://schemas.microsoft.com/office/drawing/2014/main" id="{EF130A80-8980-49BE-9843-C0FEEDF0E0B2}"/>
                </a:ext>
              </a:extLst>
            </p:cNvPr>
            <p:cNvSpPr/>
            <p:nvPr/>
          </p:nvSpPr>
          <p:spPr>
            <a:xfrm>
              <a:off x="7278908" y="3652042"/>
              <a:ext cx="17678" cy="17678"/>
            </a:xfrm>
            <a:custGeom>
              <a:avLst/>
              <a:gdLst/>
              <a:ahLst/>
              <a:cxnLst/>
              <a:rect l="l" t="t" r="r" b="b"/>
              <a:pathLst>
                <a:path w="533" h="533" extrusionOk="0">
                  <a:moveTo>
                    <a:pt x="266" y="1"/>
                  </a:moveTo>
                  <a:cubicBezTo>
                    <a:pt x="196" y="1"/>
                    <a:pt x="128" y="30"/>
                    <a:pt x="78" y="79"/>
                  </a:cubicBezTo>
                  <a:cubicBezTo>
                    <a:pt x="29" y="129"/>
                    <a:pt x="1" y="197"/>
                    <a:pt x="1" y="267"/>
                  </a:cubicBezTo>
                  <a:cubicBezTo>
                    <a:pt x="1" y="338"/>
                    <a:pt x="29" y="406"/>
                    <a:pt x="78" y="456"/>
                  </a:cubicBezTo>
                  <a:cubicBezTo>
                    <a:pt x="128" y="505"/>
                    <a:pt x="196" y="533"/>
                    <a:pt x="266" y="533"/>
                  </a:cubicBezTo>
                  <a:cubicBezTo>
                    <a:pt x="336" y="533"/>
                    <a:pt x="405" y="505"/>
                    <a:pt x="454" y="456"/>
                  </a:cubicBezTo>
                  <a:cubicBezTo>
                    <a:pt x="504" y="406"/>
                    <a:pt x="532" y="338"/>
                    <a:pt x="532" y="267"/>
                  </a:cubicBezTo>
                  <a:cubicBezTo>
                    <a:pt x="532" y="197"/>
                    <a:pt x="504" y="129"/>
                    <a:pt x="454" y="79"/>
                  </a:cubicBezTo>
                  <a:cubicBezTo>
                    <a:pt x="404" y="30"/>
                    <a:pt x="336" y="1"/>
                    <a:pt x="2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8" name="Google Shape;2685;p64">
              <a:extLst>
                <a:ext uri="{FF2B5EF4-FFF2-40B4-BE49-F238E27FC236}">
                  <a16:creationId xmlns:a16="http://schemas.microsoft.com/office/drawing/2014/main" id="{BCFF7E85-A771-4541-BA13-F1799FEF1B19}"/>
                </a:ext>
              </a:extLst>
            </p:cNvPr>
            <p:cNvSpPr/>
            <p:nvPr/>
          </p:nvSpPr>
          <p:spPr>
            <a:xfrm>
              <a:off x="7181030" y="3423916"/>
              <a:ext cx="44046" cy="44080"/>
            </a:xfrm>
            <a:custGeom>
              <a:avLst/>
              <a:gdLst/>
              <a:ahLst/>
              <a:cxnLst/>
              <a:rect l="l" t="t" r="r" b="b"/>
              <a:pathLst>
                <a:path w="1328" h="1329" extrusionOk="0">
                  <a:moveTo>
                    <a:pt x="664" y="533"/>
                  </a:moveTo>
                  <a:cubicBezTo>
                    <a:pt x="736" y="533"/>
                    <a:pt x="795" y="591"/>
                    <a:pt x="795" y="664"/>
                  </a:cubicBezTo>
                  <a:cubicBezTo>
                    <a:pt x="795" y="737"/>
                    <a:pt x="736" y="797"/>
                    <a:pt x="664" y="797"/>
                  </a:cubicBezTo>
                  <a:cubicBezTo>
                    <a:pt x="591" y="797"/>
                    <a:pt x="533" y="737"/>
                    <a:pt x="533" y="664"/>
                  </a:cubicBezTo>
                  <a:cubicBezTo>
                    <a:pt x="533" y="591"/>
                    <a:pt x="591" y="533"/>
                    <a:pt x="664" y="533"/>
                  </a:cubicBezTo>
                  <a:close/>
                  <a:moveTo>
                    <a:pt x="664" y="1"/>
                  </a:moveTo>
                  <a:cubicBezTo>
                    <a:pt x="297" y="1"/>
                    <a:pt x="1" y="299"/>
                    <a:pt x="1" y="664"/>
                  </a:cubicBezTo>
                  <a:cubicBezTo>
                    <a:pt x="1" y="1031"/>
                    <a:pt x="297" y="1328"/>
                    <a:pt x="664" y="1328"/>
                  </a:cubicBezTo>
                  <a:cubicBezTo>
                    <a:pt x="1029" y="1328"/>
                    <a:pt x="1327" y="1031"/>
                    <a:pt x="1327" y="664"/>
                  </a:cubicBezTo>
                  <a:cubicBezTo>
                    <a:pt x="1327" y="299"/>
                    <a:pt x="1029" y="1"/>
                    <a:pt x="6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58" name="Google Shape;11127;p77">
            <a:extLst>
              <a:ext uri="{FF2B5EF4-FFF2-40B4-BE49-F238E27FC236}">
                <a16:creationId xmlns:a16="http://schemas.microsoft.com/office/drawing/2014/main" id="{872FC755-A4FE-4DB0-99EB-1FD1BDA2014E}"/>
              </a:ext>
            </a:extLst>
          </p:cNvPr>
          <p:cNvGrpSpPr/>
          <p:nvPr/>
        </p:nvGrpSpPr>
        <p:grpSpPr>
          <a:xfrm>
            <a:off x="5085020" y="2412478"/>
            <a:ext cx="440505" cy="290018"/>
            <a:chOff x="5727616" y="4204699"/>
            <a:chExt cx="440505" cy="290018"/>
          </a:xfrm>
        </p:grpSpPr>
        <p:sp>
          <p:nvSpPr>
            <p:cNvPr id="159" name="Google Shape;11128;p77">
              <a:extLst>
                <a:ext uri="{FF2B5EF4-FFF2-40B4-BE49-F238E27FC236}">
                  <a16:creationId xmlns:a16="http://schemas.microsoft.com/office/drawing/2014/main" id="{F52A7A18-5AFB-4208-9D8A-5A9D1D790839}"/>
                </a:ext>
              </a:extLst>
            </p:cNvPr>
            <p:cNvSpPr/>
            <p:nvPr/>
          </p:nvSpPr>
          <p:spPr>
            <a:xfrm>
              <a:off x="5727616" y="4204699"/>
              <a:ext cx="440505" cy="290018"/>
            </a:xfrm>
            <a:custGeom>
              <a:avLst/>
              <a:gdLst/>
              <a:ahLst/>
              <a:cxnLst/>
              <a:rect l="l" t="t" r="r" b="b"/>
              <a:pathLst>
                <a:path w="13872" h="9133" extrusionOk="0">
                  <a:moveTo>
                    <a:pt x="13145" y="4465"/>
                  </a:moveTo>
                  <a:lnTo>
                    <a:pt x="13145" y="4870"/>
                  </a:lnTo>
                  <a:lnTo>
                    <a:pt x="12752" y="4870"/>
                  </a:lnTo>
                  <a:lnTo>
                    <a:pt x="12752" y="4465"/>
                  </a:lnTo>
                  <a:close/>
                  <a:moveTo>
                    <a:pt x="1275" y="3941"/>
                  </a:moveTo>
                  <a:lnTo>
                    <a:pt x="1275" y="4430"/>
                  </a:lnTo>
                  <a:cubicBezTo>
                    <a:pt x="1275" y="4775"/>
                    <a:pt x="1013" y="5049"/>
                    <a:pt x="668" y="5049"/>
                  </a:cubicBezTo>
                  <a:lnTo>
                    <a:pt x="418" y="5049"/>
                  </a:lnTo>
                  <a:cubicBezTo>
                    <a:pt x="501" y="4549"/>
                    <a:pt x="810" y="4120"/>
                    <a:pt x="1275" y="3941"/>
                  </a:cubicBezTo>
                  <a:close/>
                  <a:moveTo>
                    <a:pt x="9121" y="417"/>
                  </a:moveTo>
                  <a:cubicBezTo>
                    <a:pt x="9562" y="417"/>
                    <a:pt x="9978" y="620"/>
                    <a:pt x="10252" y="977"/>
                  </a:cubicBezTo>
                  <a:lnTo>
                    <a:pt x="12205" y="3584"/>
                  </a:lnTo>
                  <a:cubicBezTo>
                    <a:pt x="12240" y="3632"/>
                    <a:pt x="12300" y="3656"/>
                    <a:pt x="12360" y="3656"/>
                  </a:cubicBezTo>
                  <a:lnTo>
                    <a:pt x="13312" y="3656"/>
                  </a:lnTo>
                  <a:cubicBezTo>
                    <a:pt x="13431" y="3656"/>
                    <a:pt x="13514" y="3775"/>
                    <a:pt x="13467" y="3882"/>
                  </a:cubicBezTo>
                  <a:lnTo>
                    <a:pt x="13372" y="4060"/>
                  </a:lnTo>
                  <a:lnTo>
                    <a:pt x="12574" y="4060"/>
                  </a:lnTo>
                  <a:cubicBezTo>
                    <a:pt x="12455" y="4060"/>
                    <a:pt x="12360" y="4156"/>
                    <a:pt x="12360" y="4275"/>
                  </a:cubicBezTo>
                  <a:lnTo>
                    <a:pt x="12360" y="5084"/>
                  </a:lnTo>
                  <a:cubicBezTo>
                    <a:pt x="12360" y="5203"/>
                    <a:pt x="12455" y="5299"/>
                    <a:pt x="12574" y="5299"/>
                  </a:cubicBezTo>
                  <a:lnTo>
                    <a:pt x="13181" y="5299"/>
                  </a:lnTo>
                  <a:lnTo>
                    <a:pt x="13181" y="5596"/>
                  </a:lnTo>
                  <a:cubicBezTo>
                    <a:pt x="13181" y="5787"/>
                    <a:pt x="13252" y="5977"/>
                    <a:pt x="13395" y="6096"/>
                  </a:cubicBezTo>
                  <a:cubicBezTo>
                    <a:pt x="13455" y="6156"/>
                    <a:pt x="13479" y="6227"/>
                    <a:pt x="13479" y="6323"/>
                  </a:cubicBezTo>
                  <a:lnTo>
                    <a:pt x="13479" y="6692"/>
                  </a:lnTo>
                  <a:lnTo>
                    <a:pt x="13443" y="6692"/>
                  </a:lnTo>
                  <a:cubicBezTo>
                    <a:pt x="13443" y="7037"/>
                    <a:pt x="13181" y="7311"/>
                    <a:pt x="12836" y="7311"/>
                  </a:cubicBezTo>
                  <a:lnTo>
                    <a:pt x="12526" y="7311"/>
                  </a:lnTo>
                  <a:cubicBezTo>
                    <a:pt x="12419" y="6501"/>
                    <a:pt x="11740" y="5894"/>
                    <a:pt x="10919" y="5894"/>
                  </a:cubicBezTo>
                  <a:cubicBezTo>
                    <a:pt x="10097" y="5894"/>
                    <a:pt x="9419" y="6513"/>
                    <a:pt x="9312" y="7311"/>
                  </a:cubicBezTo>
                  <a:lnTo>
                    <a:pt x="4061" y="7311"/>
                  </a:lnTo>
                  <a:cubicBezTo>
                    <a:pt x="3954" y="6501"/>
                    <a:pt x="3275" y="5894"/>
                    <a:pt x="2454" y="5894"/>
                  </a:cubicBezTo>
                  <a:cubicBezTo>
                    <a:pt x="1632" y="5894"/>
                    <a:pt x="965" y="6501"/>
                    <a:pt x="846" y="7275"/>
                  </a:cubicBezTo>
                  <a:cubicBezTo>
                    <a:pt x="608" y="7204"/>
                    <a:pt x="429" y="6966"/>
                    <a:pt x="429" y="6692"/>
                  </a:cubicBezTo>
                  <a:lnTo>
                    <a:pt x="429" y="5465"/>
                  </a:lnTo>
                  <a:lnTo>
                    <a:pt x="691" y="5465"/>
                  </a:lnTo>
                  <a:cubicBezTo>
                    <a:pt x="1263" y="5465"/>
                    <a:pt x="1703" y="5001"/>
                    <a:pt x="1703" y="4453"/>
                  </a:cubicBezTo>
                  <a:lnTo>
                    <a:pt x="1703" y="3822"/>
                  </a:lnTo>
                  <a:lnTo>
                    <a:pt x="2406" y="3644"/>
                  </a:lnTo>
                  <a:cubicBezTo>
                    <a:pt x="2465" y="3632"/>
                    <a:pt x="2513" y="3596"/>
                    <a:pt x="2525" y="3560"/>
                  </a:cubicBezTo>
                  <a:lnTo>
                    <a:pt x="3954" y="1120"/>
                  </a:lnTo>
                  <a:cubicBezTo>
                    <a:pt x="4204" y="679"/>
                    <a:pt x="4680" y="417"/>
                    <a:pt x="5180" y="417"/>
                  </a:cubicBezTo>
                  <a:close/>
                  <a:moveTo>
                    <a:pt x="2430" y="6275"/>
                  </a:moveTo>
                  <a:cubicBezTo>
                    <a:pt x="3108" y="6275"/>
                    <a:pt x="3656" y="6823"/>
                    <a:pt x="3656" y="7501"/>
                  </a:cubicBezTo>
                  <a:cubicBezTo>
                    <a:pt x="3656" y="8168"/>
                    <a:pt x="3108" y="8716"/>
                    <a:pt x="2430" y="8716"/>
                  </a:cubicBezTo>
                  <a:cubicBezTo>
                    <a:pt x="1763" y="8716"/>
                    <a:pt x="1215" y="8168"/>
                    <a:pt x="1215" y="7501"/>
                  </a:cubicBezTo>
                  <a:cubicBezTo>
                    <a:pt x="1215" y="6823"/>
                    <a:pt x="1763" y="6275"/>
                    <a:pt x="2430" y="6275"/>
                  </a:cubicBezTo>
                  <a:close/>
                  <a:moveTo>
                    <a:pt x="10919" y="6275"/>
                  </a:moveTo>
                  <a:cubicBezTo>
                    <a:pt x="11586" y="6275"/>
                    <a:pt x="12145" y="6823"/>
                    <a:pt x="12145" y="7501"/>
                  </a:cubicBezTo>
                  <a:cubicBezTo>
                    <a:pt x="12145" y="8168"/>
                    <a:pt x="11586" y="8716"/>
                    <a:pt x="10919" y="8716"/>
                  </a:cubicBezTo>
                  <a:cubicBezTo>
                    <a:pt x="10252" y="8716"/>
                    <a:pt x="9693" y="8168"/>
                    <a:pt x="9693" y="7501"/>
                  </a:cubicBezTo>
                  <a:cubicBezTo>
                    <a:pt x="9693" y="6823"/>
                    <a:pt x="10252" y="6275"/>
                    <a:pt x="10919" y="6275"/>
                  </a:cubicBezTo>
                  <a:close/>
                  <a:moveTo>
                    <a:pt x="5144" y="0"/>
                  </a:moveTo>
                  <a:cubicBezTo>
                    <a:pt x="4501" y="0"/>
                    <a:pt x="3894" y="334"/>
                    <a:pt x="3573" y="905"/>
                  </a:cubicBezTo>
                  <a:lnTo>
                    <a:pt x="2180" y="3275"/>
                  </a:lnTo>
                  <a:lnTo>
                    <a:pt x="1430" y="3465"/>
                  </a:lnTo>
                  <a:cubicBezTo>
                    <a:pt x="489" y="3703"/>
                    <a:pt x="1" y="4477"/>
                    <a:pt x="1" y="5251"/>
                  </a:cubicBezTo>
                  <a:lnTo>
                    <a:pt x="1" y="6692"/>
                  </a:lnTo>
                  <a:cubicBezTo>
                    <a:pt x="1" y="7180"/>
                    <a:pt x="358" y="7608"/>
                    <a:pt x="810" y="7692"/>
                  </a:cubicBezTo>
                  <a:cubicBezTo>
                    <a:pt x="906" y="8501"/>
                    <a:pt x="1584" y="9132"/>
                    <a:pt x="2418" y="9132"/>
                  </a:cubicBezTo>
                  <a:cubicBezTo>
                    <a:pt x="3251" y="9132"/>
                    <a:pt x="3930" y="8513"/>
                    <a:pt x="4025" y="7728"/>
                  </a:cubicBezTo>
                  <a:lnTo>
                    <a:pt x="9300" y="7728"/>
                  </a:lnTo>
                  <a:cubicBezTo>
                    <a:pt x="9407" y="8525"/>
                    <a:pt x="10085" y="9132"/>
                    <a:pt x="10907" y="9132"/>
                  </a:cubicBezTo>
                  <a:cubicBezTo>
                    <a:pt x="11740" y="9132"/>
                    <a:pt x="12407" y="8513"/>
                    <a:pt x="12514" y="7728"/>
                  </a:cubicBezTo>
                  <a:lnTo>
                    <a:pt x="12824" y="7728"/>
                  </a:lnTo>
                  <a:cubicBezTo>
                    <a:pt x="13395" y="7728"/>
                    <a:pt x="13836" y="7263"/>
                    <a:pt x="13836" y="6716"/>
                  </a:cubicBezTo>
                  <a:lnTo>
                    <a:pt x="13836" y="6299"/>
                  </a:lnTo>
                  <a:cubicBezTo>
                    <a:pt x="13848" y="6096"/>
                    <a:pt x="13776" y="5918"/>
                    <a:pt x="13645" y="5787"/>
                  </a:cubicBezTo>
                  <a:cubicBezTo>
                    <a:pt x="13586" y="5727"/>
                    <a:pt x="13550" y="5656"/>
                    <a:pt x="13550" y="5561"/>
                  </a:cubicBezTo>
                  <a:lnTo>
                    <a:pt x="13550" y="4572"/>
                  </a:lnTo>
                  <a:lnTo>
                    <a:pt x="13788" y="4037"/>
                  </a:lnTo>
                  <a:cubicBezTo>
                    <a:pt x="13872" y="3846"/>
                    <a:pt x="13872" y="3656"/>
                    <a:pt x="13764" y="3501"/>
                  </a:cubicBezTo>
                  <a:cubicBezTo>
                    <a:pt x="13657" y="3334"/>
                    <a:pt x="13479" y="3239"/>
                    <a:pt x="13288" y="3239"/>
                  </a:cubicBezTo>
                  <a:lnTo>
                    <a:pt x="12443" y="3239"/>
                  </a:lnTo>
                  <a:lnTo>
                    <a:pt x="10550" y="727"/>
                  </a:lnTo>
                  <a:cubicBezTo>
                    <a:pt x="10204" y="262"/>
                    <a:pt x="9657" y="0"/>
                    <a:pt x="908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0" name="Google Shape;11129;p77">
              <a:extLst>
                <a:ext uri="{FF2B5EF4-FFF2-40B4-BE49-F238E27FC236}">
                  <a16:creationId xmlns:a16="http://schemas.microsoft.com/office/drawing/2014/main" id="{1C039F6B-2EFA-4AA5-8731-CCCD63E00C39}"/>
                </a:ext>
              </a:extLst>
            </p:cNvPr>
            <p:cNvSpPr/>
            <p:nvPr/>
          </p:nvSpPr>
          <p:spPr>
            <a:xfrm>
              <a:off x="5779789" y="4416409"/>
              <a:ext cx="52205" cy="51475"/>
            </a:xfrm>
            <a:custGeom>
              <a:avLst/>
              <a:gdLst/>
              <a:ahLst/>
              <a:cxnLst/>
              <a:rect l="l" t="t" r="r" b="b"/>
              <a:pathLst>
                <a:path w="1644" h="1621" extrusionOk="0">
                  <a:moveTo>
                    <a:pt x="811" y="1"/>
                  </a:moveTo>
                  <a:cubicBezTo>
                    <a:pt x="584" y="1"/>
                    <a:pt x="394" y="84"/>
                    <a:pt x="239" y="239"/>
                  </a:cubicBezTo>
                  <a:cubicBezTo>
                    <a:pt x="96" y="382"/>
                    <a:pt x="1" y="596"/>
                    <a:pt x="1" y="799"/>
                  </a:cubicBezTo>
                  <a:cubicBezTo>
                    <a:pt x="1" y="1263"/>
                    <a:pt x="382" y="1620"/>
                    <a:pt x="822" y="1620"/>
                  </a:cubicBezTo>
                  <a:cubicBezTo>
                    <a:pt x="1275" y="1620"/>
                    <a:pt x="1644" y="1263"/>
                    <a:pt x="1644" y="799"/>
                  </a:cubicBezTo>
                  <a:cubicBezTo>
                    <a:pt x="1644" y="739"/>
                    <a:pt x="1632" y="668"/>
                    <a:pt x="1608" y="608"/>
                  </a:cubicBezTo>
                  <a:cubicBezTo>
                    <a:pt x="1557" y="546"/>
                    <a:pt x="1478" y="484"/>
                    <a:pt x="1389" y="484"/>
                  </a:cubicBezTo>
                  <a:cubicBezTo>
                    <a:pt x="1375" y="484"/>
                    <a:pt x="1361" y="486"/>
                    <a:pt x="1346" y="489"/>
                  </a:cubicBezTo>
                  <a:cubicBezTo>
                    <a:pt x="1239" y="525"/>
                    <a:pt x="1168" y="620"/>
                    <a:pt x="1192" y="727"/>
                  </a:cubicBezTo>
                  <a:cubicBezTo>
                    <a:pt x="1203" y="763"/>
                    <a:pt x="1203" y="787"/>
                    <a:pt x="1203" y="822"/>
                  </a:cubicBezTo>
                  <a:cubicBezTo>
                    <a:pt x="1203" y="1037"/>
                    <a:pt x="1025" y="1215"/>
                    <a:pt x="811" y="1215"/>
                  </a:cubicBezTo>
                  <a:cubicBezTo>
                    <a:pt x="584" y="1215"/>
                    <a:pt x="406" y="1037"/>
                    <a:pt x="406" y="822"/>
                  </a:cubicBezTo>
                  <a:cubicBezTo>
                    <a:pt x="406" y="596"/>
                    <a:pt x="584" y="418"/>
                    <a:pt x="811" y="418"/>
                  </a:cubicBezTo>
                  <a:cubicBezTo>
                    <a:pt x="930" y="418"/>
                    <a:pt x="1013" y="322"/>
                    <a:pt x="1013" y="203"/>
                  </a:cubicBezTo>
                  <a:cubicBezTo>
                    <a:pt x="1013" y="84"/>
                    <a:pt x="930" y="1"/>
                    <a:pt x="81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1" name="Google Shape;11130;p77">
              <a:extLst>
                <a:ext uri="{FF2B5EF4-FFF2-40B4-BE49-F238E27FC236}">
                  <a16:creationId xmlns:a16="http://schemas.microsoft.com/office/drawing/2014/main" id="{C737DE51-2565-4FC4-98DC-1AB6A96D1F20}"/>
                </a:ext>
              </a:extLst>
            </p:cNvPr>
            <p:cNvSpPr/>
            <p:nvPr/>
          </p:nvSpPr>
          <p:spPr>
            <a:xfrm>
              <a:off x="6048627" y="4416409"/>
              <a:ext cx="52205" cy="51856"/>
            </a:xfrm>
            <a:custGeom>
              <a:avLst/>
              <a:gdLst/>
              <a:ahLst/>
              <a:cxnLst/>
              <a:rect l="l" t="t" r="r" b="b"/>
              <a:pathLst>
                <a:path w="1644" h="1633" extrusionOk="0">
                  <a:moveTo>
                    <a:pt x="822" y="1"/>
                  </a:moveTo>
                  <a:cubicBezTo>
                    <a:pt x="596" y="1"/>
                    <a:pt x="405" y="84"/>
                    <a:pt x="238" y="239"/>
                  </a:cubicBezTo>
                  <a:cubicBezTo>
                    <a:pt x="95" y="382"/>
                    <a:pt x="0" y="596"/>
                    <a:pt x="0" y="822"/>
                  </a:cubicBezTo>
                  <a:cubicBezTo>
                    <a:pt x="0" y="1263"/>
                    <a:pt x="381" y="1632"/>
                    <a:pt x="822" y="1632"/>
                  </a:cubicBezTo>
                  <a:cubicBezTo>
                    <a:pt x="1274" y="1632"/>
                    <a:pt x="1643" y="1275"/>
                    <a:pt x="1643" y="822"/>
                  </a:cubicBezTo>
                  <a:cubicBezTo>
                    <a:pt x="1643" y="763"/>
                    <a:pt x="1631" y="680"/>
                    <a:pt x="1608" y="620"/>
                  </a:cubicBezTo>
                  <a:cubicBezTo>
                    <a:pt x="1577" y="548"/>
                    <a:pt x="1492" y="484"/>
                    <a:pt x="1400" y="484"/>
                  </a:cubicBezTo>
                  <a:cubicBezTo>
                    <a:pt x="1386" y="484"/>
                    <a:pt x="1372" y="486"/>
                    <a:pt x="1358" y="489"/>
                  </a:cubicBezTo>
                  <a:cubicBezTo>
                    <a:pt x="1250" y="525"/>
                    <a:pt x="1179" y="620"/>
                    <a:pt x="1215" y="727"/>
                  </a:cubicBezTo>
                  <a:cubicBezTo>
                    <a:pt x="1227" y="763"/>
                    <a:pt x="1227" y="787"/>
                    <a:pt x="1227" y="822"/>
                  </a:cubicBezTo>
                  <a:cubicBezTo>
                    <a:pt x="1227" y="1037"/>
                    <a:pt x="1048" y="1215"/>
                    <a:pt x="822" y="1215"/>
                  </a:cubicBezTo>
                  <a:cubicBezTo>
                    <a:pt x="596" y="1215"/>
                    <a:pt x="417" y="1037"/>
                    <a:pt x="417" y="822"/>
                  </a:cubicBezTo>
                  <a:cubicBezTo>
                    <a:pt x="417" y="596"/>
                    <a:pt x="596" y="418"/>
                    <a:pt x="822" y="418"/>
                  </a:cubicBezTo>
                  <a:cubicBezTo>
                    <a:pt x="941" y="418"/>
                    <a:pt x="1036" y="322"/>
                    <a:pt x="1036" y="203"/>
                  </a:cubicBezTo>
                  <a:cubicBezTo>
                    <a:pt x="1036" y="84"/>
                    <a:pt x="941" y="1"/>
                    <a:pt x="822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2" name="Google Shape;11131;p77">
              <a:extLst>
                <a:ext uri="{FF2B5EF4-FFF2-40B4-BE49-F238E27FC236}">
                  <a16:creationId xmlns:a16="http://schemas.microsoft.com/office/drawing/2014/main" id="{6D3E8024-7A79-4EBE-934D-CD380EC87AC1}"/>
                </a:ext>
              </a:extLst>
            </p:cNvPr>
            <p:cNvSpPr/>
            <p:nvPr/>
          </p:nvSpPr>
          <p:spPr>
            <a:xfrm>
              <a:off x="6000995" y="4365379"/>
              <a:ext cx="122892" cy="58016"/>
            </a:xfrm>
            <a:custGeom>
              <a:avLst/>
              <a:gdLst/>
              <a:ahLst/>
              <a:cxnLst/>
              <a:rect l="l" t="t" r="r" b="b"/>
              <a:pathLst>
                <a:path w="3870" h="1827" extrusionOk="0">
                  <a:moveTo>
                    <a:pt x="2310" y="1"/>
                  </a:moveTo>
                  <a:cubicBezTo>
                    <a:pt x="1810" y="1"/>
                    <a:pt x="1334" y="143"/>
                    <a:pt x="929" y="429"/>
                  </a:cubicBezTo>
                  <a:cubicBezTo>
                    <a:pt x="524" y="715"/>
                    <a:pt x="226" y="1096"/>
                    <a:pt x="48" y="1548"/>
                  </a:cubicBezTo>
                  <a:cubicBezTo>
                    <a:pt x="0" y="1656"/>
                    <a:pt x="60" y="1775"/>
                    <a:pt x="167" y="1810"/>
                  </a:cubicBezTo>
                  <a:cubicBezTo>
                    <a:pt x="192" y="1822"/>
                    <a:pt x="218" y="1827"/>
                    <a:pt x="244" y="1827"/>
                  </a:cubicBezTo>
                  <a:cubicBezTo>
                    <a:pt x="326" y="1827"/>
                    <a:pt x="404" y="1773"/>
                    <a:pt x="441" y="1691"/>
                  </a:cubicBezTo>
                  <a:cubicBezTo>
                    <a:pt x="738" y="917"/>
                    <a:pt x="1488" y="405"/>
                    <a:pt x="2322" y="405"/>
                  </a:cubicBezTo>
                  <a:cubicBezTo>
                    <a:pt x="2774" y="405"/>
                    <a:pt x="3191" y="536"/>
                    <a:pt x="3548" y="798"/>
                  </a:cubicBezTo>
                  <a:cubicBezTo>
                    <a:pt x="3581" y="831"/>
                    <a:pt x="3624" y="846"/>
                    <a:pt x="3667" y="846"/>
                  </a:cubicBezTo>
                  <a:cubicBezTo>
                    <a:pt x="3732" y="846"/>
                    <a:pt x="3798" y="813"/>
                    <a:pt x="3834" y="763"/>
                  </a:cubicBezTo>
                  <a:cubicBezTo>
                    <a:pt x="3870" y="679"/>
                    <a:pt x="3858" y="560"/>
                    <a:pt x="3774" y="489"/>
                  </a:cubicBezTo>
                  <a:cubicBezTo>
                    <a:pt x="3334" y="179"/>
                    <a:pt x="2846" y="1"/>
                    <a:pt x="2310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3" name="Google Shape;11132;p77">
              <a:extLst>
                <a:ext uri="{FF2B5EF4-FFF2-40B4-BE49-F238E27FC236}">
                  <a16:creationId xmlns:a16="http://schemas.microsoft.com/office/drawing/2014/main" id="{5FF87131-641B-4674-AF60-F854B71FFD72}"/>
                </a:ext>
              </a:extLst>
            </p:cNvPr>
            <p:cNvSpPr/>
            <p:nvPr/>
          </p:nvSpPr>
          <p:spPr>
            <a:xfrm>
              <a:off x="5816847" y="4230039"/>
              <a:ext cx="124797" cy="193610"/>
            </a:xfrm>
            <a:custGeom>
              <a:avLst/>
              <a:gdLst/>
              <a:ahLst/>
              <a:cxnLst/>
              <a:rect l="l" t="t" r="r" b="b"/>
              <a:pathLst>
                <a:path w="3930" h="6097" extrusionOk="0">
                  <a:moveTo>
                    <a:pt x="3513" y="417"/>
                  </a:moveTo>
                  <a:lnTo>
                    <a:pt x="3513" y="2441"/>
                  </a:lnTo>
                  <a:lnTo>
                    <a:pt x="822" y="2441"/>
                  </a:lnTo>
                  <a:lnTo>
                    <a:pt x="1834" y="714"/>
                  </a:lnTo>
                  <a:cubicBezTo>
                    <a:pt x="1930" y="524"/>
                    <a:pt x="2144" y="417"/>
                    <a:pt x="2346" y="417"/>
                  </a:cubicBezTo>
                  <a:close/>
                  <a:moveTo>
                    <a:pt x="2346" y="0"/>
                  </a:moveTo>
                  <a:cubicBezTo>
                    <a:pt x="1989" y="0"/>
                    <a:pt x="1644" y="203"/>
                    <a:pt x="1465" y="512"/>
                  </a:cubicBezTo>
                  <a:lnTo>
                    <a:pt x="60" y="2917"/>
                  </a:lnTo>
                  <a:cubicBezTo>
                    <a:pt x="1" y="3024"/>
                    <a:pt x="25" y="3143"/>
                    <a:pt x="132" y="3203"/>
                  </a:cubicBezTo>
                  <a:cubicBezTo>
                    <a:pt x="155" y="3215"/>
                    <a:pt x="203" y="3239"/>
                    <a:pt x="239" y="3239"/>
                  </a:cubicBezTo>
                  <a:cubicBezTo>
                    <a:pt x="310" y="3239"/>
                    <a:pt x="370" y="3203"/>
                    <a:pt x="417" y="3131"/>
                  </a:cubicBezTo>
                  <a:lnTo>
                    <a:pt x="572" y="2846"/>
                  </a:lnTo>
                  <a:lnTo>
                    <a:pt x="3513" y="2846"/>
                  </a:lnTo>
                  <a:lnTo>
                    <a:pt x="3513" y="5882"/>
                  </a:lnTo>
                  <a:cubicBezTo>
                    <a:pt x="3513" y="6001"/>
                    <a:pt x="3596" y="6096"/>
                    <a:pt x="3715" y="6096"/>
                  </a:cubicBezTo>
                  <a:cubicBezTo>
                    <a:pt x="3835" y="6096"/>
                    <a:pt x="3930" y="6001"/>
                    <a:pt x="3930" y="5882"/>
                  </a:cubicBezTo>
                  <a:lnTo>
                    <a:pt x="3930" y="203"/>
                  </a:lnTo>
                  <a:cubicBezTo>
                    <a:pt x="3918" y="95"/>
                    <a:pt x="3823" y="0"/>
                    <a:pt x="371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4" name="Google Shape;11133;p77">
              <a:extLst>
                <a:ext uri="{FF2B5EF4-FFF2-40B4-BE49-F238E27FC236}">
                  <a16:creationId xmlns:a16="http://schemas.microsoft.com/office/drawing/2014/main" id="{13510788-1189-4873-8660-AAD43AC194BC}"/>
                </a:ext>
              </a:extLst>
            </p:cNvPr>
            <p:cNvSpPr/>
            <p:nvPr/>
          </p:nvSpPr>
          <p:spPr>
            <a:xfrm>
              <a:off x="5954474" y="4230039"/>
              <a:ext cx="120256" cy="102854"/>
            </a:xfrm>
            <a:custGeom>
              <a:avLst/>
              <a:gdLst/>
              <a:ahLst/>
              <a:cxnLst/>
              <a:rect l="l" t="t" r="r" b="b"/>
              <a:pathLst>
                <a:path w="3787" h="3239" extrusionOk="0">
                  <a:moveTo>
                    <a:pt x="203" y="0"/>
                  </a:moveTo>
                  <a:cubicBezTo>
                    <a:pt x="84" y="0"/>
                    <a:pt x="1" y="95"/>
                    <a:pt x="1" y="214"/>
                  </a:cubicBezTo>
                  <a:lnTo>
                    <a:pt x="1" y="3024"/>
                  </a:lnTo>
                  <a:cubicBezTo>
                    <a:pt x="1" y="3143"/>
                    <a:pt x="84" y="3239"/>
                    <a:pt x="203" y="3239"/>
                  </a:cubicBezTo>
                  <a:cubicBezTo>
                    <a:pt x="322" y="3239"/>
                    <a:pt x="417" y="3143"/>
                    <a:pt x="417" y="3024"/>
                  </a:cubicBezTo>
                  <a:lnTo>
                    <a:pt x="417" y="405"/>
                  </a:lnTo>
                  <a:lnTo>
                    <a:pt x="1977" y="405"/>
                  </a:lnTo>
                  <a:cubicBezTo>
                    <a:pt x="2132" y="405"/>
                    <a:pt x="2322" y="512"/>
                    <a:pt x="2429" y="655"/>
                  </a:cubicBezTo>
                  <a:lnTo>
                    <a:pt x="3287" y="1786"/>
                  </a:lnTo>
                  <a:cubicBezTo>
                    <a:pt x="3346" y="1869"/>
                    <a:pt x="3358" y="1941"/>
                    <a:pt x="3358" y="2024"/>
                  </a:cubicBezTo>
                  <a:cubicBezTo>
                    <a:pt x="3358" y="2250"/>
                    <a:pt x="3180" y="2429"/>
                    <a:pt x="2953" y="2429"/>
                  </a:cubicBezTo>
                  <a:lnTo>
                    <a:pt x="1013" y="2429"/>
                  </a:lnTo>
                  <a:cubicBezTo>
                    <a:pt x="894" y="2429"/>
                    <a:pt x="798" y="2524"/>
                    <a:pt x="798" y="2643"/>
                  </a:cubicBezTo>
                  <a:cubicBezTo>
                    <a:pt x="798" y="2762"/>
                    <a:pt x="882" y="2846"/>
                    <a:pt x="1013" y="2846"/>
                  </a:cubicBezTo>
                  <a:lnTo>
                    <a:pt x="2977" y="2846"/>
                  </a:lnTo>
                  <a:cubicBezTo>
                    <a:pt x="3418" y="2846"/>
                    <a:pt x="3787" y="2489"/>
                    <a:pt x="3787" y="2024"/>
                  </a:cubicBezTo>
                  <a:cubicBezTo>
                    <a:pt x="3787" y="1846"/>
                    <a:pt x="3727" y="1691"/>
                    <a:pt x="3632" y="1536"/>
                  </a:cubicBezTo>
                  <a:lnTo>
                    <a:pt x="2775" y="405"/>
                  </a:lnTo>
                  <a:cubicBezTo>
                    <a:pt x="2584" y="155"/>
                    <a:pt x="2287" y="0"/>
                    <a:pt x="196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5" name="Google Shape;11134;p77">
              <a:extLst>
                <a:ext uri="{FF2B5EF4-FFF2-40B4-BE49-F238E27FC236}">
                  <a16:creationId xmlns:a16="http://schemas.microsoft.com/office/drawing/2014/main" id="{17D60B37-1711-4A32-B2D8-8799C2067557}"/>
                </a:ext>
              </a:extLst>
            </p:cNvPr>
            <p:cNvSpPr/>
            <p:nvPr/>
          </p:nvSpPr>
          <p:spPr>
            <a:xfrm>
              <a:off x="5876198" y="4333243"/>
              <a:ext cx="39376" cy="13274"/>
            </a:xfrm>
            <a:custGeom>
              <a:avLst/>
              <a:gdLst/>
              <a:ahLst/>
              <a:cxnLst/>
              <a:rect l="l" t="t" r="r" b="b"/>
              <a:pathLst>
                <a:path w="1240" h="418" extrusionOk="0">
                  <a:moveTo>
                    <a:pt x="215" y="1"/>
                  </a:moveTo>
                  <a:cubicBezTo>
                    <a:pt x="96" y="1"/>
                    <a:pt x="1" y="84"/>
                    <a:pt x="1" y="203"/>
                  </a:cubicBezTo>
                  <a:cubicBezTo>
                    <a:pt x="1" y="322"/>
                    <a:pt x="96" y="417"/>
                    <a:pt x="215" y="417"/>
                  </a:cubicBezTo>
                  <a:lnTo>
                    <a:pt x="1025" y="417"/>
                  </a:lnTo>
                  <a:cubicBezTo>
                    <a:pt x="1144" y="417"/>
                    <a:pt x="1239" y="322"/>
                    <a:pt x="1239" y="203"/>
                  </a:cubicBezTo>
                  <a:cubicBezTo>
                    <a:pt x="1239" y="84"/>
                    <a:pt x="1156" y="1"/>
                    <a:pt x="1025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6" name="Google Shape;11135;p77">
              <a:extLst>
                <a:ext uri="{FF2B5EF4-FFF2-40B4-BE49-F238E27FC236}">
                  <a16:creationId xmlns:a16="http://schemas.microsoft.com/office/drawing/2014/main" id="{E5750F46-1ADA-4CB7-BEA4-FA871835341C}"/>
                </a:ext>
              </a:extLst>
            </p:cNvPr>
            <p:cNvSpPr/>
            <p:nvPr/>
          </p:nvSpPr>
          <p:spPr>
            <a:xfrm>
              <a:off x="5979433" y="4333243"/>
              <a:ext cx="39344" cy="13274"/>
            </a:xfrm>
            <a:custGeom>
              <a:avLst/>
              <a:gdLst/>
              <a:ahLst/>
              <a:cxnLst/>
              <a:rect l="l" t="t" r="r" b="b"/>
              <a:pathLst>
                <a:path w="1239" h="418" extrusionOk="0">
                  <a:moveTo>
                    <a:pt x="203" y="1"/>
                  </a:moveTo>
                  <a:cubicBezTo>
                    <a:pt x="84" y="1"/>
                    <a:pt x="0" y="84"/>
                    <a:pt x="0" y="203"/>
                  </a:cubicBezTo>
                  <a:cubicBezTo>
                    <a:pt x="0" y="322"/>
                    <a:pt x="84" y="417"/>
                    <a:pt x="203" y="417"/>
                  </a:cubicBezTo>
                  <a:lnTo>
                    <a:pt x="1024" y="417"/>
                  </a:lnTo>
                  <a:cubicBezTo>
                    <a:pt x="1143" y="417"/>
                    <a:pt x="1239" y="322"/>
                    <a:pt x="1239" y="203"/>
                  </a:cubicBezTo>
                  <a:cubicBezTo>
                    <a:pt x="1239" y="84"/>
                    <a:pt x="1143" y="1"/>
                    <a:pt x="1024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76" name="Google Shape;11127;p77">
            <a:extLst>
              <a:ext uri="{FF2B5EF4-FFF2-40B4-BE49-F238E27FC236}">
                <a16:creationId xmlns:a16="http://schemas.microsoft.com/office/drawing/2014/main" id="{34D01803-D394-4F60-AB30-5B611353E95A}"/>
              </a:ext>
            </a:extLst>
          </p:cNvPr>
          <p:cNvGrpSpPr/>
          <p:nvPr/>
        </p:nvGrpSpPr>
        <p:grpSpPr>
          <a:xfrm>
            <a:off x="7023224" y="2720488"/>
            <a:ext cx="440505" cy="290018"/>
            <a:chOff x="5727616" y="4204699"/>
            <a:chExt cx="440505" cy="290018"/>
          </a:xfrm>
        </p:grpSpPr>
        <p:sp>
          <p:nvSpPr>
            <p:cNvPr id="177" name="Google Shape;11128;p77">
              <a:extLst>
                <a:ext uri="{FF2B5EF4-FFF2-40B4-BE49-F238E27FC236}">
                  <a16:creationId xmlns:a16="http://schemas.microsoft.com/office/drawing/2014/main" id="{2B176907-7265-4BFB-AD47-E50F2296C0AC}"/>
                </a:ext>
              </a:extLst>
            </p:cNvPr>
            <p:cNvSpPr/>
            <p:nvPr/>
          </p:nvSpPr>
          <p:spPr>
            <a:xfrm>
              <a:off x="5727616" y="4204699"/>
              <a:ext cx="440505" cy="290018"/>
            </a:xfrm>
            <a:custGeom>
              <a:avLst/>
              <a:gdLst/>
              <a:ahLst/>
              <a:cxnLst/>
              <a:rect l="l" t="t" r="r" b="b"/>
              <a:pathLst>
                <a:path w="13872" h="9133" extrusionOk="0">
                  <a:moveTo>
                    <a:pt x="13145" y="4465"/>
                  </a:moveTo>
                  <a:lnTo>
                    <a:pt x="13145" y="4870"/>
                  </a:lnTo>
                  <a:lnTo>
                    <a:pt x="12752" y="4870"/>
                  </a:lnTo>
                  <a:lnTo>
                    <a:pt x="12752" y="4465"/>
                  </a:lnTo>
                  <a:close/>
                  <a:moveTo>
                    <a:pt x="1275" y="3941"/>
                  </a:moveTo>
                  <a:lnTo>
                    <a:pt x="1275" y="4430"/>
                  </a:lnTo>
                  <a:cubicBezTo>
                    <a:pt x="1275" y="4775"/>
                    <a:pt x="1013" y="5049"/>
                    <a:pt x="668" y="5049"/>
                  </a:cubicBezTo>
                  <a:lnTo>
                    <a:pt x="418" y="5049"/>
                  </a:lnTo>
                  <a:cubicBezTo>
                    <a:pt x="501" y="4549"/>
                    <a:pt x="810" y="4120"/>
                    <a:pt x="1275" y="3941"/>
                  </a:cubicBezTo>
                  <a:close/>
                  <a:moveTo>
                    <a:pt x="9121" y="417"/>
                  </a:moveTo>
                  <a:cubicBezTo>
                    <a:pt x="9562" y="417"/>
                    <a:pt x="9978" y="620"/>
                    <a:pt x="10252" y="977"/>
                  </a:cubicBezTo>
                  <a:lnTo>
                    <a:pt x="12205" y="3584"/>
                  </a:lnTo>
                  <a:cubicBezTo>
                    <a:pt x="12240" y="3632"/>
                    <a:pt x="12300" y="3656"/>
                    <a:pt x="12360" y="3656"/>
                  </a:cubicBezTo>
                  <a:lnTo>
                    <a:pt x="13312" y="3656"/>
                  </a:lnTo>
                  <a:cubicBezTo>
                    <a:pt x="13431" y="3656"/>
                    <a:pt x="13514" y="3775"/>
                    <a:pt x="13467" y="3882"/>
                  </a:cubicBezTo>
                  <a:lnTo>
                    <a:pt x="13372" y="4060"/>
                  </a:lnTo>
                  <a:lnTo>
                    <a:pt x="12574" y="4060"/>
                  </a:lnTo>
                  <a:cubicBezTo>
                    <a:pt x="12455" y="4060"/>
                    <a:pt x="12360" y="4156"/>
                    <a:pt x="12360" y="4275"/>
                  </a:cubicBezTo>
                  <a:lnTo>
                    <a:pt x="12360" y="5084"/>
                  </a:lnTo>
                  <a:cubicBezTo>
                    <a:pt x="12360" y="5203"/>
                    <a:pt x="12455" y="5299"/>
                    <a:pt x="12574" y="5299"/>
                  </a:cubicBezTo>
                  <a:lnTo>
                    <a:pt x="13181" y="5299"/>
                  </a:lnTo>
                  <a:lnTo>
                    <a:pt x="13181" y="5596"/>
                  </a:lnTo>
                  <a:cubicBezTo>
                    <a:pt x="13181" y="5787"/>
                    <a:pt x="13252" y="5977"/>
                    <a:pt x="13395" y="6096"/>
                  </a:cubicBezTo>
                  <a:cubicBezTo>
                    <a:pt x="13455" y="6156"/>
                    <a:pt x="13479" y="6227"/>
                    <a:pt x="13479" y="6323"/>
                  </a:cubicBezTo>
                  <a:lnTo>
                    <a:pt x="13479" y="6692"/>
                  </a:lnTo>
                  <a:lnTo>
                    <a:pt x="13443" y="6692"/>
                  </a:lnTo>
                  <a:cubicBezTo>
                    <a:pt x="13443" y="7037"/>
                    <a:pt x="13181" y="7311"/>
                    <a:pt x="12836" y="7311"/>
                  </a:cubicBezTo>
                  <a:lnTo>
                    <a:pt x="12526" y="7311"/>
                  </a:lnTo>
                  <a:cubicBezTo>
                    <a:pt x="12419" y="6501"/>
                    <a:pt x="11740" y="5894"/>
                    <a:pt x="10919" y="5894"/>
                  </a:cubicBezTo>
                  <a:cubicBezTo>
                    <a:pt x="10097" y="5894"/>
                    <a:pt x="9419" y="6513"/>
                    <a:pt x="9312" y="7311"/>
                  </a:cubicBezTo>
                  <a:lnTo>
                    <a:pt x="4061" y="7311"/>
                  </a:lnTo>
                  <a:cubicBezTo>
                    <a:pt x="3954" y="6501"/>
                    <a:pt x="3275" y="5894"/>
                    <a:pt x="2454" y="5894"/>
                  </a:cubicBezTo>
                  <a:cubicBezTo>
                    <a:pt x="1632" y="5894"/>
                    <a:pt x="965" y="6501"/>
                    <a:pt x="846" y="7275"/>
                  </a:cubicBezTo>
                  <a:cubicBezTo>
                    <a:pt x="608" y="7204"/>
                    <a:pt x="429" y="6966"/>
                    <a:pt x="429" y="6692"/>
                  </a:cubicBezTo>
                  <a:lnTo>
                    <a:pt x="429" y="5465"/>
                  </a:lnTo>
                  <a:lnTo>
                    <a:pt x="691" y="5465"/>
                  </a:lnTo>
                  <a:cubicBezTo>
                    <a:pt x="1263" y="5465"/>
                    <a:pt x="1703" y="5001"/>
                    <a:pt x="1703" y="4453"/>
                  </a:cubicBezTo>
                  <a:lnTo>
                    <a:pt x="1703" y="3822"/>
                  </a:lnTo>
                  <a:lnTo>
                    <a:pt x="2406" y="3644"/>
                  </a:lnTo>
                  <a:cubicBezTo>
                    <a:pt x="2465" y="3632"/>
                    <a:pt x="2513" y="3596"/>
                    <a:pt x="2525" y="3560"/>
                  </a:cubicBezTo>
                  <a:lnTo>
                    <a:pt x="3954" y="1120"/>
                  </a:lnTo>
                  <a:cubicBezTo>
                    <a:pt x="4204" y="679"/>
                    <a:pt x="4680" y="417"/>
                    <a:pt x="5180" y="417"/>
                  </a:cubicBezTo>
                  <a:close/>
                  <a:moveTo>
                    <a:pt x="2430" y="6275"/>
                  </a:moveTo>
                  <a:cubicBezTo>
                    <a:pt x="3108" y="6275"/>
                    <a:pt x="3656" y="6823"/>
                    <a:pt x="3656" y="7501"/>
                  </a:cubicBezTo>
                  <a:cubicBezTo>
                    <a:pt x="3656" y="8168"/>
                    <a:pt x="3108" y="8716"/>
                    <a:pt x="2430" y="8716"/>
                  </a:cubicBezTo>
                  <a:cubicBezTo>
                    <a:pt x="1763" y="8716"/>
                    <a:pt x="1215" y="8168"/>
                    <a:pt x="1215" y="7501"/>
                  </a:cubicBezTo>
                  <a:cubicBezTo>
                    <a:pt x="1215" y="6823"/>
                    <a:pt x="1763" y="6275"/>
                    <a:pt x="2430" y="6275"/>
                  </a:cubicBezTo>
                  <a:close/>
                  <a:moveTo>
                    <a:pt x="10919" y="6275"/>
                  </a:moveTo>
                  <a:cubicBezTo>
                    <a:pt x="11586" y="6275"/>
                    <a:pt x="12145" y="6823"/>
                    <a:pt x="12145" y="7501"/>
                  </a:cubicBezTo>
                  <a:cubicBezTo>
                    <a:pt x="12145" y="8168"/>
                    <a:pt x="11586" y="8716"/>
                    <a:pt x="10919" y="8716"/>
                  </a:cubicBezTo>
                  <a:cubicBezTo>
                    <a:pt x="10252" y="8716"/>
                    <a:pt x="9693" y="8168"/>
                    <a:pt x="9693" y="7501"/>
                  </a:cubicBezTo>
                  <a:cubicBezTo>
                    <a:pt x="9693" y="6823"/>
                    <a:pt x="10252" y="6275"/>
                    <a:pt x="10919" y="6275"/>
                  </a:cubicBezTo>
                  <a:close/>
                  <a:moveTo>
                    <a:pt x="5144" y="0"/>
                  </a:moveTo>
                  <a:cubicBezTo>
                    <a:pt x="4501" y="0"/>
                    <a:pt x="3894" y="334"/>
                    <a:pt x="3573" y="905"/>
                  </a:cubicBezTo>
                  <a:lnTo>
                    <a:pt x="2180" y="3275"/>
                  </a:lnTo>
                  <a:lnTo>
                    <a:pt x="1430" y="3465"/>
                  </a:lnTo>
                  <a:cubicBezTo>
                    <a:pt x="489" y="3703"/>
                    <a:pt x="1" y="4477"/>
                    <a:pt x="1" y="5251"/>
                  </a:cubicBezTo>
                  <a:lnTo>
                    <a:pt x="1" y="6692"/>
                  </a:lnTo>
                  <a:cubicBezTo>
                    <a:pt x="1" y="7180"/>
                    <a:pt x="358" y="7608"/>
                    <a:pt x="810" y="7692"/>
                  </a:cubicBezTo>
                  <a:cubicBezTo>
                    <a:pt x="906" y="8501"/>
                    <a:pt x="1584" y="9132"/>
                    <a:pt x="2418" y="9132"/>
                  </a:cubicBezTo>
                  <a:cubicBezTo>
                    <a:pt x="3251" y="9132"/>
                    <a:pt x="3930" y="8513"/>
                    <a:pt x="4025" y="7728"/>
                  </a:cubicBezTo>
                  <a:lnTo>
                    <a:pt x="9300" y="7728"/>
                  </a:lnTo>
                  <a:cubicBezTo>
                    <a:pt x="9407" y="8525"/>
                    <a:pt x="10085" y="9132"/>
                    <a:pt x="10907" y="9132"/>
                  </a:cubicBezTo>
                  <a:cubicBezTo>
                    <a:pt x="11740" y="9132"/>
                    <a:pt x="12407" y="8513"/>
                    <a:pt x="12514" y="7728"/>
                  </a:cubicBezTo>
                  <a:lnTo>
                    <a:pt x="12824" y="7728"/>
                  </a:lnTo>
                  <a:cubicBezTo>
                    <a:pt x="13395" y="7728"/>
                    <a:pt x="13836" y="7263"/>
                    <a:pt x="13836" y="6716"/>
                  </a:cubicBezTo>
                  <a:lnTo>
                    <a:pt x="13836" y="6299"/>
                  </a:lnTo>
                  <a:cubicBezTo>
                    <a:pt x="13848" y="6096"/>
                    <a:pt x="13776" y="5918"/>
                    <a:pt x="13645" y="5787"/>
                  </a:cubicBezTo>
                  <a:cubicBezTo>
                    <a:pt x="13586" y="5727"/>
                    <a:pt x="13550" y="5656"/>
                    <a:pt x="13550" y="5561"/>
                  </a:cubicBezTo>
                  <a:lnTo>
                    <a:pt x="13550" y="4572"/>
                  </a:lnTo>
                  <a:lnTo>
                    <a:pt x="13788" y="4037"/>
                  </a:lnTo>
                  <a:cubicBezTo>
                    <a:pt x="13872" y="3846"/>
                    <a:pt x="13872" y="3656"/>
                    <a:pt x="13764" y="3501"/>
                  </a:cubicBezTo>
                  <a:cubicBezTo>
                    <a:pt x="13657" y="3334"/>
                    <a:pt x="13479" y="3239"/>
                    <a:pt x="13288" y="3239"/>
                  </a:cubicBezTo>
                  <a:lnTo>
                    <a:pt x="12443" y="3239"/>
                  </a:lnTo>
                  <a:lnTo>
                    <a:pt x="10550" y="727"/>
                  </a:lnTo>
                  <a:cubicBezTo>
                    <a:pt x="10204" y="262"/>
                    <a:pt x="9657" y="0"/>
                    <a:pt x="908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8" name="Google Shape;11129;p77">
              <a:extLst>
                <a:ext uri="{FF2B5EF4-FFF2-40B4-BE49-F238E27FC236}">
                  <a16:creationId xmlns:a16="http://schemas.microsoft.com/office/drawing/2014/main" id="{A4F44BDD-F0C4-4B59-9D79-E44795383DF1}"/>
                </a:ext>
              </a:extLst>
            </p:cNvPr>
            <p:cNvSpPr/>
            <p:nvPr/>
          </p:nvSpPr>
          <p:spPr>
            <a:xfrm>
              <a:off x="5779789" y="4416409"/>
              <a:ext cx="52205" cy="51475"/>
            </a:xfrm>
            <a:custGeom>
              <a:avLst/>
              <a:gdLst/>
              <a:ahLst/>
              <a:cxnLst/>
              <a:rect l="l" t="t" r="r" b="b"/>
              <a:pathLst>
                <a:path w="1644" h="1621" extrusionOk="0">
                  <a:moveTo>
                    <a:pt x="811" y="1"/>
                  </a:moveTo>
                  <a:cubicBezTo>
                    <a:pt x="584" y="1"/>
                    <a:pt x="394" y="84"/>
                    <a:pt x="239" y="239"/>
                  </a:cubicBezTo>
                  <a:cubicBezTo>
                    <a:pt x="96" y="382"/>
                    <a:pt x="1" y="596"/>
                    <a:pt x="1" y="799"/>
                  </a:cubicBezTo>
                  <a:cubicBezTo>
                    <a:pt x="1" y="1263"/>
                    <a:pt x="382" y="1620"/>
                    <a:pt x="822" y="1620"/>
                  </a:cubicBezTo>
                  <a:cubicBezTo>
                    <a:pt x="1275" y="1620"/>
                    <a:pt x="1644" y="1263"/>
                    <a:pt x="1644" y="799"/>
                  </a:cubicBezTo>
                  <a:cubicBezTo>
                    <a:pt x="1644" y="739"/>
                    <a:pt x="1632" y="668"/>
                    <a:pt x="1608" y="608"/>
                  </a:cubicBezTo>
                  <a:cubicBezTo>
                    <a:pt x="1557" y="546"/>
                    <a:pt x="1478" y="484"/>
                    <a:pt x="1389" y="484"/>
                  </a:cubicBezTo>
                  <a:cubicBezTo>
                    <a:pt x="1375" y="484"/>
                    <a:pt x="1361" y="486"/>
                    <a:pt x="1346" y="489"/>
                  </a:cubicBezTo>
                  <a:cubicBezTo>
                    <a:pt x="1239" y="525"/>
                    <a:pt x="1168" y="620"/>
                    <a:pt x="1192" y="727"/>
                  </a:cubicBezTo>
                  <a:cubicBezTo>
                    <a:pt x="1203" y="763"/>
                    <a:pt x="1203" y="787"/>
                    <a:pt x="1203" y="822"/>
                  </a:cubicBezTo>
                  <a:cubicBezTo>
                    <a:pt x="1203" y="1037"/>
                    <a:pt x="1025" y="1215"/>
                    <a:pt x="811" y="1215"/>
                  </a:cubicBezTo>
                  <a:cubicBezTo>
                    <a:pt x="584" y="1215"/>
                    <a:pt x="406" y="1037"/>
                    <a:pt x="406" y="822"/>
                  </a:cubicBezTo>
                  <a:cubicBezTo>
                    <a:pt x="406" y="596"/>
                    <a:pt x="584" y="418"/>
                    <a:pt x="811" y="418"/>
                  </a:cubicBezTo>
                  <a:cubicBezTo>
                    <a:pt x="930" y="418"/>
                    <a:pt x="1013" y="322"/>
                    <a:pt x="1013" y="203"/>
                  </a:cubicBezTo>
                  <a:cubicBezTo>
                    <a:pt x="1013" y="84"/>
                    <a:pt x="930" y="1"/>
                    <a:pt x="81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9" name="Google Shape;11130;p77">
              <a:extLst>
                <a:ext uri="{FF2B5EF4-FFF2-40B4-BE49-F238E27FC236}">
                  <a16:creationId xmlns:a16="http://schemas.microsoft.com/office/drawing/2014/main" id="{4896A768-CFBB-42AD-A5E1-33966CA0CCB2}"/>
                </a:ext>
              </a:extLst>
            </p:cNvPr>
            <p:cNvSpPr/>
            <p:nvPr/>
          </p:nvSpPr>
          <p:spPr>
            <a:xfrm>
              <a:off x="6048627" y="4416409"/>
              <a:ext cx="52205" cy="51856"/>
            </a:xfrm>
            <a:custGeom>
              <a:avLst/>
              <a:gdLst/>
              <a:ahLst/>
              <a:cxnLst/>
              <a:rect l="l" t="t" r="r" b="b"/>
              <a:pathLst>
                <a:path w="1644" h="1633" extrusionOk="0">
                  <a:moveTo>
                    <a:pt x="822" y="1"/>
                  </a:moveTo>
                  <a:cubicBezTo>
                    <a:pt x="596" y="1"/>
                    <a:pt x="405" y="84"/>
                    <a:pt x="238" y="239"/>
                  </a:cubicBezTo>
                  <a:cubicBezTo>
                    <a:pt x="95" y="382"/>
                    <a:pt x="0" y="596"/>
                    <a:pt x="0" y="822"/>
                  </a:cubicBezTo>
                  <a:cubicBezTo>
                    <a:pt x="0" y="1263"/>
                    <a:pt x="381" y="1632"/>
                    <a:pt x="822" y="1632"/>
                  </a:cubicBezTo>
                  <a:cubicBezTo>
                    <a:pt x="1274" y="1632"/>
                    <a:pt x="1643" y="1275"/>
                    <a:pt x="1643" y="822"/>
                  </a:cubicBezTo>
                  <a:cubicBezTo>
                    <a:pt x="1643" y="763"/>
                    <a:pt x="1631" y="680"/>
                    <a:pt x="1608" y="620"/>
                  </a:cubicBezTo>
                  <a:cubicBezTo>
                    <a:pt x="1577" y="548"/>
                    <a:pt x="1492" y="484"/>
                    <a:pt x="1400" y="484"/>
                  </a:cubicBezTo>
                  <a:cubicBezTo>
                    <a:pt x="1386" y="484"/>
                    <a:pt x="1372" y="486"/>
                    <a:pt x="1358" y="489"/>
                  </a:cubicBezTo>
                  <a:cubicBezTo>
                    <a:pt x="1250" y="525"/>
                    <a:pt x="1179" y="620"/>
                    <a:pt x="1215" y="727"/>
                  </a:cubicBezTo>
                  <a:cubicBezTo>
                    <a:pt x="1227" y="763"/>
                    <a:pt x="1227" y="787"/>
                    <a:pt x="1227" y="822"/>
                  </a:cubicBezTo>
                  <a:cubicBezTo>
                    <a:pt x="1227" y="1037"/>
                    <a:pt x="1048" y="1215"/>
                    <a:pt x="822" y="1215"/>
                  </a:cubicBezTo>
                  <a:cubicBezTo>
                    <a:pt x="596" y="1215"/>
                    <a:pt x="417" y="1037"/>
                    <a:pt x="417" y="822"/>
                  </a:cubicBezTo>
                  <a:cubicBezTo>
                    <a:pt x="417" y="596"/>
                    <a:pt x="596" y="418"/>
                    <a:pt x="822" y="418"/>
                  </a:cubicBezTo>
                  <a:cubicBezTo>
                    <a:pt x="941" y="418"/>
                    <a:pt x="1036" y="322"/>
                    <a:pt x="1036" y="203"/>
                  </a:cubicBezTo>
                  <a:cubicBezTo>
                    <a:pt x="1036" y="84"/>
                    <a:pt x="941" y="1"/>
                    <a:pt x="822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0" name="Google Shape;11131;p77">
              <a:extLst>
                <a:ext uri="{FF2B5EF4-FFF2-40B4-BE49-F238E27FC236}">
                  <a16:creationId xmlns:a16="http://schemas.microsoft.com/office/drawing/2014/main" id="{A92C0C05-90FF-4D29-9BFB-2CA30B304178}"/>
                </a:ext>
              </a:extLst>
            </p:cNvPr>
            <p:cNvSpPr/>
            <p:nvPr/>
          </p:nvSpPr>
          <p:spPr>
            <a:xfrm>
              <a:off x="6000995" y="4365379"/>
              <a:ext cx="122892" cy="58016"/>
            </a:xfrm>
            <a:custGeom>
              <a:avLst/>
              <a:gdLst/>
              <a:ahLst/>
              <a:cxnLst/>
              <a:rect l="l" t="t" r="r" b="b"/>
              <a:pathLst>
                <a:path w="3870" h="1827" extrusionOk="0">
                  <a:moveTo>
                    <a:pt x="2310" y="1"/>
                  </a:moveTo>
                  <a:cubicBezTo>
                    <a:pt x="1810" y="1"/>
                    <a:pt x="1334" y="143"/>
                    <a:pt x="929" y="429"/>
                  </a:cubicBezTo>
                  <a:cubicBezTo>
                    <a:pt x="524" y="715"/>
                    <a:pt x="226" y="1096"/>
                    <a:pt x="48" y="1548"/>
                  </a:cubicBezTo>
                  <a:cubicBezTo>
                    <a:pt x="0" y="1656"/>
                    <a:pt x="60" y="1775"/>
                    <a:pt x="167" y="1810"/>
                  </a:cubicBezTo>
                  <a:cubicBezTo>
                    <a:pt x="192" y="1822"/>
                    <a:pt x="218" y="1827"/>
                    <a:pt x="244" y="1827"/>
                  </a:cubicBezTo>
                  <a:cubicBezTo>
                    <a:pt x="326" y="1827"/>
                    <a:pt x="404" y="1773"/>
                    <a:pt x="441" y="1691"/>
                  </a:cubicBezTo>
                  <a:cubicBezTo>
                    <a:pt x="738" y="917"/>
                    <a:pt x="1488" y="405"/>
                    <a:pt x="2322" y="405"/>
                  </a:cubicBezTo>
                  <a:cubicBezTo>
                    <a:pt x="2774" y="405"/>
                    <a:pt x="3191" y="536"/>
                    <a:pt x="3548" y="798"/>
                  </a:cubicBezTo>
                  <a:cubicBezTo>
                    <a:pt x="3581" y="831"/>
                    <a:pt x="3624" y="846"/>
                    <a:pt x="3667" y="846"/>
                  </a:cubicBezTo>
                  <a:cubicBezTo>
                    <a:pt x="3732" y="846"/>
                    <a:pt x="3798" y="813"/>
                    <a:pt x="3834" y="763"/>
                  </a:cubicBezTo>
                  <a:cubicBezTo>
                    <a:pt x="3870" y="679"/>
                    <a:pt x="3858" y="560"/>
                    <a:pt x="3774" y="489"/>
                  </a:cubicBezTo>
                  <a:cubicBezTo>
                    <a:pt x="3334" y="179"/>
                    <a:pt x="2846" y="1"/>
                    <a:pt x="2310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1" name="Google Shape;11132;p77">
              <a:extLst>
                <a:ext uri="{FF2B5EF4-FFF2-40B4-BE49-F238E27FC236}">
                  <a16:creationId xmlns:a16="http://schemas.microsoft.com/office/drawing/2014/main" id="{0BC8B8ED-BF47-453B-9BDC-B16169868A76}"/>
                </a:ext>
              </a:extLst>
            </p:cNvPr>
            <p:cNvSpPr/>
            <p:nvPr/>
          </p:nvSpPr>
          <p:spPr>
            <a:xfrm>
              <a:off x="5816847" y="4230039"/>
              <a:ext cx="124797" cy="193610"/>
            </a:xfrm>
            <a:custGeom>
              <a:avLst/>
              <a:gdLst/>
              <a:ahLst/>
              <a:cxnLst/>
              <a:rect l="l" t="t" r="r" b="b"/>
              <a:pathLst>
                <a:path w="3930" h="6097" extrusionOk="0">
                  <a:moveTo>
                    <a:pt x="3513" y="417"/>
                  </a:moveTo>
                  <a:lnTo>
                    <a:pt x="3513" y="2441"/>
                  </a:lnTo>
                  <a:lnTo>
                    <a:pt x="822" y="2441"/>
                  </a:lnTo>
                  <a:lnTo>
                    <a:pt x="1834" y="714"/>
                  </a:lnTo>
                  <a:cubicBezTo>
                    <a:pt x="1930" y="524"/>
                    <a:pt x="2144" y="417"/>
                    <a:pt x="2346" y="417"/>
                  </a:cubicBezTo>
                  <a:close/>
                  <a:moveTo>
                    <a:pt x="2346" y="0"/>
                  </a:moveTo>
                  <a:cubicBezTo>
                    <a:pt x="1989" y="0"/>
                    <a:pt x="1644" y="203"/>
                    <a:pt x="1465" y="512"/>
                  </a:cubicBezTo>
                  <a:lnTo>
                    <a:pt x="60" y="2917"/>
                  </a:lnTo>
                  <a:cubicBezTo>
                    <a:pt x="1" y="3024"/>
                    <a:pt x="25" y="3143"/>
                    <a:pt x="132" y="3203"/>
                  </a:cubicBezTo>
                  <a:cubicBezTo>
                    <a:pt x="155" y="3215"/>
                    <a:pt x="203" y="3239"/>
                    <a:pt x="239" y="3239"/>
                  </a:cubicBezTo>
                  <a:cubicBezTo>
                    <a:pt x="310" y="3239"/>
                    <a:pt x="370" y="3203"/>
                    <a:pt x="417" y="3131"/>
                  </a:cubicBezTo>
                  <a:lnTo>
                    <a:pt x="572" y="2846"/>
                  </a:lnTo>
                  <a:lnTo>
                    <a:pt x="3513" y="2846"/>
                  </a:lnTo>
                  <a:lnTo>
                    <a:pt x="3513" y="5882"/>
                  </a:lnTo>
                  <a:cubicBezTo>
                    <a:pt x="3513" y="6001"/>
                    <a:pt x="3596" y="6096"/>
                    <a:pt x="3715" y="6096"/>
                  </a:cubicBezTo>
                  <a:cubicBezTo>
                    <a:pt x="3835" y="6096"/>
                    <a:pt x="3930" y="6001"/>
                    <a:pt x="3930" y="5882"/>
                  </a:cubicBezTo>
                  <a:lnTo>
                    <a:pt x="3930" y="203"/>
                  </a:lnTo>
                  <a:cubicBezTo>
                    <a:pt x="3918" y="95"/>
                    <a:pt x="3823" y="0"/>
                    <a:pt x="371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2" name="Google Shape;11133;p77">
              <a:extLst>
                <a:ext uri="{FF2B5EF4-FFF2-40B4-BE49-F238E27FC236}">
                  <a16:creationId xmlns:a16="http://schemas.microsoft.com/office/drawing/2014/main" id="{AFB8715B-C01B-4C0F-9B48-AFA544ADB34E}"/>
                </a:ext>
              </a:extLst>
            </p:cNvPr>
            <p:cNvSpPr/>
            <p:nvPr/>
          </p:nvSpPr>
          <p:spPr>
            <a:xfrm>
              <a:off x="5954474" y="4230039"/>
              <a:ext cx="120256" cy="102854"/>
            </a:xfrm>
            <a:custGeom>
              <a:avLst/>
              <a:gdLst/>
              <a:ahLst/>
              <a:cxnLst/>
              <a:rect l="l" t="t" r="r" b="b"/>
              <a:pathLst>
                <a:path w="3787" h="3239" extrusionOk="0">
                  <a:moveTo>
                    <a:pt x="203" y="0"/>
                  </a:moveTo>
                  <a:cubicBezTo>
                    <a:pt x="84" y="0"/>
                    <a:pt x="1" y="95"/>
                    <a:pt x="1" y="214"/>
                  </a:cubicBezTo>
                  <a:lnTo>
                    <a:pt x="1" y="3024"/>
                  </a:lnTo>
                  <a:cubicBezTo>
                    <a:pt x="1" y="3143"/>
                    <a:pt x="84" y="3239"/>
                    <a:pt x="203" y="3239"/>
                  </a:cubicBezTo>
                  <a:cubicBezTo>
                    <a:pt x="322" y="3239"/>
                    <a:pt x="417" y="3143"/>
                    <a:pt x="417" y="3024"/>
                  </a:cubicBezTo>
                  <a:lnTo>
                    <a:pt x="417" y="405"/>
                  </a:lnTo>
                  <a:lnTo>
                    <a:pt x="1977" y="405"/>
                  </a:lnTo>
                  <a:cubicBezTo>
                    <a:pt x="2132" y="405"/>
                    <a:pt x="2322" y="512"/>
                    <a:pt x="2429" y="655"/>
                  </a:cubicBezTo>
                  <a:lnTo>
                    <a:pt x="3287" y="1786"/>
                  </a:lnTo>
                  <a:cubicBezTo>
                    <a:pt x="3346" y="1869"/>
                    <a:pt x="3358" y="1941"/>
                    <a:pt x="3358" y="2024"/>
                  </a:cubicBezTo>
                  <a:cubicBezTo>
                    <a:pt x="3358" y="2250"/>
                    <a:pt x="3180" y="2429"/>
                    <a:pt x="2953" y="2429"/>
                  </a:cubicBezTo>
                  <a:lnTo>
                    <a:pt x="1013" y="2429"/>
                  </a:lnTo>
                  <a:cubicBezTo>
                    <a:pt x="894" y="2429"/>
                    <a:pt x="798" y="2524"/>
                    <a:pt x="798" y="2643"/>
                  </a:cubicBezTo>
                  <a:cubicBezTo>
                    <a:pt x="798" y="2762"/>
                    <a:pt x="882" y="2846"/>
                    <a:pt x="1013" y="2846"/>
                  </a:cubicBezTo>
                  <a:lnTo>
                    <a:pt x="2977" y="2846"/>
                  </a:lnTo>
                  <a:cubicBezTo>
                    <a:pt x="3418" y="2846"/>
                    <a:pt x="3787" y="2489"/>
                    <a:pt x="3787" y="2024"/>
                  </a:cubicBezTo>
                  <a:cubicBezTo>
                    <a:pt x="3787" y="1846"/>
                    <a:pt x="3727" y="1691"/>
                    <a:pt x="3632" y="1536"/>
                  </a:cubicBezTo>
                  <a:lnTo>
                    <a:pt x="2775" y="405"/>
                  </a:lnTo>
                  <a:cubicBezTo>
                    <a:pt x="2584" y="155"/>
                    <a:pt x="2287" y="0"/>
                    <a:pt x="196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3" name="Google Shape;11134;p77">
              <a:extLst>
                <a:ext uri="{FF2B5EF4-FFF2-40B4-BE49-F238E27FC236}">
                  <a16:creationId xmlns:a16="http://schemas.microsoft.com/office/drawing/2014/main" id="{F55ECE54-A21C-48A3-B335-FDBC7C10C7D8}"/>
                </a:ext>
              </a:extLst>
            </p:cNvPr>
            <p:cNvSpPr/>
            <p:nvPr/>
          </p:nvSpPr>
          <p:spPr>
            <a:xfrm>
              <a:off x="5876198" y="4333243"/>
              <a:ext cx="39376" cy="13274"/>
            </a:xfrm>
            <a:custGeom>
              <a:avLst/>
              <a:gdLst/>
              <a:ahLst/>
              <a:cxnLst/>
              <a:rect l="l" t="t" r="r" b="b"/>
              <a:pathLst>
                <a:path w="1240" h="418" extrusionOk="0">
                  <a:moveTo>
                    <a:pt x="215" y="1"/>
                  </a:moveTo>
                  <a:cubicBezTo>
                    <a:pt x="96" y="1"/>
                    <a:pt x="1" y="84"/>
                    <a:pt x="1" y="203"/>
                  </a:cubicBezTo>
                  <a:cubicBezTo>
                    <a:pt x="1" y="322"/>
                    <a:pt x="96" y="417"/>
                    <a:pt x="215" y="417"/>
                  </a:cubicBezTo>
                  <a:lnTo>
                    <a:pt x="1025" y="417"/>
                  </a:lnTo>
                  <a:cubicBezTo>
                    <a:pt x="1144" y="417"/>
                    <a:pt x="1239" y="322"/>
                    <a:pt x="1239" y="203"/>
                  </a:cubicBezTo>
                  <a:cubicBezTo>
                    <a:pt x="1239" y="84"/>
                    <a:pt x="1156" y="1"/>
                    <a:pt x="1025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4" name="Google Shape;11135;p77">
              <a:extLst>
                <a:ext uri="{FF2B5EF4-FFF2-40B4-BE49-F238E27FC236}">
                  <a16:creationId xmlns:a16="http://schemas.microsoft.com/office/drawing/2014/main" id="{E5E75B12-9E22-4131-8349-422661E23324}"/>
                </a:ext>
              </a:extLst>
            </p:cNvPr>
            <p:cNvSpPr/>
            <p:nvPr/>
          </p:nvSpPr>
          <p:spPr>
            <a:xfrm>
              <a:off x="5979433" y="4333243"/>
              <a:ext cx="39344" cy="13274"/>
            </a:xfrm>
            <a:custGeom>
              <a:avLst/>
              <a:gdLst/>
              <a:ahLst/>
              <a:cxnLst/>
              <a:rect l="l" t="t" r="r" b="b"/>
              <a:pathLst>
                <a:path w="1239" h="418" extrusionOk="0">
                  <a:moveTo>
                    <a:pt x="203" y="1"/>
                  </a:moveTo>
                  <a:cubicBezTo>
                    <a:pt x="84" y="1"/>
                    <a:pt x="0" y="84"/>
                    <a:pt x="0" y="203"/>
                  </a:cubicBezTo>
                  <a:cubicBezTo>
                    <a:pt x="0" y="322"/>
                    <a:pt x="84" y="417"/>
                    <a:pt x="203" y="417"/>
                  </a:cubicBezTo>
                  <a:lnTo>
                    <a:pt x="1024" y="417"/>
                  </a:lnTo>
                  <a:cubicBezTo>
                    <a:pt x="1143" y="417"/>
                    <a:pt x="1239" y="322"/>
                    <a:pt x="1239" y="203"/>
                  </a:cubicBezTo>
                  <a:cubicBezTo>
                    <a:pt x="1239" y="84"/>
                    <a:pt x="1143" y="1"/>
                    <a:pt x="1024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81" name="Google Shape;2064;p59">
            <a:extLst>
              <a:ext uri="{FF2B5EF4-FFF2-40B4-BE49-F238E27FC236}">
                <a16:creationId xmlns:a16="http://schemas.microsoft.com/office/drawing/2014/main" id="{04F90E4C-9FD0-4B41-9B2A-B9FC4AE60B24}"/>
              </a:ext>
            </a:extLst>
          </p:cNvPr>
          <p:cNvSpPr/>
          <p:nvPr/>
        </p:nvSpPr>
        <p:spPr>
          <a:xfrm rot="5400000">
            <a:off x="2953318" y="2490562"/>
            <a:ext cx="903900" cy="7836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002E8A">
              <a:alpha val="33000"/>
            </a:srgbClr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2" name="Google Shape;2068;p59">
            <a:extLst>
              <a:ext uri="{FF2B5EF4-FFF2-40B4-BE49-F238E27FC236}">
                <a16:creationId xmlns:a16="http://schemas.microsoft.com/office/drawing/2014/main" id="{8677BA3D-4561-4AD0-9A4B-99D25AEC5539}"/>
              </a:ext>
            </a:extLst>
          </p:cNvPr>
          <p:cNvSpPr txBox="1"/>
          <p:nvPr/>
        </p:nvSpPr>
        <p:spPr>
          <a:xfrm>
            <a:off x="2445118" y="1866877"/>
            <a:ext cx="1920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2100" dirty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1950</a:t>
            </a:r>
            <a:endParaRPr sz="2100" dirty="0">
              <a:solidFill>
                <a:schemeClr val="dk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83" name="Google Shape;2071;p59">
            <a:extLst>
              <a:ext uri="{FF2B5EF4-FFF2-40B4-BE49-F238E27FC236}">
                <a16:creationId xmlns:a16="http://schemas.microsoft.com/office/drawing/2014/main" id="{BC93565A-D7A0-4E98-B0DD-0D66D3FA10D0}"/>
              </a:ext>
            </a:extLst>
          </p:cNvPr>
          <p:cNvSpPr/>
          <p:nvPr/>
        </p:nvSpPr>
        <p:spPr>
          <a:xfrm rot="10800000">
            <a:off x="2450765" y="2732021"/>
            <a:ext cx="1909006" cy="955096"/>
          </a:xfrm>
          <a:custGeom>
            <a:avLst/>
            <a:gdLst/>
            <a:ahLst/>
            <a:cxnLst/>
            <a:rect l="l" t="t" r="r" b="b"/>
            <a:pathLst>
              <a:path w="44065" h="22050" fill="none" extrusionOk="0">
                <a:moveTo>
                  <a:pt x="0" y="22050"/>
                </a:moveTo>
                <a:cubicBezTo>
                  <a:pt x="0" y="9874"/>
                  <a:pt x="9874" y="1"/>
                  <a:pt x="22049" y="1"/>
                </a:cubicBezTo>
                <a:cubicBezTo>
                  <a:pt x="34191" y="1"/>
                  <a:pt x="44065" y="9874"/>
                  <a:pt x="44065" y="22050"/>
                </a:cubicBezTo>
              </a:path>
            </a:pathLst>
          </a:custGeom>
          <a:noFill/>
          <a:ln w="19050" cap="rnd" cmpd="sng">
            <a:solidFill>
              <a:schemeClr val="dk1"/>
            </a:solidFill>
            <a:prstDash val="solid"/>
            <a:miter lim="33357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4" name="Google Shape;2075;p59">
            <a:extLst>
              <a:ext uri="{FF2B5EF4-FFF2-40B4-BE49-F238E27FC236}">
                <a16:creationId xmlns:a16="http://schemas.microsoft.com/office/drawing/2014/main" id="{2A0C03DE-373C-411B-8135-0D3BDA64FB82}"/>
              </a:ext>
            </a:extLst>
          </p:cNvPr>
          <p:cNvSpPr/>
          <p:nvPr/>
        </p:nvSpPr>
        <p:spPr>
          <a:xfrm rot="10800000">
            <a:off x="2368826" y="2636553"/>
            <a:ext cx="158994" cy="159009"/>
          </a:xfrm>
          <a:custGeom>
            <a:avLst/>
            <a:gdLst/>
            <a:ahLst/>
            <a:cxnLst/>
            <a:rect l="l" t="t" r="r" b="b"/>
            <a:pathLst>
              <a:path w="3670" h="3671" extrusionOk="0">
                <a:moveTo>
                  <a:pt x="1835" y="1"/>
                </a:moveTo>
                <a:cubicBezTo>
                  <a:pt x="834" y="1"/>
                  <a:pt x="0" y="835"/>
                  <a:pt x="0" y="1836"/>
                </a:cubicBezTo>
                <a:cubicBezTo>
                  <a:pt x="0" y="2870"/>
                  <a:pt x="834" y="3670"/>
                  <a:pt x="1835" y="3670"/>
                </a:cubicBezTo>
                <a:cubicBezTo>
                  <a:pt x="2836" y="3670"/>
                  <a:pt x="3670" y="2870"/>
                  <a:pt x="3670" y="1836"/>
                </a:cubicBezTo>
                <a:cubicBezTo>
                  <a:pt x="3670" y="835"/>
                  <a:pt x="2836" y="1"/>
                  <a:pt x="183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85" name="Google Shape;2635;p64">
            <a:extLst>
              <a:ext uri="{FF2B5EF4-FFF2-40B4-BE49-F238E27FC236}">
                <a16:creationId xmlns:a16="http://schemas.microsoft.com/office/drawing/2014/main" id="{8F61FAC0-8FC9-4CC9-B5EF-35357E635076}"/>
              </a:ext>
            </a:extLst>
          </p:cNvPr>
          <p:cNvGrpSpPr/>
          <p:nvPr/>
        </p:nvGrpSpPr>
        <p:grpSpPr>
          <a:xfrm>
            <a:off x="3160334" y="2679800"/>
            <a:ext cx="536704" cy="391964"/>
            <a:chOff x="3963285" y="3226337"/>
            <a:chExt cx="602023" cy="439668"/>
          </a:xfrm>
        </p:grpSpPr>
        <p:sp>
          <p:nvSpPr>
            <p:cNvPr id="86" name="Google Shape;2636;p64">
              <a:extLst>
                <a:ext uri="{FF2B5EF4-FFF2-40B4-BE49-F238E27FC236}">
                  <a16:creationId xmlns:a16="http://schemas.microsoft.com/office/drawing/2014/main" id="{6456843C-E105-4FF4-AB32-56D73946D986}"/>
                </a:ext>
              </a:extLst>
            </p:cNvPr>
            <p:cNvSpPr/>
            <p:nvPr/>
          </p:nvSpPr>
          <p:spPr>
            <a:xfrm>
              <a:off x="3963319" y="3226337"/>
              <a:ext cx="601990" cy="439668"/>
            </a:xfrm>
            <a:custGeom>
              <a:avLst/>
              <a:gdLst/>
              <a:ahLst/>
              <a:cxnLst/>
              <a:rect l="l" t="t" r="r" b="b"/>
              <a:pathLst>
                <a:path w="18150" h="13256" extrusionOk="0">
                  <a:moveTo>
                    <a:pt x="4330" y="533"/>
                  </a:moveTo>
                  <a:lnTo>
                    <a:pt x="4330" y="1584"/>
                  </a:lnTo>
                  <a:lnTo>
                    <a:pt x="3312" y="1584"/>
                  </a:lnTo>
                  <a:lnTo>
                    <a:pt x="3312" y="533"/>
                  </a:lnTo>
                  <a:close/>
                  <a:moveTo>
                    <a:pt x="14838" y="533"/>
                  </a:moveTo>
                  <a:lnTo>
                    <a:pt x="14838" y="1584"/>
                  </a:lnTo>
                  <a:lnTo>
                    <a:pt x="13820" y="1584"/>
                  </a:lnTo>
                  <a:lnTo>
                    <a:pt x="13820" y="533"/>
                  </a:lnTo>
                  <a:close/>
                  <a:moveTo>
                    <a:pt x="1550" y="2662"/>
                  </a:moveTo>
                  <a:lnTo>
                    <a:pt x="1550" y="3714"/>
                  </a:lnTo>
                  <a:lnTo>
                    <a:pt x="532" y="3714"/>
                  </a:lnTo>
                  <a:lnTo>
                    <a:pt x="532" y="2662"/>
                  </a:lnTo>
                  <a:close/>
                  <a:moveTo>
                    <a:pt x="17618" y="2662"/>
                  </a:moveTo>
                  <a:lnTo>
                    <a:pt x="17618" y="3714"/>
                  </a:lnTo>
                  <a:lnTo>
                    <a:pt x="16599" y="3714"/>
                  </a:lnTo>
                  <a:lnTo>
                    <a:pt x="16599" y="2662"/>
                  </a:lnTo>
                  <a:close/>
                  <a:moveTo>
                    <a:pt x="12577" y="3044"/>
                  </a:moveTo>
                  <a:lnTo>
                    <a:pt x="12577" y="10213"/>
                  </a:lnTo>
                  <a:lnTo>
                    <a:pt x="5573" y="10213"/>
                  </a:lnTo>
                  <a:lnTo>
                    <a:pt x="5573" y="3044"/>
                  </a:lnTo>
                  <a:close/>
                  <a:moveTo>
                    <a:pt x="4330" y="11673"/>
                  </a:moveTo>
                  <a:lnTo>
                    <a:pt x="4330" y="12725"/>
                  </a:lnTo>
                  <a:lnTo>
                    <a:pt x="3312" y="12725"/>
                  </a:lnTo>
                  <a:lnTo>
                    <a:pt x="3312" y="11673"/>
                  </a:lnTo>
                  <a:close/>
                  <a:moveTo>
                    <a:pt x="14838" y="11673"/>
                  </a:moveTo>
                  <a:lnTo>
                    <a:pt x="14838" y="12725"/>
                  </a:lnTo>
                  <a:lnTo>
                    <a:pt x="13820" y="12725"/>
                  </a:lnTo>
                  <a:lnTo>
                    <a:pt x="13820" y="11673"/>
                  </a:lnTo>
                  <a:close/>
                  <a:moveTo>
                    <a:pt x="3224" y="1"/>
                  </a:moveTo>
                  <a:cubicBezTo>
                    <a:pt x="2979" y="1"/>
                    <a:pt x="2780" y="199"/>
                    <a:pt x="2780" y="443"/>
                  </a:cubicBezTo>
                  <a:lnTo>
                    <a:pt x="2780" y="1672"/>
                  </a:lnTo>
                  <a:cubicBezTo>
                    <a:pt x="2780" y="1917"/>
                    <a:pt x="2979" y="2116"/>
                    <a:pt x="3224" y="2116"/>
                  </a:cubicBezTo>
                  <a:lnTo>
                    <a:pt x="3529" y="2116"/>
                  </a:lnTo>
                  <a:lnTo>
                    <a:pt x="3529" y="4103"/>
                  </a:lnTo>
                  <a:cubicBezTo>
                    <a:pt x="3529" y="4347"/>
                    <a:pt x="3727" y="4546"/>
                    <a:pt x="3971" y="4546"/>
                  </a:cubicBezTo>
                  <a:lnTo>
                    <a:pt x="5041" y="4546"/>
                  </a:lnTo>
                  <a:lnTo>
                    <a:pt x="5041" y="5597"/>
                  </a:lnTo>
                  <a:lnTo>
                    <a:pt x="1325" y="5597"/>
                  </a:lnTo>
                  <a:lnTo>
                    <a:pt x="1325" y="4245"/>
                  </a:lnTo>
                  <a:lnTo>
                    <a:pt x="1640" y="4245"/>
                  </a:lnTo>
                  <a:cubicBezTo>
                    <a:pt x="1884" y="4245"/>
                    <a:pt x="2082" y="4047"/>
                    <a:pt x="2082" y="3803"/>
                  </a:cubicBezTo>
                  <a:lnTo>
                    <a:pt x="2082" y="2573"/>
                  </a:lnTo>
                  <a:cubicBezTo>
                    <a:pt x="2082" y="2328"/>
                    <a:pt x="1884" y="2130"/>
                    <a:pt x="1640" y="2130"/>
                  </a:cubicBezTo>
                  <a:lnTo>
                    <a:pt x="443" y="2130"/>
                  </a:lnTo>
                  <a:cubicBezTo>
                    <a:pt x="199" y="2130"/>
                    <a:pt x="1" y="2328"/>
                    <a:pt x="1" y="2573"/>
                  </a:cubicBezTo>
                  <a:lnTo>
                    <a:pt x="1" y="3803"/>
                  </a:lnTo>
                  <a:cubicBezTo>
                    <a:pt x="1" y="4047"/>
                    <a:pt x="199" y="4245"/>
                    <a:pt x="443" y="4245"/>
                  </a:cubicBezTo>
                  <a:lnTo>
                    <a:pt x="794" y="4245"/>
                  </a:lnTo>
                  <a:lnTo>
                    <a:pt x="794" y="5686"/>
                  </a:lnTo>
                  <a:cubicBezTo>
                    <a:pt x="794" y="5930"/>
                    <a:pt x="992" y="6129"/>
                    <a:pt x="1236" y="6129"/>
                  </a:cubicBezTo>
                  <a:lnTo>
                    <a:pt x="5041" y="6129"/>
                  </a:lnTo>
                  <a:lnTo>
                    <a:pt x="5041" y="7072"/>
                  </a:lnTo>
                  <a:lnTo>
                    <a:pt x="3971" y="7072"/>
                  </a:lnTo>
                  <a:cubicBezTo>
                    <a:pt x="3824" y="7072"/>
                    <a:pt x="3705" y="7191"/>
                    <a:pt x="3705" y="7338"/>
                  </a:cubicBezTo>
                  <a:cubicBezTo>
                    <a:pt x="3705" y="7485"/>
                    <a:pt x="3824" y="7604"/>
                    <a:pt x="3971" y="7604"/>
                  </a:cubicBezTo>
                  <a:lnTo>
                    <a:pt x="5041" y="7604"/>
                  </a:lnTo>
                  <a:lnTo>
                    <a:pt x="5041" y="8711"/>
                  </a:lnTo>
                  <a:lnTo>
                    <a:pt x="3971" y="8711"/>
                  </a:lnTo>
                  <a:cubicBezTo>
                    <a:pt x="3727" y="8711"/>
                    <a:pt x="3529" y="8909"/>
                    <a:pt x="3529" y="9153"/>
                  </a:cubicBezTo>
                  <a:lnTo>
                    <a:pt x="3529" y="11141"/>
                  </a:lnTo>
                  <a:lnTo>
                    <a:pt x="3224" y="11141"/>
                  </a:lnTo>
                  <a:cubicBezTo>
                    <a:pt x="2979" y="11141"/>
                    <a:pt x="2780" y="11339"/>
                    <a:pt x="2780" y="11583"/>
                  </a:cubicBezTo>
                  <a:lnTo>
                    <a:pt x="2780" y="12812"/>
                  </a:lnTo>
                  <a:cubicBezTo>
                    <a:pt x="2780" y="13057"/>
                    <a:pt x="2979" y="13256"/>
                    <a:pt x="3224" y="13256"/>
                  </a:cubicBezTo>
                  <a:lnTo>
                    <a:pt x="4419" y="13256"/>
                  </a:lnTo>
                  <a:cubicBezTo>
                    <a:pt x="4663" y="13256"/>
                    <a:pt x="4862" y="13057"/>
                    <a:pt x="4862" y="12812"/>
                  </a:cubicBezTo>
                  <a:lnTo>
                    <a:pt x="4862" y="11583"/>
                  </a:lnTo>
                  <a:cubicBezTo>
                    <a:pt x="4862" y="11339"/>
                    <a:pt x="4663" y="11141"/>
                    <a:pt x="4419" y="11141"/>
                  </a:cubicBezTo>
                  <a:lnTo>
                    <a:pt x="4061" y="11141"/>
                  </a:lnTo>
                  <a:lnTo>
                    <a:pt x="4061" y="9242"/>
                  </a:lnTo>
                  <a:lnTo>
                    <a:pt x="5041" y="9242"/>
                  </a:lnTo>
                  <a:lnTo>
                    <a:pt x="5041" y="10301"/>
                  </a:lnTo>
                  <a:cubicBezTo>
                    <a:pt x="5041" y="10545"/>
                    <a:pt x="5240" y="10743"/>
                    <a:pt x="5485" y="10743"/>
                  </a:cubicBezTo>
                  <a:lnTo>
                    <a:pt x="6475" y="10743"/>
                  </a:lnTo>
                  <a:lnTo>
                    <a:pt x="6475" y="11944"/>
                  </a:lnTo>
                  <a:cubicBezTo>
                    <a:pt x="6475" y="12091"/>
                    <a:pt x="6594" y="12210"/>
                    <a:pt x="6740" y="12210"/>
                  </a:cubicBezTo>
                  <a:cubicBezTo>
                    <a:pt x="6887" y="12210"/>
                    <a:pt x="7006" y="12091"/>
                    <a:pt x="7006" y="11944"/>
                  </a:cubicBezTo>
                  <a:lnTo>
                    <a:pt x="7006" y="10743"/>
                  </a:lnTo>
                  <a:lnTo>
                    <a:pt x="8031" y="10743"/>
                  </a:lnTo>
                  <a:lnTo>
                    <a:pt x="8031" y="11944"/>
                  </a:lnTo>
                  <a:cubicBezTo>
                    <a:pt x="8031" y="12091"/>
                    <a:pt x="8150" y="12210"/>
                    <a:pt x="8297" y="12210"/>
                  </a:cubicBezTo>
                  <a:cubicBezTo>
                    <a:pt x="8444" y="12210"/>
                    <a:pt x="8563" y="12091"/>
                    <a:pt x="8563" y="11944"/>
                  </a:cubicBezTo>
                  <a:lnTo>
                    <a:pt x="8563" y="10743"/>
                  </a:lnTo>
                  <a:lnTo>
                    <a:pt x="9588" y="10743"/>
                  </a:lnTo>
                  <a:lnTo>
                    <a:pt x="9588" y="11944"/>
                  </a:lnTo>
                  <a:cubicBezTo>
                    <a:pt x="9588" y="12091"/>
                    <a:pt x="9707" y="12210"/>
                    <a:pt x="9854" y="12210"/>
                  </a:cubicBezTo>
                  <a:cubicBezTo>
                    <a:pt x="10000" y="12210"/>
                    <a:pt x="10119" y="12091"/>
                    <a:pt x="10119" y="11944"/>
                  </a:cubicBezTo>
                  <a:lnTo>
                    <a:pt x="10119" y="10743"/>
                  </a:lnTo>
                  <a:lnTo>
                    <a:pt x="11144" y="10743"/>
                  </a:lnTo>
                  <a:lnTo>
                    <a:pt x="11144" y="11944"/>
                  </a:lnTo>
                  <a:cubicBezTo>
                    <a:pt x="11144" y="12091"/>
                    <a:pt x="11263" y="12210"/>
                    <a:pt x="11410" y="12210"/>
                  </a:cubicBezTo>
                  <a:cubicBezTo>
                    <a:pt x="11557" y="12210"/>
                    <a:pt x="11676" y="12091"/>
                    <a:pt x="11676" y="11944"/>
                  </a:cubicBezTo>
                  <a:lnTo>
                    <a:pt x="11676" y="10743"/>
                  </a:lnTo>
                  <a:lnTo>
                    <a:pt x="12667" y="10743"/>
                  </a:lnTo>
                  <a:cubicBezTo>
                    <a:pt x="12911" y="10743"/>
                    <a:pt x="13109" y="10545"/>
                    <a:pt x="13109" y="10301"/>
                  </a:cubicBezTo>
                  <a:lnTo>
                    <a:pt x="13109" y="9242"/>
                  </a:lnTo>
                  <a:lnTo>
                    <a:pt x="14090" y="9242"/>
                  </a:lnTo>
                  <a:lnTo>
                    <a:pt x="14090" y="11141"/>
                  </a:lnTo>
                  <a:lnTo>
                    <a:pt x="13732" y="11141"/>
                  </a:lnTo>
                  <a:cubicBezTo>
                    <a:pt x="13487" y="11141"/>
                    <a:pt x="13289" y="11339"/>
                    <a:pt x="13289" y="11583"/>
                  </a:cubicBezTo>
                  <a:lnTo>
                    <a:pt x="13289" y="12812"/>
                  </a:lnTo>
                  <a:cubicBezTo>
                    <a:pt x="13289" y="13057"/>
                    <a:pt x="13487" y="13256"/>
                    <a:pt x="13732" y="13256"/>
                  </a:cubicBezTo>
                  <a:lnTo>
                    <a:pt x="14927" y="13256"/>
                  </a:lnTo>
                  <a:cubicBezTo>
                    <a:pt x="15171" y="13256"/>
                    <a:pt x="15370" y="13057"/>
                    <a:pt x="15370" y="12812"/>
                  </a:cubicBezTo>
                  <a:lnTo>
                    <a:pt x="15370" y="11583"/>
                  </a:lnTo>
                  <a:cubicBezTo>
                    <a:pt x="15370" y="11339"/>
                    <a:pt x="15171" y="11141"/>
                    <a:pt x="14927" y="11141"/>
                  </a:cubicBezTo>
                  <a:lnTo>
                    <a:pt x="14622" y="11141"/>
                  </a:lnTo>
                  <a:lnTo>
                    <a:pt x="14622" y="9153"/>
                  </a:lnTo>
                  <a:cubicBezTo>
                    <a:pt x="14622" y="8909"/>
                    <a:pt x="14424" y="8711"/>
                    <a:pt x="14179" y="8711"/>
                  </a:cubicBezTo>
                  <a:lnTo>
                    <a:pt x="13109" y="8711"/>
                  </a:lnTo>
                  <a:lnTo>
                    <a:pt x="13109" y="7604"/>
                  </a:lnTo>
                  <a:lnTo>
                    <a:pt x="14215" y="7604"/>
                  </a:lnTo>
                  <a:cubicBezTo>
                    <a:pt x="14362" y="7604"/>
                    <a:pt x="14481" y="7485"/>
                    <a:pt x="14481" y="7338"/>
                  </a:cubicBezTo>
                  <a:cubicBezTo>
                    <a:pt x="14481" y="7191"/>
                    <a:pt x="14362" y="7072"/>
                    <a:pt x="14215" y="7072"/>
                  </a:cubicBezTo>
                  <a:lnTo>
                    <a:pt x="13109" y="7072"/>
                  </a:lnTo>
                  <a:lnTo>
                    <a:pt x="13109" y="6129"/>
                  </a:lnTo>
                  <a:lnTo>
                    <a:pt x="16914" y="6129"/>
                  </a:lnTo>
                  <a:cubicBezTo>
                    <a:pt x="17159" y="6129"/>
                    <a:pt x="17357" y="5930"/>
                    <a:pt x="17357" y="5686"/>
                  </a:cubicBezTo>
                  <a:lnTo>
                    <a:pt x="17357" y="4245"/>
                  </a:lnTo>
                  <a:lnTo>
                    <a:pt x="17707" y="4245"/>
                  </a:lnTo>
                  <a:cubicBezTo>
                    <a:pt x="17951" y="4245"/>
                    <a:pt x="18150" y="4047"/>
                    <a:pt x="18150" y="3803"/>
                  </a:cubicBezTo>
                  <a:lnTo>
                    <a:pt x="18150" y="2573"/>
                  </a:lnTo>
                  <a:cubicBezTo>
                    <a:pt x="18150" y="2329"/>
                    <a:pt x="17951" y="2130"/>
                    <a:pt x="17707" y="2130"/>
                  </a:cubicBezTo>
                  <a:lnTo>
                    <a:pt x="16511" y="2130"/>
                  </a:lnTo>
                  <a:cubicBezTo>
                    <a:pt x="16267" y="2130"/>
                    <a:pt x="16068" y="2329"/>
                    <a:pt x="16068" y="2574"/>
                  </a:cubicBezTo>
                  <a:lnTo>
                    <a:pt x="16068" y="3803"/>
                  </a:lnTo>
                  <a:cubicBezTo>
                    <a:pt x="16068" y="4047"/>
                    <a:pt x="16267" y="4245"/>
                    <a:pt x="16511" y="4245"/>
                  </a:cubicBezTo>
                  <a:lnTo>
                    <a:pt x="16825" y="4245"/>
                  </a:lnTo>
                  <a:lnTo>
                    <a:pt x="16825" y="5598"/>
                  </a:lnTo>
                  <a:lnTo>
                    <a:pt x="13109" y="5598"/>
                  </a:lnTo>
                  <a:lnTo>
                    <a:pt x="13109" y="4546"/>
                  </a:lnTo>
                  <a:lnTo>
                    <a:pt x="14179" y="4546"/>
                  </a:lnTo>
                  <a:cubicBezTo>
                    <a:pt x="14424" y="4546"/>
                    <a:pt x="14622" y="4347"/>
                    <a:pt x="14622" y="4103"/>
                  </a:cubicBezTo>
                  <a:lnTo>
                    <a:pt x="14622" y="2116"/>
                  </a:lnTo>
                  <a:lnTo>
                    <a:pt x="14928" y="2116"/>
                  </a:lnTo>
                  <a:cubicBezTo>
                    <a:pt x="15172" y="2116"/>
                    <a:pt x="15370" y="1917"/>
                    <a:pt x="15370" y="1672"/>
                  </a:cubicBezTo>
                  <a:lnTo>
                    <a:pt x="15370" y="443"/>
                  </a:lnTo>
                  <a:cubicBezTo>
                    <a:pt x="15370" y="199"/>
                    <a:pt x="15172" y="1"/>
                    <a:pt x="14928" y="1"/>
                  </a:cubicBezTo>
                  <a:lnTo>
                    <a:pt x="13732" y="1"/>
                  </a:lnTo>
                  <a:cubicBezTo>
                    <a:pt x="13487" y="1"/>
                    <a:pt x="13289" y="199"/>
                    <a:pt x="13289" y="443"/>
                  </a:cubicBezTo>
                  <a:lnTo>
                    <a:pt x="13289" y="1672"/>
                  </a:lnTo>
                  <a:cubicBezTo>
                    <a:pt x="13289" y="1917"/>
                    <a:pt x="13487" y="2116"/>
                    <a:pt x="13732" y="2116"/>
                  </a:cubicBezTo>
                  <a:lnTo>
                    <a:pt x="14090" y="2116"/>
                  </a:lnTo>
                  <a:lnTo>
                    <a:pt x="14090" y="4014"/>
                  </a:lnTo>
                  <a:lnTo>
                    <a:pt x="13109" y="4014"/>
                  </a:lnTo>
                  <a:lnTo>
                    <a:pt x="13109" y="2956"/>
                  </a:lnTo>
                  <a:cubicBezTo>
                    <a:pt x="13109" y="2711"/>
                    <a:pt x="12910" y="2512"/>
                    <a:pt x="12667" y="2512"/>
                  </a:cubicBezTo>
                  <a:lnTo>
                    <a:pt x="11676" y="2512"/>
                  </a:lnTo>
                  <a:lnTo>
                    <a:pt x="11676" y="1312"/>
                  </a:lnTo>
                  <a:cubicBezTo>
                    <a:pt x="11676" y="1165"/>
                    <a:pt x="11557" y="1046"/>
                    <a:pt x="11410" y="1046"/>
                  </a:cubicBezTo>
                  <a:cubicBezTo>
                    <a:pt x="11263" y="1046"/>
                    <a:pt x="11144" y="1165"/>
                    <a:pt x="11144" y="1312"/>
                  </a:cubicBezTo>
                  <a:lnTo>
                    <a:pt x="11144" y="2512"/>
                  </a:lnTo>
                  <a:lnTo>
                    <a:pt x="10119" y="2512"/>
                  </a:lnTo>
                  <a:lnTo>
                    <a:pt x="10119" y="1312"/>
                  </a:lnTo>
                  <a:cubicBezTo>
                    <a:pt x="10119" y="1165"/>
                    <a:pt x="10000" y="1046"/>
                    <a:pt x="9854" y="1046"/>
                  </a:cubicBezTo>
                  <a:cubicBezTo>
                    <a:pt x="9707" y="1046"/>
                    <a:pt x="9588" y="1165"/>
                    <a:pt x="9588" y="1312"/>
                  </a:cubicBezTo>
                  <a:lnTo>
                    <a:pt x="9588" y="2512"/>
                  </a:lnTo>
                  <a:lnTo>
                    <a:pt x="8563" y="2512"/>
                  </a:lnTo>
                  <a:lnTo>
                    <a:pt x="8563" y="1312"/>
                  </a:lnTo>
                  <a:cubicBezTo>
                    <a:pt x="8563" y="1165"/>
                    <a:pt x="8444" y="1046"/>
                    <a:pt x="8297" y="1046"/>
                  </a:cubicBezTo>
                  <a:cubicBezTo>
                    <a:pt x="8150" y="1046"/>
                    <a:pt x="8031" y="1165"/>
                    <a:pt x="8031" y="1312"/>
                  </a:cubicBezTo>
                  <a:lnTo>
                    <a:pt x="8031" y="2512"/>
                  </a:lnTo>
                  <a:lnTo>
                    <a:pt x="7006" y="2512"/>
                  </a:lnTo>
                  <a:lnTo>
                    <a:pt x="7006" y="1312"/>
                  </a:lnTo>
                  <a:cubicBezTo>
                    <a:pt x="7006" y="1165"/>
                    <a:pt x="6887" y="1046"/>
                    <a:pt x="6740" y="1046"/>
                  </a:cubicBezTo>
                  <a:cubicBezTo>
                    <a:pt x="6594" y="1046"/>
                    <a:pt x="6475" y="1165"/>
                    <a:pt x="6475" y="1312"/>
                  </a:cubicBezTo>
                  <a:lnTo>
                    <a:pt x="6475" y="2512"/>
                  </a:lnTo>
                  <a:lnTo>
                    <a:pt x="5485" y="2512"/>
                  </a:lnTo>
                  <a:cubicBezTo>
                    <a:pt x="5240" y="2512"/>
                    <a:pt x="5041" y="2711"/>
                    <a:pt x="5041" y="2956"/>
                  </a:cubicBezTo>
                  <a:lnTo>
                    <a:pt x="5041" y="4014"/>
                  </a:lnTo>
                  <a:lnTo>
                    <a:pt x="4061" y="4014"/>
                  </a:lnTo>
                  <a:lnTo>
                    <a:pt x="4061" y="2116"/>
                  </a:lnTo>
                  <a:lnTo>
                    <a:pt x="4419" y="2116"/>
                  </a:lnTo>
                  <a:cubicBezTo>
                    <a:pt x="4663" y="2116"/>
                    <a:pt x="4863" y="1917"/>
                    <a:pt x="4863" y="1672"/>
                  </a:cubicBezTo>
                  <a:lnTo>
                    <a:pt x="4863" y="443"/>
                  </a:lnTo>
                  <a:cubicBezTo>
                    <a:pt x="4863" y="199"/>
                    <a:pt x="4663" y="1"/>
                    <a:pt x="44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7" name="Google Shape;2637;p64">
              <a:extLst>
                <a:ext uri="{FF2B5EF4-FFF2-40B4-BE49-F238E27FC236}">
                  <a16:creationId xmlns:a16="http://schemas.microsoft.com/office/drawing/2014/main" id="{FDAE1FE8-78E8-4BAE-BBFE-DA00E38733AE}"/>
                </a:ext>
              </a:extLst>
            </p:cNvPr>
            <p:cNvSpPr/>
            <p:nvPr/>
          </p:nvSpPr>
          <p:spPr>
            <a:xfrm>
              <a:off x="4475325" y="3460898"/>
              <a:ext cx="89983" cy="132703"/>
            </a:xfrm>
            <a:custGeom>
              <a:avLst/>
              <a:gdLst/>
              <a:ahLst/>
              <a:cxnLst/>
              <a:rect l="l" t="t" r="r" b="b"/>
              <a:pathLst>
                <a:path w="2713" h="4001" extrusionOk="0">
                  <a:moveTo>
                    <a:pt x="2181" y="2417"/>
                  </a:moveTo>
                  <a:lnTo>
                    <a:pt x="2181" y="3468"/>
                  </a:lnTo>
                  <a:lnTo>
                    <a:pt x="1162" y="3468"/>
                  </a:lnTo>
                  <a:lnTo>
                    <a:pt x="1162" y="2417"/>
                  </a:lnTo>
                  <a:close/>
                  <a:moveTo>
                    <a:pt x="267" y="1"/>
                  </a:moveTo>
                  <a:cubicBezTo>
                    <a:pt x="120" y="1"/>
                    <a:pt x="1" y="120"/>
                    <a:pt x="1" y="267"/>
                  </a:cubicBezTo>
                  <a:cubicBezTo>
                    <a:pt x="1" y="414"/>
                    <a:pt x="120" y="533"/>
                    <a:pt x="267" y="533"/>
                  </a:cubicBezTo>
                  <a:lnTo>
                    <a:pt x="1389" y="533"/>
                  </a:lnTo>
                  <a:lnTo>
                    <a:pt x="1389" y="1885"/>
                  </a:lnTo>
                  <a:lnTo>
                    <a:pt x="1074" y="1885"/>
                  </a:lnTo>
                  <a:cubicBezTo>
                    <a:pt x="830" y="1885"/>
                    <a:pt x="631" y="2083"/>
                    <a:pt x="631" y="2327"/>
                  </a:cubicBezTo>
                  <a:lnTo>
                    <a:pt x="631" y="3556"/>
                  </a:lnTo>
                  <a:cubicBezTo>
                    <a:pt x="631" y="3801"/>
                    <a:pt x="830" y="4000"/>
                    <a:pt x="1074" y="4000"/>
                  </a:cubicBezTo>
                  <a:lnTo>
                    <a:pt x="2270" y="4000"/>
                  </a:lnTo>
                  <a:cubicBezTo>
                    <a:pt x="2514" y="4000"/>
                    <a:pt x="2713" y="3801"/>
                    <a:pt x="2713" y="3556"/>
                  </a:cubicBezTo>
                  <a:lnTo>
                    <a:pt x="2713" y="2327"/>
                  </a:lnTo>
                  <a:cubicBezTo>
                    <a:pt x="2713" y="2083"/>
                    <a:pt x="2514" y="1885"/>
                    <a:pt x="2270" y="1885"/>
                  </a:cubicBezTo>
                  <a:lnTo>
                    <a:pt x="1920" y="1885"/>
                  </a:lnTo>
                  <a:lnTo>
                    <a:pt x="1920" y="443"/>
                  </a:lnTo>
                  <a:cubicBezTo>
                    <a:pt x="1920" y="199"/>
                    <a:pt x="1722" y="1"/>
                    <a:pt x="14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" name="Google Shape;2638;p64">
              <a:extLst>
                <a:ext uri="{FF2B5EF4-FFF2-40B4-BE49-F238E27FC236}">
                  <a16:creationId xmlns:a16="http://schemas.microsoft.com/office/drawing/2014/main" id="{02EAA52E-0AA3-4A96-9C76-F109AEC3DD89}"/>
                </a:ext>
              </a:extLst>
            </p:cNvPr>
            <p:cNvSpPr/>
            <p:nvPr/>
          </p:nvSpPr>
          <p:spPr>
            <a:xfrm>
              <a:off x="3963285" y="3460898"/>
              <a:ext cx="91177" cy="132703"/>
            </a:xfrm>
            <a:custGeom>
              <a:avLst/>
              <a:gdLst/>
              <a:ahLst/>
              <a:cxnLst/>
              <a:rect l="l" t="t" r="r" b="b"/>
              <a:pathLst>
                <a:path w="2749" h="4001" extrusionOk="0">
                  <a:moveTo>
                    <a:pt x="1551" y="2417"/>
                  </a:moveTo>
                  <a:lnTo>
                    <a:pt x="1551" y="3468"/>
                  </a:lnTo>
                  <a:lnTo>
                    <a:pt x="533" y="3468"/>
                  </a:lnTo>
                  <a:lnTo>
                    <a:pt x="533" y="2417"/>
                  </a:lnTo>
                  <a:close/>
                  <a:moveTo>
                    <a:pt x="1237" y="1"/>
                  </a:moveTo>
                  <a:cubicBezTo>
                    <a:pt x="993" y="1"/>
                    <a:pt x="794" y="199"/>
                    <a:pt x="794" y="443"/>
                  </a:cubicBezTo>
                  <a:lnTo>
                    <a:pt x="794" y="1885"/>
                  </a:lnTo>
                  <a:lnTo>
                    <a:pt x="444" y="1885"/>
                  </a:lnTo>
                  <a:cubicBezTo>
                    <a:pt x="200" y="1885"/>
                    <a:pt x="1" y="2083"/>
                    <a:pt x="1" y="2327"/>
                  </a:cubicBezTo>
                  <a:lnTo>
                    <a:pt x="1" y="3558"/>
                  </a:lnTo>
                  <a:cubicBezTo>
                    <a:pt x="1" y="3802"/>
                    <a:pt x="200" y="4000"/>
                    <a:pt x="444" y="4000"/>
                  </a:cubicBezTo>
                  <a:lnTo>
                    <a:pt x="1640" y="4000"/>
                  </a:lnTo>
                  <a:cubicBezTo>
                    <a:pt x="1884" y="4000"/>
                    <a:pt x="2083" y="3802"/>
                    <a:pt x="2083" y="3558"/>
                  </a:cubicBezTo>
                  <a:lnTo>
                    <a:pt x="2083" y="2327"/>
                  </a:lnTo>
                  <a:cubicBezTo>
                    <a:pt x="2083" y="2083"/>
                    <a:pt x="1884" y="1885"/>
                    <a:pt x="1640" y="1885"/>
                  </a:cubicBezTo>
                  <a:lnTo>
                    <a:pt x="1325" y="1885"/>
                  </a:lnTo>
                  <a:lnTo>
                    <a:pt x="1325" y="533"/>
                  </a:lnTo>
                  <a:lnTo>
                    <a:pt x="2483" y="533"/>
                  </a:lnTo>
                  <a:cubicBezTo>
                    <a:pt x="2629" y="533"/>
                    <a:pt x="2748" y="414"/>
                    <a:pt x="2748" y="267"/>
                  </a:cubicBezTo>
                  <a:cubicBezTo>
                    <a:pt x="2748" y="120"/>
                    <a:pt x="2629" y="1"/>
                    <a:pt x="24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" name="Google Shape;2639;p64">
              <a:extLst>
                <a:ext uri="{FF2B5EF4-FFF2-40B4-BE49-F238E27FC236}">
                  <a16:creationId xmlns:a16="http://schemas.microsoft.com/office/drawing/2014/main" id="{907F1997-2A6B-4E12-A3C9-C0671542ADE3}"/>
                </a:ext>
              </a:extLst>
            </p:cNvPr>
            <p:cNvSpPr/>
            <p:nvPr/>
          </p:nvSpPr>
          <p:spPr>
            <a:xfrm>
              <a:off x="4183650" y="3363982"/>
              <a:ext cx="161294" cy="164378"/>
            </a:xfrm>
            <a:custGeom>
              <a:avLst/>
              <a:gdLst/>
              <a:ahLst/>
              <a:cxnLst/>
              <a:rect l="l" t="t" r="r" b="b"/>
              <a:pathLst>
                <a:path w="4863" h="4956" extrusionOk="0">
                  <a:moveTo>
                    <a:pt x="1625" y="3298"/>
                  </a:moveTo>
                  <a:lnTo>
                    <a:pt x="1625" y="4424"/>
                  </a:lnTo>
                  <a:lnTo>
                    <a:pt x="533" y="4424"/>
                  </a:lnTo>
                  <a:lnTo>
                    <a:pt x="533" y="3298"/>
                  </a:lnTo>
                  <a:close/>
                  <a:moveTo>
                    <a:pt x="444" y="1"/>
                  </a:moveTo>
                  <a:cubicBezTo>
                    <a:pt x="200" y="1"/>
                    <a:pt x="1" y="200"/>
                    <a:pt x="1" y="444"/>
                  </a:cubicBezTo>
                  <a:lnTo>
                    <a:pt x="1" y="4513"/>
                  </a:lnTo>
                  <a:cubicBezTo>
                    <a:pt x="1" y="4758"/>
                    <a:pt x="200" y="4956"/>
                    <a:pt x="444" y="4956"/>
                  </a:cubicBezTo>
                  <a:lnTo>
                    <a:pt x="4420" y="4956"/>
                  </a:lnTo>
                  <a:cubicBezTo>
                    <a:pt x="4664" y="4956"/>
                    <a:pt x="4863" y="4758"/>
                    <a:pt x="4863" y="4513"/>
                  </a:cubicBezTo>
                  <a:lnTo>
                    <a:pt x="4863" y="2834"/>
                  </a:lnTo>
                  <a:cubicBezTo>
                    <a:pt x="4863" y="2687"/>
                    <a:pt x="4743" y="2568"/>
                    <a:pt x="4597" y="2568"/>
                  </a:cubicBezTo>
                  <a:cubicBezTo>
                    <a:pt x="4450" y="2568"/>
                    <a:pt x="4331" y="2687"/>
                    <a:pt x="4331" y="2834"/>
                  </a:cubicBezTo>
                  <a:lnTo>
                    <a:pt x="4331" y="4424"/>
                  </a:lnTo>
                  <a:lnTo>
                    <a:pt x="2157" y="4424"/>
                  </a:lnTo>
                  <a:lnTo>
                    <a:pt x="2157" y="3032"/>
                  </a:lnTo>
                  <a:cubicBezTo>
                    <a:pt x="2157" y="2885"/>
                    <a:pt x="2038" y="2766"/>
                    <a:pt x="1891" y="2766"/>
                  </a:cubicBezTo>
                  <a:lnTo>
                    <a:pt x="534" y="2766"/>
                  </a:lnTo>
                  <a:lnTo>
                    <a:pt x="534" y="533"/>
                  </a:lnTo>
                  <a:lnTo>
                    <a:pt x="4332" y="533"/>
                  </a:lnTo>
                  <a:lnTo>
                    <a:pt x="4332" y="1274"/>
                  </a:lnTo>
                  <a:cubicBezTo>
                    <a:pt x="4331" y="1420"/>
                    <a:pt x="4450" y="1539"/>
                    <a:pt x="4597" y="1539"/>
                  </a:cubicBezTo>
                  <a:cubicBezTo>
                    <a:pt x="4743" y="1539"/>
                    <a:pt x="4863" y="1420"/>
                    <a:pt x="4863" y="1274"/>
                  </a:cubicBezTo>
                  <a:lnTo>
                    <a:pt x="4863" y="444"/>
                  </a:lnTo>
                  <a:cubicBezTo>
                    <a:pt x="4863" y="200"/>
                    <a:pt x="4664" y="1"/>
                    <a:pt x="44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110" name="Google Shape;2062;p59">
            <a:extLst>
              <a:ext uri="{FF2B5EF4-FFF2-40B4-BE49-F238E27FC236}">
                <a16:creationId xmlns:a16="http://schemas.microsoft.com/office/drawing/2014/main" id="{55786A7E-401B-4C2A-A9E2-B6481E29D1C1}"/>
              </a:ext>
            </a:extLst>
          </p:cNvPr>
          <p:cNvSpPr/>
          <p:nvPr/>
        </p:nvSpPr>
        <p:spPr>
          <a:xfrm rot="5400000">
            <a:off x="4797520" y="5769492"/>
            <a:ext cx="903900" cy="7836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002E8A">
              <a:alpha val="33000"/>
            </a:srgbClr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1" name="Google Shape;2070;p59">
            <a:extLst>
              <a:ext uri="{FF2B5EF4-FFF2-40B4-BE49-F238E27FC236}">
                <a16:creationId xmlns:a16="http://schemas.microsoft.com/office/drawing/2014/main" id="{F2FFCB34-54D0-4292-9A79-1E780F776B6A}"/>
              </a:ext>
            </a:extLst>
          </p:cNvPr>
          <p:cNvSpPr/>
          <p:nvPr/>
        </p:nvSpPr>
        <p:spPr>
          <a:xfrm rot="10800000">
            <a:off x="4294946" y="5373456"/>
            <a:ext cx="1909049" cy="953666"/>
          </a:xfrm>
          <a:custGeom>
            <a:avLst/>
            <a:gdLst/>
            <a:ahLst/>
            <a:cxnLst/>
            <a:rect l="l" t="t" r="r" b="b"/>
            <a:pathLst>
              <a:path w="44066" h="22017" fill="none" extrusionOk="0">
                <a:moveTo>
                  <a:pt x="44065" y="1"/>
                </a:moveTo>
                <a:cubicBezTo>
                  <a:pt x="44065" y="12176"/>
                  <a:pt x="34191" y="22016"/>
                  <a:pt x="22049" y="22016"/>
                </a:cubicBezTo>
                <a:cubicBezTo>
                  <a:pt x="9874" y="22016"/>
                  <a:pt x="0" y="12176"/>
                  <a:pt x="0" y="1"/>
                </a:cubicBezTo>
              </a:path>
            </a:pathLst>
          </a:custGeom>
          <a:noFill/>
          <a:ln w="19050" cap="rnd" cmpd="sng">
            <a:solidFill>
              <a:schemeClr val="dk1"/>
            </a:solidFill>
            <a:prstDash val="solid"/>
            <a:miter lim="33357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2" name="Google Shape;2073;p59">
            <a:extLst>
              <a:ext uri="{FF2B5EF4-FFF2-40B4-BE49-F238E27FC236}">
                <a16:creationId xmlns:a16="http://schemas.microsoft.com/office/drawing/2014/main" id="{278087E2-6E4F-4AC0-A076-B85B6D030A05}"/>
              </a:ext>
            </a:extLst>
          </p:cNvPr>
          <p:cNvSpPr/>
          <p:nvPr/>
        </p:nvSpPr>
        <p:spPr>
          <a:xfrm rot="10800000">
            <a:off x="6119475" y="6221581"/>
            <a:ext cx="159037" cy="159009"/>
          </a:xfrm>
          <a:custGeom>
            <a:avLst/>
            <a:gdLst/>
            <a:ahLst/>
            <a:cxnLst/>
            <a:rect l="l" t="t" r="r" b="b"/>
            <a:pathLst>
              <a:path w="3671" h="3671" extrusionOk="0">
                <a:moveTo>
                  <a:pt x="1835" y="1"/>
                </a:moveTo>
                <a:cubicBezTo>
                  <a:pt x="835" y="1"/>
                  <a:pt x="1" y="835"/>
                  <a:pt x="1" y="1836"/>
                </a:cubicBezTo>
                <a:cubicBezTo>
                  <a:pt x="1" y="2870"/>
                  <a:pt x="835" y="3670"/>
                  <a:pt x="1835" y="3670"/>
                </a:cubicBezTo>
                <a:cubicBezTo>
                  <a:pt x="2869" y="3670"/>
                  <a:pt x="3670" y="2870"/>
                  <a:pt x="3670" y="1836"/>
                </a:cubicBezTo>
                <a:cubicBezTo>
                  <a:pt x="3670" y="835"/>
                  <a:pt x="2836" y="1"/>
                  <a:pt x="183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3" name="Google Shape;2074;p59">
            <a:extLst>
              <a:ext uri="{FF2B5EF4-FFF2-40B4-BE49-F238E27FC236}">
                <a16:creationId xmlns:a16="http://schemas.microsoft.com/office/drawing/2014/main" id="{6D8C03CB-09D9-4F6B-868D-FFF0C0ECA3F8}"/>
              </a:ext>
            </a:extLst>
          </p:cNvPr>
          <p:cNvSpPr/>
          <p:nvPr/>
        </p:nvSpPr>
        <p:spPr>
          <a:xfrm rot="10800000">
            <a:off x="4210547" y="6221581"/>
            <a:ext cx="158994" cy="159009"/>
          </a:xfrm>
          <a:custGeom>
            <a:avLst/>
            <a:gdLst/>
            <a:ahLst/>
            <a:cxnLst/>
            <a:rect l="l" t="t" r="r" b="b"/>
            <a:pathLst>
              <a:path w="3670" h="3671" extrusionOk="0">
                <a:moveTo>
                  <a:pt x="1835" y="1"/>
                </a:moveTo>
                <a:cubicBezTo>
                  <a:pt x="834" y="1"/>
                  <a:pt x="1" y="835"/>
                  <a:pt x="1" y="1836"/>
                </a:cubicBezTo>
                <a:cubicBezTo>
                  <a:pt x="1" y="2870"/>
                  <a:pt x="834" y="3670"/>
                  <a:pt x="1835" y="3670"/>
                </a:cubicBezTo>
                <a:cubicBezTo>
                  <a:pt x="2836" y="3670"/>
                  <a:pt x="3670" y="2870"/>
                  <a:pt x="3670" y="1836"/>
                </a:cubicBezTo>
                <a:cubicBezTo>
                  <a:pt x="3670" y="835"/>
                  <a:pt x="2869" y="1"/>
                  <a:pt x="183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4" name="Google Shape;2076;p59">
            <a:extLst>
              <a:ext uri="{FF2B5EF4-FFF2-40B4-BE49-F238E27FC236}">
                <a16:creationId xmlns:a16="http://schemas.microsoft.com/office/drawing/2014/main" id="{B0B2BD05-774E-4BB4-996A-C87F58DDFD88}"/>
              </a:ext>
            </a:extLst>
          </p:cNvPr>
          <p:cNvSpPr txBox="1"/>
          <p:nvPr/>
        </p:nvSpPr>
        <p:spPr>
          <a:xfrm>
            <a:off x="4289321" y="6711412"/>
            <a:ext cx="1920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2100" dirty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1980</a:t>
            </a:r>
            <a:endParaRPr sz="2100" dirty="0">
              <a:solidFill>
                <a:schemeClr val="dk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grpSp>
        <p:nvGrpSpPr>
          <p:cNvPr id="115" name="Google Shape;2431;p64">
            <a:extLst>
              <a:ext uri="{FF2B5EF4-FFF2-40B4-BE49-F238E27FC236}">
                <a16:creationId xmlns:a16="http://schemas.microsoft.com/office/drawing/2014/main" id="{5ACAC0C1-6EB0-4CC7-87D5-1FA67DEEB65C}"/>
              </a:ext>
            </a:extLst>
          </p:cNvPr>
          <p:cNvGrpSpPr/>
          <p:nvPr/>
        </p:nvGrpSpPr>
        <p:grpSpPr>
          <a:xfrm>
            <a:off x="5017644" y="5941231"/>
            <a:ext cx="536704" cy="415294"/>
            <a:chOff x="7457448" y="1499206"/>
            <a:chExt cx="602023" cy="465838"/>
          </a:xfrm>
        </p:grpSpPr>
        <p:sp>
          <p:nvSpPr>
            <p:cNvPr id="116" name="Google Shape;2432;p64">
              <a:extLst>
                <a:ext uri="{FF2B5EF4-FFF2-40B4-BE49-F238E27FC236}">
                  <a16:creationId xmlns:a16="http://schemas.microsoft.com/office/drawing/2014/main" id="{69AB1F63-4A69-4856-9ED1-4609BBDD47D4}"/>
                </a:ext>
              </a:extLst>
            </p:cNvPr>
            <p:cNvSpPr/>
            <p:nvPr/>
          </p:nvSpPr>
          <p:spPr>
            <a:xfrm>
              <a:off x="7696885" y="1906072"/>
              <a:ext cx="76683" cy="24245"/>
            </a:xfrm>
            <a:custGeom>
              <a:avLst/>
              <a:gdLst/>
              <a:ahLst/>
              <a:cxnLst/>
              <a:rect l="l" t="t" r="r" b="b"/>
              <a:pathLst>
                <a:path w="2312" h="731" extrusionOk="0">
                  <a:moveTo>
                    <a:pt x="305" y="0"/>
                  </a:moveTo>
                  <a:cubicBezTo>
                    <a:pt x="207" y="0"/>
                    <a:pt x="113" y="54"/>
                    <a:pt x="66" y="148"/>
                  </a:cubicBezTo>
                  <a:cubicBezTo>
                    <a:pt x="1" y="279"/>
                    <a:pt x="55" y="439"/>
                    <a:pt x="187" y="504"/>
                  </a:cubicBezTo>
                  <a:cubicBezTo>
                    <a:pt x="491" y="655"/>
                    <a:pt x="817" y="731"/>
                    <a:pt x="1157" y="731"/>
                  </a:cubicBezTo>
                  <a:cubicBezTo>
                    <a:pt x="1496" y="731"/>
                    <a:pt x="1822" y="655"/>
                    <a:pt x="2126" y="504"/>
                  </a:cubicBezTo>
                  <a:cubicBezTo>
                    <a:pt x="2258" y="439"/>
                    <a:pt x="2312" y="279"/>
                    <a:pt x="2246" y="148"/>
                  </a:cubicBezTo>
                  <a:cubicBezTo>
                    <a:pt x="2200" y="54"/>
                    <a:pt x="2106" y="0"/>
                    <a:pt x="2008" y="0"/>
                  </a:cubicBezTo>
                  <a:cubicBezTo>
                    <a:pt x="1968" y="0"/>
                    <a:pt x="1928" y="9"/>
                    <a:pt x="1890" y="28"/>
                  </a:cubicBezTo>
                  <a:cubicBezTo>
                    <a:pt x="1660" y="142"/>
                    <a:pt x="1414" y="200"/>
                    <a:pt x="1156" y="200"/>
                  </a:cubicBezTo>
                  <a:cubicBezTo>
                    <a:pt x="899" y="200"/>
                    <a:pt x="653" y="142"/>
                    <a:pt x="423" y="28"/>
                  </a:cubicBezTo>
                  <a:cubicBezTo>
                    <a:pt x="385" y="9"/>
                    <a:pt x="345" y="0"/>
                    <a:pt x="3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7" name="Google Shape;2433;p64">
              <a:extLst>
                <a:ext uri="{FF2B5EF4-FFF2-40B4-BE49-F238E27FC236}">
                  <a16:creationId xmlns:a16="http://schemas.microsoft.com/office/drawing/2014/main" id="{90CFA09E-6A83-407F-92C8-4C1AD66BDE6F}"/>
                </a:ext>
              </a:extLst>
            </p:cNvPr>
            <p:cNvSpPr/>
            <p:nvPr/>
          </p:nvSpPr>
          <p:spPr>
            <a:xfrm>
              <a:off x="7682523" y="1937514"/>
              <a:ext cx="105406" cy="27529"/>
            </a:xfrm>
            <a:custGeom>
              <a:avLst/>
              <a:gdLst/>
              <a:ahLst/>
              <a:cxnLst/>
              <a:rect l="l" t="t" r="r" b="b"/>
              <a:pathLst>
                <a:path w="3178" h="830" extrusionOk="0">
                  <a:moveTo>
                    <a:pt x="2874" y="1"/>
                  </a:moveTo>
                  <a:cubicBezTo>
                    <a:pt x="2835" y="1"/>
                    <a:pt x="2795" y="9"/>
                    <a:pt x="2757" y="27"/>
                  </a:cubicBezTo>
                  <a:cubicBezTo>
                    <a:pt x="2391" y="207"/>
                    <a:pt x="1997" y="297"/>
                    <a:pt x="1589" y="297"/>
                  </a:cubicBezTo>
                  <a:cubicBezTo>
                    <a:pt x="1180" y="297"/>
                    <a:pt x="788" y="207"/>
                    <a:pt x="421" y="28"/>
                  </a:cubicBezTo>
                  <a:cubicBezTo>
                    <a:pt x="384" y="10"/>
                    <a:pt x="344" y="1"/>
                    <a:pt x="304" y="1"/>
                  </a:cubicBezTo>
                  <a:cubicBezTo>
                    <a:pt x="206" y="1"/>
                    <a:pt x="111" y="56"/>
                    <a:pt x="65" y="150"/>
                  </a:cubicBezTo>
                  <a:cubicBezTo>
                    <a:pt x="0" y="282"/>
                    <a:pt x="56" y="441"/>
                    <a:pt x="187" y="506"/>
                  </a:cubicBezTo>
                  <a:cubicBezTo>
                    <a:pt x="628" y="720"/>
                    <a:pt x="1099" y="829"/>
                    <a:pt x="1589" y="829"/>
                  </a:cubicBezTo>
                  <a:cubicBezTo>
                    <a:pt x="2080" y="829"/>
                    <a:pt x="2551" y="720"/>
                    <a:pt x="2990" y="506"/>
                  </a:cubicBezTo>
                  <a:cubicBezTo>
                    <a:pt x="3123" y="441"/>
                    <a:pt x="3177" y="282"/>
                    <a:pt x="3113" y="149"/>
                  </a:cubicBezTo>
                  <a:cubicBezTo>
                    <a:pt x="3067" y="55"/>
                    <a:pt x="2972" y="1"/>
                    <a:pt x="28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8" name="Google Shape;2434;p64">
              <a:extLst>
                <a:ext uri="{FF2B5EF4-FFF2-40B4-BE49-F238E27FC236}">
                  <a16:creationId xmlns:a16="http://schemas.microsoft.com/office/drawing/2014/main" id="{D2CD9395-164B-480E-B019-A86BE061A040}"/>
                </a:ext>
              </a:extLst>
            </p:cNvPr>
            <p:cNvSpPr/>
            <p:nvPr/>
          </p:nvSpPr>
          <p:spPr>
            <a:xfrm>
              <a:off x="7911578" y="1729189"/>
              <a:ext cx="147894" cy="154760"/>
            </a:xfrm>
            <a:custGeom>
              <a:avLst/>
              <a:gdLst/>
              <a:ahLst/>
              <a:cxnLst/>
              <a:rect l="l" t="t" r="r" b="b"/>
              <a:pathLst>
                <a:path w="4459" h="4666" extrusionOk="0">
                  <a:moveTo>
                    <a:pt x="3341" y="1148"/>
                  </a:moveTo>
                  <a:cubicBezTo>
                    <a:pt x="3664" y="1148"/>
                    <a:pt x="3927" y="1414"/>
                    <a:pt x="3927" y="1740"/>
                  </a:cubicBezTo>
                  <a:lnTo>
                    <a:pt x="3927" y="2845"/>
                  </a:lnTo>
                  <a:cubicBezTo>
                    <a:pt x="3417" y="2817"/>
                    <a:pt x="3011" y="2390"/>
                    <a:pt x="3011" y="1869"/>
                  </a:cubicBezTo>
                  <a:lnTo>
                    <a:pt x="3011" y="1148"/>
                  </a:lnTo>
                  <a:close/>
                  <a:moveTo>
                    <a:pt x="303" y="0"/>
                  </a:moveTo>
                  <a:cubicBezTo>
                    <a:pt x="251" y="0"/>
                    <a:pt x="199" y="15"/>
                    <a:pt x="153" y="46"/>
                  </a:cubicBezTo>
                  <a:cubicBezTo>
                    <a:pt x="32" y="129"/>
                    <a:pt x="0" y="295"/>
                    <a:pt x="84" y="416"/>
                  </a:cubicBezTo>
                  <a:lnTo>
                    <a:pt x="504" y="1032"/>
                  </a:lnTo>
                  <a:cubicBezTo>
                    <a:pt x="555" y="1105"/>
                    <a:pt x="637" y="1148"/>
                    <a:pt x="724" y="1148"/>
                  </a:cubicBezTo>
                  <a:lnTo>
                    <a:pt x="2480" y="1148"/>
                  </a:lnTo>
                  <a:lnTo>
                    <a:pt x="2480" y="1869"/>
                  </a:lnTo>
                  <a:cubicBezTo>
                    <a:pt x="2480" y="2683"/>
                    <a:pt x="3124" y="3348"/>
                    <a:pt x="3927" y="3377"/>
                  </a:cubicBezTo>
                  <a:lnTo>
                    <a:pt x="3927" y="3541"/>
                  </a:lnTo>
                  <a:cubicBezTo>
                    <a:pt x="3927" y="3868"/>
                    <a:pt x="3664" y="4134"/>
                    <a:pt x="3341" y="4134"/>
                  </a:cubicBezTo>
                  <a:lnTo>
                    <a:pt x="3111" y="4134"/>
                  </a:lnTo>
                  <a:cubicBezTo>
                    <a:pt x="2965" y="4134"/>
                    <a:pt x="2845" y="4253"/>
                    <a:pt x="2845" y="4400"/>
                  </a:cubicBezTo>
                  <a:cubicBezTo>
                    <a:pt x="2845" y="4546"/>
                    <a:pt x="2965" y="4665"/>
                    <a:pt x="3111" y="4665"/>
                  </a:cubicBezTo>
                  <a:lnTo>
                    <a:pt x="3341" y="4665"/>
                  </a:lnTo>
                  <a:cubicBezTo>
                    <a:pt x="3957" y="4665"/>
                    <a:pt x="4458" y="4161"/>
                    <a:pt x="4458" y="3541"/>
                  </a:cubicBezTo>
                  <a:lnTo>
                    <a:pt x="4458" y="1739"/>
                  </a:lnTo>
                  <a:cubicBezTo>
                    <a:pt x="4458" y="1120"/>
                    <a:pt x="3957" y="616"/>
                    <a:pt x="3341" y="616"/>
                  </a:cubicBezTo>
                  <a:lnTo>
                    <a:pt x="865" y="616"/>
                  </a:lnTo>
                  <a:lnTo>
                    <a:pt x="523" y="116"/>
                  </a:lnTo>
                  <a:cubicBezTo>
                    <a:pt x="471" y="41"/>
                    <a:pt x="388" y="0"/>
                    <a:pt x="3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9" name="Google Shape;2435;p64">
              <a:extLst>
                <a:ext uri="{FF2B5EF4-FFF2-40B4-BE49-F238E27FC236}">
                  <a16:creationId xmlns:a16="http://schemas.microsoft.com/office/drawing/2014/main" id="{FECE1E4A-A34E-4666-AAC9-E77537B2EB8C}"/>
                </a:ext>
              </a:extLst>
            </p:cNvPr>
            <p:cNvSpPr/>
            <p:nvPr/>
          </p:nvSpPr>
          <p:spPr>
            <a:xfrm>
              <a:off x="7543551" y="1842091"/>
              <a:ext cx="62819" cy="63184"/>
            </a:xfrm>
            <a:custGeom>
              <a:avLst/>
              <a:gdLst/>
              <a:ahLst/>
              <a:cxnLst/>
              <a:rect l="l" t="t" r="r" b="b"/>
              <a:pathLst>
                <a:path w="1894" h="1905" extrusionOk="0">
                  <a:moveTo>
                    <a:pt x="947" y="532"/>
                  </a:moveTo>
                  <a:cubicBezTo>
                    <a:pt x="1176" y="532"/>
                    <a:pt x="1363" y="720"/>
                    <a:pt x="1363" y="952"/>
                  </a:cubicBezTo>
                  <a:cubicBezTo>
                    <a:pt x="1363" y="1184"/>
                    <a:pt x="1176" y="1373"/>
                    <a:pt x="947" y="1373"/>
                  </a:cubicBezTo>
                  <a:cubicBezTo>
                    <a:pt x="718" y="1373"/>
                    <a:pt x="532" y="1184"/>
                    <a:pt x="532" y="952"/>
                  </a:cubicBezTo>
                  <a:cubicBezTo>
                    <a:pt x="532" y="720"/>
                    <a:pt x="718" y="532"/>
                    <a:pt x="947" y="532"/>
                  </a:cubicBezTo>
                  <a:close/>
                  <a:moveTo>
                    <a:pt x="947" y="1"/>
                  </a:moveTo>
                  <a:cubicBezTo>
                    <a:pt x="425" y="1"/>
                    <a:pt x="0" y="428"/>
                    <a:pt x="0" y="952"/>
                  </a:cubicBezTo>
                  <a:cubicBezTo>
                    <a:pt x="0" y="1477"/>
                    <a:pt x="425" y="1904"/>
                    <a:pt x="947" y="1904"/>
                  </a:cubicBezTo>
                  <a:cubicBezTo>
                    <a:pt x="1470" y="1904"/>
                    <a:pt x="1894" y="1477"/>
                    <a:pt x="1894" y="952"/>
                  </a:cubicBezTo>
                  <a:cubicBezTo>
                    <a:pt x="1894" y="428"/>
                    <a:pt x="1470" y="1"/>
                    <a:pt x="9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0" name="Google Shape;2436;p64">
              <a:extLst>
                <a:ext uri="{FF2B5EF4-FFF2-40B4-BE49-F238E27FC236}">
                  <a16:creationId xmlns:a16="http://schemas.microsoft.com/office/drawing/2014/main" id="{02ADA6AA-9C50-42D9-A4CD-E23247C6FA7C}"/>
                </a:ext>
              </a:extLst>
            </p:cNvPr>
            <p:cNvSpPr/>
            <p:nvPr/>
          </p:nvSpPr>
          <p:spPr>
            <a:xfrm>
              <a:off x="7865375" y="1842091"/>
              <a:ext cx="62819" cy="63184"/>
            </a:xfrm>
            <a:custGeom>
              <a:avLst/>
              <a:gdLst/>
              <a:ahLst/>
              <a:cxnLst/>
              <a:rect l="l" t="t" r="r" b="b"/>
              <a:pathLst>
                <a:path w="1894" h="1905" extrusionOk="0">
                  <a:moveTo>
                    <a:pt x="947" y="532"/>
                  </a:moveTo>
                  <a:cubicBezTo>
                    <a:pt x="1176" y="532"/>
                    <a:pt x="1362" y="720"/>
                    <a:pt x="1362" y="952"/>
                  </a:cubicBezTo>
                  <a:cubicBezTo>
                    <a:pt x="1362" y="1184"/>
                    <a:pt x="1176" y="1373"/>
                    <a:pt x="947" y="1373"/>
                  </a:cubicBezTo>
                  <a:cubicBezTo>
                    <a:pt x="718" y="1373"/>
                    <a:pt x="532" y="1184"/>
                    <a:pt x="532" y="952"/>
                  </a:cubicBezTo>
                  <a:cubicBezTo>
                    <a:pt x="532" y="720"/>
                    <a:pt x="718" y="532"/>
                    <a:pt x="947" y="532"/>
                  </a:cubicBezTo>
                  <a:close/>
                  <a:moveTo>
                    <a:pt x="947" y="1"/>
                  </a:moveTo>
                  <a:cubicBezTo>
                    <a:pt x="425" y="1"/>
                    <a:pt x="0" y="428"/>
                    <a:pt x="0" y="952"/>
                  </a:cubicBezTo>
                  <a:cubicBezTo>
                    <a:pt x="0" y="1477"/>
                    <a:pt x="425" y="1904"/>
                    <a:pt x="947" y="1904"/>
                  </a:cubicBezTo>
                  <a:cubicBezTo>
                    <a:pt x="1469" y="1904"/>
                    <a:pt x="1893" y="1477"/>
                    <a:pt x="1893" y="952"/>
                  </a:cubicBezTo>
                  <a:cubicBezTo>
                    <a:pt x="1893" y="428"/>
                    <a:pt x="1469" y="1"/>
                    <a:pt x="9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1" name="Google Shape;2437;p64">
              <a:extLst>
                <a:ext uri="{FF2B5EF4-FFF2-40B4-BE49-F238E27FC236}">
                  <a16:creationId xmlns:a16="http://schemas.microsoft.com/office/drawing/2014/main" id="{29E5CBB9-AA09-44B7-98F9-FD67A6ED060E}"/>
                </a:ext>
              </a:extLst>
            </p:cNvPr>
            <p:cNvSpPr/>
            <p:nvPr/>
          </p:nvSpPr>
          <p:spPr>
            <a:xfrm>
              <a:off x="7759969" y="1531710"/>
              <a:ext cx="59834" cy="57944"/>
            </a:xfrm>
            <a:custGeom>
              <a:avLst/>
              <a:gdLst/>
              <a:ahLst/>
              <a:cxnLst/>
              <a:rect l="l" t="t" r="r" b="b"/>
              <a:pathLst>
                <a:path w="1804" h="1747" extrusionOk="0">
                  <a:moveTo>
                    <a:pt x="299" y="1"/>
                  </a:moveTo>
                  <a:cubicBezTo>
                    <a:pt x="188" y="1"/>
                    <a:pt x="86" y="70"/>
                    <a:pt x="48" y="180"/>
                  </a:cubicBezTo>
                  <a:cubicBezTo>
                    <a:pt x="0" y="318"/>
                    <a:pt x="74" y="470"/>
                    <a:pt x="213" y="517"/>
                  </a:cubicBezTo>
                  <a:cubicBezTo>
                    <a:pt x="456" y="601"/>
                    <a:pt x="672" y="736"/>
                    <a:pt x="854" y="920"/>
                  </a:cubicBezTo>
                  <a:cubicBezTo>
                    <a:pt x="1035" y="1103"/>
                    <a:pt x="1170" y="1320"/>
                    <a:pt x="1252" y="1566"/>
                  </a:cubicBezTo>
                  <a:cubicBezTo>
                    <a:pt x="1290" y="1677"/>
                    <a:pt x="1394" y="1746"/>
                    <a:pt x="1504" y="1746"/>
                  </a:cubicBezTo>
                  <a:cubicBezTo>
                    <a:pt x="1532" y="1746"/>
                    <a:pt x="1561" y="1741"/>
                    <a:pt x="1590" y="1732"/>
                  </a:cubicBezTo>
                  <a:cubicBezTo>
                    <a:pt x="1728" y="1686"/>
                    <a:pt x="1803" y="1535"/>
                    <a:pt x="1756" y="1395"/>
                  </a:cubicBezTo>
                  <a:cubicBezTo>
                    <a:pt x="1647" y="1073"/>
                    <a:pt x="1471" y="786"/>
                    <a:pt x="1230" y="545"/>
                  </a:cubicBezTo>
                  <a:cubicBezTo>
                    <a:pt x="991" y="304"/>
                    <a:pt x="707" y="125"/>
                    <a:pt x="386" y="15"/>
                  </a:cubicBezTo>
                  <a:cubicBezTo>
                    <a:pt x="357" y="5"/>
                    <a:pt x="328" y="1"/>
                    <a:pt x="2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2" name="Google Shape;2438;p64">
              <a:extLst>
                <a:ext uri="{FF2B5EF4-FFF2-40B4-BE49-F238E27FC236}">
                  <a16:creationId xmlns:a16="http://schemas.microsoft.com/office/drawing/2014/main" id="{DBAB0924-69F6-44B3-9DCA-7EC991DBA38F}"/>
                </a:ext>
              </a:extLst>
            </p:cNvPr>
            <p:cNvSpPr/>
            <p:nvPr/>
          </p:nvSpPr>
          <p:spPr>
            <a:xfrm>
              <a:off x="7748062" y="1564181"/>
              <a:ext cx="39436" cy="37479"/>
            </a:xfrm>
            <a:custGeom>
              <a:avLst/>
              <a:gdLst/>
              <a:ahLst/>
              <a:cxnLst/>
              <a:rect l="l" t="t" r="r" b="b"/>
              <a:pathLst>
                <a:path w="1189" h="1130" extrusionOk="0">
                  <a:moveTo>
                    <a:pt x="299" y="1"/>
                  </a:moveTo>
                  <a:cubicBezTo>
                    <a:pt x="187" y="1"/>
                    <a:pt x="83" y="73"/>
                    <a:pt x="46" y="185"/>
                  </a:cubicBezTo>
                  <a:cubicBezTo>
                    <a:pt x="1" y="325"/>
                    <a:pt x="77" y="475"/>
                    <a:pt x="218" y="520"/>
                  </a:cubicBezTo>
                  <a:cubicBezTo>
                    <a:pt x="317" y="553"/>
                    <a:pt x="405" y="606"/>
                    <a:pt x="478" y="680"/>
                  </a:cubicBezTo>
                  <a:cubicBezTo>
                    <a:pt x="552" y="754"/>
                    <a:pt x="606" y="843"/>
                    <a:pt x="638" y="944"/>
                  </a:cubicBezTo>
                  <a:cubicBezTo>
                    <a:pt x="673" y="1058"/>
                    <a:pt x="778" y="1130"/>
                    <a:pt x="891" y="1130"/>
                  </a:cubicBezTo>
                  <a:cubicBezTo>
                    <a:pt x="918" y="1130"/>
                    <a:pt x="945" y="1126"/>
                    <a:pt x="971" y="1117"/>
                  </a:cubicBezTo>
                  <a:cubicBezTo>
                    <a:pt x="1112" y="1073"/>
                    <a:pt x="1189" y="923"/>
                    <a:pt x="1145" y="784"/>
                  </a:cubicBezTo>
                  <a:cubicBezTo>
                    <a:pt x="1086" y="601"/>
                    <a:pt x="990" y="440"/>
                    <a:pt x="856" y="305"/>
                  </a:cubicBezTo>
                  <a:cubicBezTo>
                    <a:pt x="722" y="171"/>
                    <a:pt x="563" y="72"/>
                    <a:pt x="381" y="14"/>
                  </a:cubicBezTo>
                  <a:cubicBezTo>
                    <a:pt x="354" y="5"/>
                    <a:pt x="326" y="1"/>
                    <a:pt x="2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3" name="Google Shape;2439;p64">
              <a:extLst>
                <a:ext uri="{FF2B5EF4-FFF2-40B4-BE49-F238E27FC236}">
                  <a16:creationId xmlns:a16="http://schemas.microsoft.com/office/drawing/2014/main" id="{43D3CDBE-CC85-441D-840E-76FCF6A8B315}"/>
                </a:ext>
              </a:extLst>
            </p:cNvPr>
            <p:cNvSpPr/>
            <p:nvPr/>
          </p:nvSpPr>
          <p:spPr>
            <a:xfrm>
              <a:off x="7771876" y="1499206"/>
              <a:ext cx="80166" cy="78408"/>
            </a:xfrm>
            <a:custGeom>
              <a:avLst/>
              <a:gdLst/>
              <a:ahLst/>
              <a:cxnLst/>
              <a:rect l="l" t="t" r="r" b="b"/>
              <a:pathLst>
                <a:path w="2417" h="2364" extrusionOk="0">
                  <a:moveTo>
                    <a:pt x="300" y="1"/>
                  </a:moveTo>
                  <a:cubicBezTo>
                    <a:pt x="190" y="1"/>
                    <a:pt x="87" y="69"/>
                    <a:pt x="49" y="179"/>
                  </a:cubicBezTo>
                  <a:cubicBezTo>
                    <a:pt x="1" y="318"/>
                    <a:pt x="74" y="470"/>
                    <a:pt x="212" y="518"/>
                  </a:cubicBezTo>
                  <a:cubicBezTo>
                    <a:pt x="597" y="652"/>
                    <a:pt x="938" y="869"/>
                    <a:pt x="1228" y="1161"/>
                  </a:cubicBezTo>
                  <a:cubicBezTo>
                    <a:pt x="1517" y="1451"/>
                    <a:pt x="1732" y="1796"/>
                    <a:pt x="1865" y="2185"/>
                  </a:cubicBezTo>
                  <a:cubicBezTo>
                    <a:pt x="1903" y="2295"/>
                    <a:pt x="2007" y="2364"/>
                    <a:pt x="2117" y="2364"/>
                  </a:cubicBezTo>
                  <a:cubicBezTo>
                    <a:pt x="2146" y="2364"/>
                    <a:pt x="2175" y="2360"/>
                    <a:pt x="2204" y="2350"/>
                  </a:cubicBezTo>
                  <a:cubicBezTo>
                    <a:pt x="2343" y="2301"/>
                    <a:pt x="2417" y="2150"/>
                    <a:pt x="2368" y="2012"/>
                  </a:cubicBezTo>
                  <a:cubicBezTo>
                    <a:pt x="2208" y="1547"/>
                    <a:pt x="1951" y="1135"/>
                    <a:pt x="1605" y="786"/>
                  </a:cubicBezTo>
                  <a:cubicBezTo>
                    <a:pt x="1258" y="437"/>
                    <a:pt x="849" y="178"/>
                    <a:pt x="388" y="16"/>
                  </a:cubicBezTo>
                  <a:cubicBezTo>
                    <a:pt x="359" y="6"/>
                    <a:pt x="329" y="1"/>
                    <a:pt x="3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4" name="Google Shape;2440;p64">
              <a:extLst>
                <a:ext uri="{FF2B5EF4-FFF2-40B4-BE49-F238E27FC236}">
                  <a16:creationId xmlns:a16="http://schemas.microsoft.com/office/drawing/2014/main" id="{DEDEADA7-C6DA-4B28-8BFB-DADB169C7367}"/>
                </a:ext>
              </a:extLst>
            </p:cNvPr>
            <p:cNvSpPr/>
            <p:nvPr/>
          </p:nvSpPr>
          <p:spPr>
            <a:xfrm>
              <a:off x="7607498" y="1531710"/>
              <a:ext cx="59834" cy="57944"/>
            </a:xfrm>
            <a:custGeom>
              <a:avLst/>
              <a:gdLst/>
              <a:ahLst/>
              <a:cxnLst/>
              <a:rect l="l" t="t" r="r" b="b"/>
              <a:pathLst>
                <a:path w="1804" h="1747" extrusionOk="0">
                  <a:moveTo>
                    <a:pt x="1505" y="1"/>
                  </a:moveTo>
                  <a:cubicBezTo>
                    <a:pt x="1476" y="1"/>
                    <a:pt x="1446" y="5"/>
                    <a:pt x="1417" y="15"/>
                  </a:cubicBezTo>
                  <a:cubicBezTo>
                    <a:pt x="1097" y="124"/>
                    <a:pt x="813" y="303"/>
                    <a:pt x="573" y="545"/>
                  </a:cubicBezTo>
                  <a:cubicBezTo>
                    <a:pt x="333" y="786"/>
                    <a:pt x="157" y="1073"/>
                    <a:pt x="48" y="1395"/>
                  </a:cubicBezTo>
                  <a:cubicBezTo>
                    <a:pt x="1" y="1535"/>
                    <a:pt x="76" y="1686"/>
                    <a:pt x="214" y="1733"/>
                  </a:cubicBezTo>
                  <a:cubicBezTo>
                    <a:pt x="243" y="1742"/>
                    <a:pt x="272" y="1746"/>
                    <a:pt x="299" y="1746"/>
                  </a:cubicBezTo>
                  <a:cubicBezTo>
                    <a:pt x="410" y="1746"/>
                    <a:pt x="514" y="1677"/>
                    <a:pt x="551" y="1566"/>
                  </a:cubicBezTo>
                  <a:cubicBezTo>
                    <a:pt x="634" y="1320"/>
                    <a:pt x="769" y="1103"/>
                    <a:pt x="950" y="920"/>
                  </a:cubicBezTo>
                  <a:cubicBezTo>
                    <a:pt x="1132" y="736"/>
                    <a:pt x="1348" y="601"/>
                    <a:pt x="1590" y="517"/>
                  </a:cubicBezTo>
                  <a:cubicBezTo>
                    <a:pt x="1730" y="470"/>
                    <a:pt x="1804" y="319"/>
                    <a:pt x="1755" y="180"/>
                  </a:cubicBezTo>
                  <a:cubicBezTo>
                    <a:pt x="1718" y="70"/>
                    <a:pt x="1615" y="1"/>
                    <a:pt x="15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5" name="Google Shape;2441;p64">
              <a:extLst>
                <a:ext uri="{FF2B5EF4-FFF2-40B4-BE49-F238E27FC236}">
                  <a16:creationId xmlns:a16="http://schemas.microsoft.com/office/drawing/2014/main" id="{9494C46D-EA9E-4529-B314-C6A922C215C0}"/>
                </a:ext>
              </a:extLst>
            </p:cNvPr>
            <p:cNvSpPr/>
            <p:nvPr/>
          </p:nvSpPr>
          <p:spPr>
            <a:xfrm>
              <a:off x="7639770" y="1564181"/>
              <a:ext cx="39436" cy="37479"/>
            </a:xfrm>
            <a:custGeom>
              <a:avLst/>
              <a:gdLst/>
              <a:ahLst/>
              <a:cxnLst/>
              <a:rect l="l" t="t" r="r" b="b"/>
              <a:pathLst>
                <a:path w="1189" h="1130" extrusionOk="0">
                  <a:moveTo>
                    <a:pt x="891" y="1"/>
                  </a:moveTo>
                  <a:cubicBezTo>
                    <a:pt x="864" y="1"/>
                    <a:pt x="836" y="5"/>
                    <a:pt x="809" y="14"/>
                  </a:cubicBezTo>
                  <a:cubicBezTo>
                    <a:pt x="627" y="72"/>
                    <a:pt x="468" y="171"/>
                    <a:pt x="334" y="305"/>
                  </a:cubicBezTo>
                  <a:cubicBezTo>
                    <a:pt x="200" y="440"/>
                    <a:pt x="104" y="601"/>
                    <a:pt x="45" y="784"/>
                  </a:cubicBezTo>
                  <a:cubicBezTo>
                    <a:pt x="1" y="923"/>
                    <a:pt x="78" y="1073"/>
                    <a:pt x="218" y="1117"/>
                  </a:cubicBezTo>
                  <a:cubicBezTo>
                    <a:pt x="244" y="1126"/>
                    <a:pt x="272" y="1130"/>
                    <a:pt x="299" y="1130"/>
                  </a:cubicBezTo>
                  <a:cubicBezTo>
                    <a:pt x="412" y="1130"/>
                    <a:pt x="516" y="1058"/>
                    <a:pt x="552" y="945"/>
                  </a:cubicBezTo>
                  <a:cubicBezTo>
                    <a:pt x="584" y="843"/>
                    <a:pt x="637" y="754"/>
                    <a:pt x="711" y="680"/>
                  </a:cubicBezTo>
                  <a:cubicBezTo>
                    <a:pt x="784" y="606"/>
                    <a:pt x="873" y="553"/>
                    <a:pt x="972" y="520"/>
                  </a:cubicBezTo>
                  <a:cubicBezTo>
                    <a:pt x="1112" y="475"/>
                    <a:pt x="1189" y="325"/>
                    <a:pt x="1144" y="185"/>
                  </a:cubicBezTo>
                  <a:cubicBezTo>
                    <a:pt x="1107" y="73"/>
                    <a:pt x="1003" y="1"/>
                    <a:pt x="8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6" name="Google Shape;2442;p64">
              <a:extLst>
                <a:ext uri="{FF2B5EF4-FFF2-40B4-BE49-F238E27FC236}">
                  <a16:creationId xmlns:a16="http://schemas.microsoft.com/office/drawing/2014/main" id="{603C782B-801B-42E3-AFAC-C32821053E38}"/>
                </a:ext>
              </a:extLst>
            </p:cNvPr>
            <p:cNvSpPr/>
            <p:nvPr/>
          </p:nvSpPr>
          <p:spPr>
            <a:xfrm>
              <a:off x="7575259" y="1499206"/>
              <a:ext cx="80166" cy="78408"/>
            </a:xfrm>
            <a:custGeom>
              <a:avLst/>
              <a:gdLst/>
              <a:ahLst/>
              <a:cxnLst/>
              <a:rect l="l" t="t" r="r" b="b"/>
              <a:pathLst>
                <a:path w="2417" h="2364" extrusionOk="0">
                  <a:moveTo>
                    <a:pt x="2117" y="1"/>
                  </a:moveTo>
                  <a:cubicBezTo>
                    <a:pt x="2088" y="1"/>
                    <a:pt x="2058" y="6"/>
                    <a:pt x="2029" y="16"/>
                  </a:cubicBezTo>
                  <a:cubicBezTo>
                    <a:pt x="1567" y="177"/>
                    <a:pt x="1157" y="437"/>
                    <a:pt x="811" y="786"/>
                  </a:cubicBezTo>
                  <a:cubicBezTo>
                    <a:pt x="465" y="1134"/>
                    <a:pt x="209" y="1547"/>
                    <a:pt x="48" y="2012"/>
                  </a:cubicBezTo>
                  <a:cubicBezTo>
                    <a:pt x="0" y="2150"/>
                    <a:pt x="74" y="2302"/>
                    <a:pt x="213" y="2350"/>
                  </a:cubicBezTo>
                  <a:cubicBezTo>
                    <a:pt x="242" y="2360"/>
                    <a:pt x="271" y="2364"/>
                    <a:pt x="300" y="2364"/>
                  </a:cubicBezTo>
                  <a:cubicBezTo>
                    <a:pt x="410" y="2364"/>
                    <a:pt x="514" y="2295"/>
                    <a:pt x="552" y="2185"/>
                  </a:cubicBezTo>
                  <a:cubicBezTo>
                    <a:pt x="685" y="1796"/>
                    <a:pt x="900" y="1451"/>
                    <a:pt x="1189" y="1160"/>
                  </a:cubicBezTo>
                  <a:cubicBezTo>
                    <a:pt x="1478" y="869"/>
                    <a:pt x="1820" y="652"/>
                    <a:pt x="2205" y="518"/>
                  </a:cubicBezTo>
                  <a:cubicBezTo>
                    <a:pt x="2343" y="470"/>
                    <a:pt x="2416" y="318"/>
                    <a:pt x="2368" y="179"/>
                  </a:cubicBezTo>
                  <a:cubicBezTo>
                    <a:pt x="2329" y="69"/>
                    <a:pt x="2226" y="1"/>
                    <a:pt x="21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7" name="Google Shape;2443;p64">
              <a:extLst>
                <a:ext uri="{FF2B5EF4-FFF2-40B4-BE49-F238E27FC236}">
                  <a16:creationId xmlns:a16="http://schemas.microsoft.com/office/drawing/2014/main" id="{AE9642CC-E987-4BA4-815E-EA39A4A489C5}"/>
                </a:ext>
              </a:extLst>
            </p:cNvPr>
            <p:cNvSpPr/>
            <p:nvPr/>
          </p:nvSpPr>
          <p:spPr>
            <a:xfrm>
              <a:off x="7718576" y="1777382"/>
              <a:ext cx="51542" cy="17645"/>
            </a:xfrm>
            <a:custGeom>
              <a:avLst/>
              <a:gdLst/>
              <a:ahLst/>
              <a:cxnLst/>
              <a:rect l="l" t="t" r="r" b="b"/>
              <a:pathLst>
                <a:path w="1554" h="532" extrusionOk="0">
                  <a:moveTo>
                    <a:pt x="267" y="1"/>
                  </a:moveTo>
                  <a:cubicBezTo>
                    <a:pt x="120" y="1"/>
                    <a:pt x="1" y="120"/>
                    <a:pt x="1" y="267"/>
                  </a:cubicBezTo>
                  <a:cubicBezTo>
                    <a:pt x="1" y="413"/>
                    <a:pt x="120" y="532"/>
                    <a:pt x="267" y="532"/>
                  </a:cubicBezTo>
                  <a:lnTo>
                    <a:pt x="1287" y="532"/>
                  </a:lnTo>
                  <a:cubicBezTo>
                    <a:pt x="1434" y="532"/>
                    <a:pt x="1553" y="413"/>
                    <a:pt x="1553" y="267"/>
                  </a:cubicBezTo>
                  <a:cubicBezTo>
                    <a:pt x="1553" y="119"/>
                    <a:pt x="1434" y="1"/>
                    <a:pt x="12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8" name="Google Shape;2444;p64">
              <a:extLst>
                <a:ext uri="{FF2B5EF4-FFF2-40B4-BE49-F238E27FC236}">
                  <a16:creationId xmlns:a16="http://schemas.microsoft.com/office/drawing/2014/main" id="{EFCFB589-3ADD-4086-8CFE-D6194814A1EF}"/>
                </a:ext>
              </a:extLst>
            </p:cNvPr>
            <p:cNvSpPr/>
            <p:nvPr/>
          </p:nvSpPr>
          <p:spPr>
            <a:xfrm>
              <a:off x="7457448" y="1584579"/>
              <a:ext cx="602023" cy="356285"/>
            </a:xfrm>
            <a:custGeom>
              <a:avLst/>
              <a:gdLst/>
              <a:ahLst/>
              <a:cxnLst/>
              <a:rect l="l" t="t" r="r" b="b"/>
              <a:pathLst>
                <a:path w="18151" h="10742" extrusionOk="0">
                  <a:moveTo>
                    <a:pt x="7725" y="532"/>
                  </a:moveTo>
                  <a:cubicBezTo>
                    <a:pt x="8141" y="532"/>
                    <a:pt x="8480" y="875"/>
                    <a:pt x="8480" y="1296"/>
                  </a:cubicBezTo>
                  <a:lnTo>
                    <a:pt x="8480" y="1339"/>
                  </a:lnTo>
                  <a:lnTo>
                    <a:pt x="6969" y="1339"/>
                  </a:lnTo>
                  <a:lnTo>
                    <a:pt x="6969" y="1296"/>
                  </a:lnTo>
                  <a:cubicBezTo>
                    <a:pt x="6969" y="875"/>
                    <a:pt x="7308" y="532"/>
                    <a:pt x="7725" y="532"/>
                  </a:cubicBezTo>
                  <a:close/>
                  <a:moveTo>
                    <a:pt x="937" y="5538"/>
                  </a:moveTo>
                  <a:lnTo>
                    <a:pt x="937" y="6315"/>
                  </a:lnTo>
                  <a:cubicBezTo>
                    <a:pt x="937" y="6638"/>
                    <a:pt x="781" y="6931"/>
                    <a:pt x="533" y="7110"/>
                  </a:cubicBezTo>
                  <a:lnTo>
                    <a:pt x="533" y="6100"/>
                  </a:lnTo>
                  <a:cubicBezTo>
                    <a:pt x="533" y="5837"/>
                    <a:pt x="702" y="5615"/>
                    <a:pt x="937" y="5538"/>
                  </a:cubicBezTo>
                  <a:close/>
                  <a:moveTo>
                    <a:pt x="3543" y="7224"/>
                  </a:moveTo>
                  <a:cubicBezTo>
                    <a:pt x="4359" y="7224"/>
                    <a:pt x="5023" y="7893"/>
                    <a:pt x="5023" y="8716"/>
                  </a:cubicBezTo>
                  <a:cubicBezTo>
                    <a:pt x="5023" y="9540"/>
                    <a:pt x="4359" y="10209"/>
                    <a:pt x="3543" y="10209"/>
                  </a:cubicBezTo>
                  <a:cubicBezTo>
                    <a:pt x="2728" y="10209"/>
                    <a:pt x="2064" y="9540"/>
                    <a:pt x="2064" y="8716"/>
                  </a:cubicBezTo>
                  <a:cubicBezTo>
                    <a:pt x="2064" y="7893"/>
                    <a:pt x="2728" y="7224"/>
                    <a:pt x="3543" y="7224"/>
                  </a:cubicBezTo>
                  <a:close/>
                  <a:moveTo>
                    <a:pt x="13246" y="7224"/>
                  </a:moveTo>
                  <a:cubicBezTo>
                    <a:pt x="14061" y="7224"/>
                    <a:pt x="14725" y="7893"/>
                    <a:pt x="14725" y="8716"/>
                  </a:cubicBezTo>
                  <a:cubicBezTo>
                    <a:pt x="14724" y="9540"/>
                    <a:pt x="14061" y="10209"/>
                    <a:pt x="13246" y="10209"/>
                  </a:cubicBezTo>
                  <a:cubicBezTo>
                    <a:pt x="12430" y="10209"/>
                    <a:pt x="11767" y="9540"/>
                    <a:pt x="11767" y="8716"/>
                  </a:cubicBezTo>
                  <a:cubicBezTo>
                    <a:pt x="11767" y="7893"/>
                    <a:pt x="12430" y="7224"/>
                    <a:pt x="13246" y="7224"/>
                  </a:cubicBezTo>
                  <a:close/>
                  <a:moveTo>
                    <a:pt x="7724" y="0"/>
                  </a:moveTo>
                  <a:cubicBezTo>
                    <a:pt x="7014" y="0"/>
                    <a:pt x="6436" y="582"/>
                    <a:pt x="6436" y="1296"/>
                  </a:cubicBezTo>
                  <a:lnTo>
                    <a:pt x="6436" y="1339"/>
                  </a:lnTo>
                  <a:lnTo>
                    <a:pt x="4607" y="1339"/>
                  </a:lnTo>
                  <a:cubicBezTo>
                    <a:pt x="3970" y="1339"/>
                    <a:pt x="3422" y="1683"/>
                    <a:pt x="3142" y="2259"/>
                  </a:cubicBezTo>
                  <a:lnTo>
                    <a:pt x="1821" y="4976"/>
                  </a:lnTo>
                  <a:lnTo>
                    <a:pt x="1117" y="4976"/>
                  </a:lnTo>
                  <a:cubicBezTo>
                    <a:pt x="502" y="4976"/>
                    <a:pt x="1" y="5480"/>
                    <a:pt x="1" y="6100"/>
                  </a:cubicBezTo>
                  <a:lnTo>
                    <a:pt x="1" y="7901"/>
                  </a:lnTo>
                  <a:cubicBezTo>
                    <a:pt x="1" y="8521"/>
                    <a:pt x="502" y="9025"/>
                    <a:pt x="1117" y="9025"/>
                  </a:cubicBezTo>
                  <a:lnTo>
                    <a:pt x="1555" y="9025"/>
                  </a:lnTo>
                  <a:cubicBezTo>
                    <a:pt x="1627" y="9491"/>
                    <a:pt x="1856" y="9904"/>
                    <a:pt x="2187" y="10209"/>
                  </a:cubicBezTo>
                  <a:lnTo>
                    <a:pt x="266" y="10209"/>
                  </a:lnTo>
                  <a:cubicBezTo>
                    <a:pt x="120" y="10209"/>
                    <a:pt x="1" y="10328"/>
                    <a:pt x="1" y="10475"/>
                  </a:cubicBezTo>
                  <a:cubicBezTo>
                    <a:pt x="1" y="10622"/>
                    <a:pt x="120" y="10741"/>
                    <a:pt x="266" y="10741"/>
                  </a:cubicBezTo>
                  <a:lnTo>
                    <a:pt x="5769" y="10741"/>
                  </a:lnTo>
                  <a:cubicBezTo>
                    <a:pt x="5916" y="10741"/>
                    <a:pt x="6035" y="10622"/>
                    <a:pt x="6035" y="10475"/>
                  </a:cubicBezTo>
                  <a:cubicBezTo>
                    <a:pt x="6035" y="10328"/>
                    <a:pt x="5916" y="10209"/>
                    <a:pt x="5769" y="10209"/>
                  </a:cubicBezTo>
                  <a:lnTo>
                    <a:pt x="4899" y="10209"/>
                  </a:lnTo>
                  <a:cubicBezTo>
                    <a:pt x="5230" y="9904"/>
                    <a:pt x="5459" y="9491"/>
                    <a:pt x="5530" y="9025"/>
                  </a:cubicBezTo>
                  <a:lnTo>
                    <a:pt x="11258" y="9025"/>
                  </a:lnTo>
                  <a:cubicBezTo>
                    <a:pt x="11329" y="9491"/>
                    <a:pt x="11559" y="9904"/>
                    <a:pt x="11888" y="10209"/>
                  </a:cubicBezTo>
                  <a:lnTo>
                    <a:pt x="11084" y="10209"/>
                  </a:lnTo>
                  <a:cubicBezTo>
                    <a:pt x="10938" y="10209"/>
                    <a:pt x="10818" y="10328"/>
                    <a:pt x="10818" y="10475"/>
                  </a:cubicBezTo>
                  <a:cubicBezTo>
                    <a:pt x="10818" y="10622"/>
                    <a:pt x="10938" y="10741"/>
                    <a:pt x="11084" y="10741"/>
                  </a:cubicBezTo>
                  <a:lnTo>
                    <a:pt x="17884" y="10741"/>
                  </a:lnTo>
                  <a:cubicBezTo>
                    <a:pt x="18030" y="10741"/>
                    <a:pt x="18149" y="10622"/>
                    <a:pt x="18149" y="10475"/>
                  </a:cubicBezTo>
                  <a:cubicBezTo>
                    <a:pt x="18150" y="10328"/>
                    <a:pt x="18031" y="10209"/>
                    <a:pt x="17885" y="10209"/>
                  </a:cubicBezTo>
                  <a:lnTo>
                    <a:pt x="14602" y="10209"/>
                  </a:lnTo>
                  <a:cubicBezTo>
                    <a:pt x="14933" y="9904"/>
                    <a:pt x="15162" y="9491"/>
                    <a:pt x="15233" y="9025"/>
                  </a:cubicBezTo>
                  <a:lnTo>
                    <a:pt x="15562" y="9025"/>
                  </a:lnTo>
                  <a:cubicBezTo>
                    <a:pt x="15709" y="9025"/>
                    <a:pt x="15828" y="8906"/>
                    <a:pt x="15828" y="8760"/>
                  </a:cubicBezTo>
                  <a:cubicBezTo>
                    <a:pt x="15828" y="8613"/>
                    <a:pt x="15709" y="8494"/>
                    <a:pt x="15562" y="8494"/>
                  </a:cubicBezTo>
                  <a:lnTo>
                    <a:pt x="15244" y="8494"/>
                  </a:lnTo>
                  <a:cubicBezTo>
                    <a:pt x="15133" y="7482"/>
                    <a:pt x="14280" y="6692"/>
                    <a:pt x="13246" y="6692"/>
                  </a:cubicBezTo>
                  <a:cubicBezTo>
                    <a:pt x="12212" y="6692"/>
                    <a:pt x="11359" y="7482"/>
                    <a:pt x="11248" y="8494"/>
                  </a:cubicBezTo>
                  <a:lnTo>
                    <a:pt x="10575" y="8494"/>
                  </a:lnTo>
                  <a:lnTo>
                    <a:pt x="10575" y="8031"/>
                  </a:lnTo>
                  <a:cubicBezTo>
                    <a:pt x="10575" y="7766"/>
                    <a:pt x="10361" y="7550"/>
                    <a:pt x="10097" y="7550"/>
                  </a:cubicBezTo>
                  <a:lnTo>
                    <a:pt x="9714" y="7550"/>
                  </a:lnTo>
                  <a:cubicBezTo>
                    <a:pt x="9567" y="7550"/>
                    <a:pt x="9448" y="7669"/>
                    <a:pt x="9448" y="7816"/>
                  </a:cubicBezTo>
                  <a:cubicBezTo>
                    <a:pt x="9448" y="7963"/>
                    <a:pt x="9567" y="8082"/>
                    <a:pt x="9714" y="8082"/>
                  </a:cubicBezTo>
                  <a:lnTo>
                    <a:pt x="10043" y="8082"/>
                  </a:lnTo>
                  <a:lnTo>
                    <a:pt x="10043" y="8494"/>
                  </a:lnTo>
                  <a:lnTo>
                    <a:pt x="6788" y="8494"/>
                  </a:lnTo>
                  <a:lnTo>
                    <a:pt x="6788" y="8082"/>
                  </a:lnTo>
                  <a:lnTo>
                    <a:pt x="8331" y="8082"/>
                  </a:lnTo>
                  <a:cubicBezTo>
                    <a:pt x="8478" y="8082"/>
                    <a:pt x="8597" y="7963"/>
                    <a:pt x="8597" y="7816"/>
                  </a:cubicBezTo>
                  <a:cubicBezTo>
                    <a:pt x="8597" y="7669"/>
                    <a:pt x="8478" y="7550"/>
                    <a:pt x="8331" y="7550"/>
                  </a:cubicBezTo>
                  <a:lnTo>
                    <a:pt x="6735" y="7550"/>
                  </a:lnTo>
                  <a:cubicBezTo>
                    <a:pt x="6471" y="7550"/>
                    <a:pt x="6257" y="7766"/>
                    <a:pt x="6257" y="8031"/>
                  </a:cubicBezTo>
                  <a:lnTo>
                    <a:pt x="6257" y="8494"/>
                  </a:lnTo>
                  <a:lnTo>
                    <a:pt x="5541" y="8494"/>
                  </a:lnTo>
                  <a:cubicBezTo>
                    <a:pt x="5430" y="7482"/>
                    <a:pt x="4577" y="6692"/>
                    <a:pt x="3543" y="6692"/>
                  </a:cubicBezTo>
                  <a:cubicBezTo>
                    <a:pt x="2509" y="6692"/>
                    <a:pt x="1656" y="7482"/>
                    <a:pt x="1545" y="8494"/>
                  </a:cubicBezTo>
                  <a:lnTo>
                    <a:pt x="1118" y="8494"/>
                  </a:lnTo>
                  <a:cubicBezTo>
                    <a:pt x="794" y="8494"/>
                    <a:pt x="533" y="8228"/>
                    <a:pt x="533" y="7901"/>
                  </a:cubicBezTo>
                  <a:lnTo>
                    <a:pt x="533" y="7713"/>
                  </a:lnTo>
                  <a:cubicBezTo>
                    <a:pt x="1092" y="7486"/>
                    <a:pt x="1468" y="6937"/>
                    <a:pt x="1468" y="6314"/>
                  </a:cubicBezTo>
                  <a:lnTo>
                    <a:pt x="1468" y="5508"/>
                  </a:lnTo>
                  <a:lnTo>
                    <a:pt x="1987" y="5508"/>
                  </a:lnTo>
                  <a:cubicBezTo>
                    <a:pt x="2089" y="5508"/>
                    <a:pt x="2183" y="5449"/>
                    <a:pt x="2227" y="5358"/>
                  </a:cubicBezTo>
                  <a:lnTo>
                    <a:pt x="3620" y="2492"/>
                  </a:lnTo>
                  <a:cubicBezTo>
                    <a:pt x="3711" y="2305"/>
                    <a:pt x="3989" y="1871"/>
                    <a:pt x="4607" y="1871"/>
                  </a:cubicBezTo>
                  <a:lnTo>
                    <a:pt x="11078" y="1871"/>
                  </a:lnTo>
                  <a:cubicBezTo>
                    <a:pt x="11667" y="1871"/>
                    <a:pt x="12010" y="2193"/>
                    <a:pt x="12193" y="2462"/>
                  </a:cubicBezTo>
                  <a:lnTo>
                    <a:pt x="13000" y="3641"/>
                  </a:lnTo>
                  <a:cubicBezTo>
                    <a:pt x="13051" y="3717"/>
                    <a:pt x="13135" y="3757"/>
                    <a:pt x="13220" y="3757"/>
                  </a:cubicBezTo>
                  <a:cubicBezTo>
                    <a:pt x="13271" y="3757"/>
                    <a:pt x="13323" y="3742"/>
                    <a:pt x="13369" y="3711"/>
                  </a:cubicBezTo>
                  <a:cubicBezTo>
                    <a:pt x="13490" y="3628"/>
                    <a:pt x="13522" y="3463"/>
                    <a:pt x="13439" y="3341"/>
                  </a:cubicBezTo>
                  <a:lnTo>
                    <a:pt x="12632" y="2162"/>
                  </a:lnTo>
                  <a:cubicBezTo>
                    <a:pt x="12269" y="1632"/>
                    <a:pt x="11718" y="1339"/>
                    <a:pt x="11078" y="1339"/>
                  </a:cubicBezTo>
                  <a:lnTo>
                    <a:pt x="9011" y="1339"/>
                  </a:lnTo>
                  <a:lnTo>
                    <a:pt x="9011" y="1296"/>
                  </a:lnTo>
                  <a:cubicBezTo>
                    <a:pt x="9011" y="582"/>
                    <a:pt x="8433" y="0"/>
                    <a:pt x="77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9" name="Google Shape;2445;p64">
              <a:extLst>
                <a:ext uri="{FF2B5EF4-FFF2-40B4-BE49-F238E27FC236}">
                  <a16:creationId xmlns:a16="http://schemas.microsoft.com/office/drawing/2014/main" id="{B4C1BA01-7FC2-45B2-A573-980EFCB5D6BA}"/>
                </a:ext>
              </a:extLst>
            </p:cNvPr>
            <p:cNvSpPr/>
            <p:nvPr/>
          </p:nvSpPr>
          <p:spPr>
            <a:xfrm>
              <a:off x="7718576" y="1657448"/>
              <a:ext cx="189154" cy="109818"/>
            </a:xfrm>
            <a:custGeom>
              <a:avLst/>
              <a:gdLst/>
              <a:ahLst/>
              <a:cxnLst/>
              <a:rect l="l" t="t" r="r" b="b"/>
              <a:pathLst>
                <a:path w="5703" h="3311" extrusionOk="0">
                  <a:moveTo>
                    <a:pt x="724" y="532"/>
                  </a:moveTo>
                  <a:lnTo>
                    <a:pt x="724" y="2779"/>
                  </a:lnTo>
                  <a:lnTo>
                    <a:pt x="533" y="2779"/>
                  </a:lnTo>
                  <a:lnTo>
                    <a:pt x="533" y="532"/>
                  </a:lnTo>
                  <a:close/>
                  <a:moveTo>
                    <a:pt x="3206" y="532"/>
                  </a:moveTo>
                  <a:cubicBezTo>
                    <a:pt x="3343" y="532"/>
                    <a:pt x="3488" y="559"/>
                    <a:pt x="3620" y="751"/>
                  </a:cubicBezTo>
                  <a:lnTo>
                    <a:pt x="5006" y="2779"/>
                  </a:lnTo>
                  <a:lnTo>
                    <a:pt x="1255" y="2779"/>
                  </a:lnTo>
                  <a:lnTo>
                    <a:pt x="1255" y="532"/>
                  </a:lnTo>
                  <a:close/>
                  <a:moveTo>
                    <a:pt x="372" y="1"/>
                  </a:moveTo>
                  <a:cubicBezTo>
                    <a:pt x="167" y="1"/>
                    <a:pt x="1" y="167"/>
                    <a:pt x="1" y="372"/>
                  </a:cubicBezTo>
                  <a:lnTo>
                    <a:pt x="1" y="2939"/>
                  </a:lnTo>
                  <a:cubicBezTo>
                    <a:pt x="1" y="3143"/>
                    <a:pt x="167" y="3311"/>
                    <a:pt x="372" y="3311"/>
                  </a:cubicBezTo>
                  <a:lnTo>
                    <a:pt x="5308" y="3311"/>
                  </a:lnTo>
                  <a:cubicBezTo>
                    <a:pt x="5447" y="3311"/>
                    <a:pt x="5573" y="3235"/>
                    <a:pt x="5638" y="3113"/>
                  </a:cubicBezTo>
                  <a:cubicBezTo>
                    <a:pt x="5702" y="2991"/>
                    <a:pt x="5693" y="2843"/>
                    <a:pt x="5615" y="2729"/>
                  </a:cubicBezTo>
                  <a:lnTo>
                    <a:pt x="4058" y="451"/>
                  </a:lnTo>
                  <a:cubicBezTo>
                    <a:pt x="3854" y="153"/>
                    <a:pt x="3567" y="1"/>
                    <a:pt x="32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0" name="Google Shape;2446;p64">
              <a:extLst>
                <a:ext uri="{FF2B5EF4-FFF2-40B4-BE49-F238E27FC236}">
                  <a16:creationId xmlns:a16="http://schemas.microsoft.com/office/drawing/2014/main" id="{E88C8D80-5E20-4965-8412-4253B92C6551}"/>
                </a:ext>
              </a:extLst>
            </p:cNvPr>
            <p:cNvSpPr/>
            <p:nvPr/>
          </p:nvSpPr>
          <p:spPr>
            <a:xfrm>
              <a:off x="7547465" y="1657448"/>
              <a:ext cx="164080" cy="109818"/>
            </a:xfrm>
            <a:custGeom>
              <a:avLst/>
              <a:gdLst/>
              <a:ahLst/>
              <a:cxnLst/>
              <a:rect l="l" t="t" r="r" b="b"/>
              <a:pathLst>
                <a:path w="4947" h="3311" extrusionOk="0">
                  <a:moveTo>
                    <a:pt x="4415" y="532"/>
                  </a:moveTo>
                  <a:lnTo>
                    <a:pt x="4415" y="2779"/>
                  </a:lnTo>
                  <a:lnTo>
                    <a:pt x="647" y="2779"/>
                  </a:lnTo>
                  <a:lnTo>
                    <a:pt x="1671" y="673"/>
                  </a:lnTo>
                  <a:cubicBezTo>
                    <a:pt x="1719" y="575"/>
                    <a:pt x="1785" y="532"/>
                    <a:pt x="1894" y="532"/>
                  </a:cubicBezTo>
                  <a:close/>
                  <a:moveTo>
                    <a:pt x="1894" y="1"/>
                  </a:moveTo>
                  <a:cubicBezTo>
                    <a:pt x="1584" y="1"/>
                    <a:pt x="1329" y="161"/>
                    <a:pt x="1192" y="440"/>
                  </a:cubicBezTo>
                  <a:lnTo>
                    <a:pt x="57" y="2776"/>
                  </a:lnTo>
                  <a:cubicBezTo>
                    <a:pt x="0" y="2892"/>
                    <a:pt x="8" y="3026"/>
                    <a:pt x="76" y="3136"/>
                  </a:cubicBezTo>
                  <a:cubicBezTo>
                    <a:pt x="145" y="3245"/>
                    <a:pt x="263" y="3311"/>
                    <a:pt x="392" y="3311"/>
                  </a:cubicBezTo>
                  <a:lnTo>
                    <a:pt x="4575" y="3311"/>
                  </a:lnTo>
                  <a:cubicBezTo>
                    <a:pt x="4780" y="3311"/>
                    <a:pt x="4946" y="3143"/>
                    <a:pt x="4946" y="2938"/>
                  </a:cubicBezTo>
                  <a:lnTo>
                    <a:pt x="4946" y="372"/>
                  </a:lnTo>
                  <a:cubicBezTo>
                    <a:pt x="4946" y="167"/>
                    <a:pt x="4780" y="1"/>
                    <a:pt x="45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</p:spTree>
    <p:extLst>
      <p:ext uri="{BB962C8B-B14F-4D97-AF65-F5344CB8AC3E}">
        <p14:creationId xmlns:p14="http://schemas.microsoft.com/office/powerpoint/2010/main" val="5642794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2146;p59">
            <a:extLst>
              <a:ext uri="{FF2B5EF4-FFF2-40B4-BE49-F238E27FC236}">
                <a16:creationId xmlns:a16="http://schemas.microsoft.com/office/drawing/2014/main" id="{1E111F92-10C0-451A-B33F-7BDCEA0FB72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18647" t="7960" r="8852" b="8336"/>
          <a:stretch/>
        </p:blipFill>
        <p:spPr>
          <a:xfrm rot="-1406513">
            <a:off x="7999804" y="4279605"/>
            <a:ext cx="1175233" cy="7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2148;p59">
            <a:extLst>
              <a:ext uri="{FF2B5EF4-FFF2-40B4-BE49-F238E27FC236}">
                <a16:creationId xmlns:a16="http://schemas.microsoft.com/office/drawing/2014/main" id="{0AA7D8E9-509B-4074-8CFD-82BB1B0AC9E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18647" t="7960" r="8852" b="8336"/>
          <a:stretch/>
        </p:blipFill>
        <p:spPr>
          <a:xfrm rot="9084173">
            <a:off x="7658317" y="3663286"/>
            <a:ext cx="1175231" cy="763226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0091CB7-CA36-4770-914E-7D19D5698634}"/>
              </a:ext>
            </a:extLst>
          </p:cNvPr>
          <p:cNvSpPr/>
          <p:nvPr/>
        </p:nvSpPr>
        <p:spPr>
          <a:xfrm>
            <a:off x="6243535" y="238105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9A6977-8A69-4790-9F80-D7FA3D77EE7F}"/>
              </a:ext>
            </a:extLst>
          </p:cNvPr>
          <p:cNvSpPr txBox="1"/>
          <p:nvPr/>
        </p:nvSpPr>
        <p:spPr>
          <a:xfrm>
            <a:off x="6241939" y="338876"/>
            <a:ext cx="194638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معرفی ماشین های خودران</a:t>
            </a:r>
            <a:endParaRPr lang="en-US" sz="1200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4C1F26F-3BD8-45F9-8DE2-C6525954E657}"/>
              </a:ext>
            </a:extLst>
          </p:cNvPr>
          <p:cNvSpPr/>
          <p:nvPr/>
        </p:nvSpPr>
        <p:spPr>
          <a:xfrm>
            <a:off x="4240681" y="247651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4A3B8E-C842-42BB-A29A-E7F0159973FE}"/>
              </a:ext>
            </a:extLst>
          </p:cNvPr>
          <p:cNvSpPr txBox="1"/>
          <p:nvPr/>
        </p:nvSpPr>
        <p:spPr>
          <a:xfrm>
            <a:off x="4237489" y="389622"/>
            <a:ext cx="1946382" cy="49244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lang="fa-IR" b="1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تاریخچه و تکامل</a:t>
            </a:r>
            <a:endParaRPr lang="en-US" b="1" dirty="0">
              <a:solidFill>
                <a:schemeClr val="tx1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  <a:p>
            <a:pPr algn="ctr"/>
            <a:endParaRPr lang="en-US" sz="1200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017BE0F-C67A-4BF8-942C-BE1EA6114CAF}"/>
              </a:ext>
            </a:extLst>
          </p:cNvPr>
          <p:cNvSpPr/>
          <p:nvPr/>
        </p:nvSpPr>
        <p:spPr>
          <a:xfrm>
            <a:off x="2236231" y="238105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DD2E0-8E3A-45CE-A502-E6B019C669F7}"/>
              </a:ext>
            </a:extLst>
          </p:cNvPr>
          <p:cNvSpPr txBox="1"/>
          <p:nvPr/>
        </p:nvSpPr>
        <p:spPr>
          <a:xfrm>
            <a:off x="2234635" y="338876"/>
            <a:ext cx="194638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چرا ماشین های خودران؟</a:t>
            </a:r>
            <a:endParaRPr lang="en-US" sz="1200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B8BAE95-58CE-4AEC-8853-F06A3D0F56C6}"/>
              </a:ext>
            </a:extLst>
          </p:cNvPr>
          <p:cNvSpPr/>
          <p:nvPr/>
        </p:nvSpPr>
        <p:spPr>
          <a:xfrm>
            <a:off x="230185" y="234416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11E10AD-8419-44CC-B738-1B13A708A5F7}"/>
              </a:ext>
            </a:extLst>
          </p:cNvPr>
          <p:cNvSpPr txBox="1"/>
          <p:nvPr/>
        </p:nvSpPr>
        <p:spPr>
          <a:xfrm>
            <a:off x="228589" y="335187"/>
            <a:ext cx="194638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Segoe UI Variable Text Semiligh" pitchFamily="2" charset="0"/>
                <a:ea typeface="Source Sans Pro" panose="020B0503030403020204" pitchFamily="34" charset="0"/>
                <a:cs typeface="Vazir" panose="020B0603030804020204" pitchFamily="34" charset="-78"/>
              </a:rPr>
              <a:t>اجزای اصلی</a:t>
            </a:r>
            <a:endParaRPr lang="en-US" sz="1200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E05C835-93B3-4885-B983-7FB3DD8669D9}"/>
              </a:ext>
            </a:extLst>
          </p:cNvPr>
          <p:cNvSpPr/>
          <p:nvPr/>
        </p:nvSpPr>
        <p:spPr>
          <a:xfrm>
            <a:off x="6243535" y="816539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5DAC9AE-BAF0-4A89-B8D1-DCB5E3865E95}"/>
              </a:ext>
            </a:extLst>
          </p:cNvPr>
          <p:cNvSpPr txBox="1"/>
          <p:nvPr/>
        </p:nvSpPr>
        <p:spPr>
          <a:xfrm>
            <a:off x="6241939" y="917310"/>
            <a:ext cx="194638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نحوه عملکرد</a:t>
            </a:r>
            <a:endParaRPr lang="en-US" sz="1200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317C9A1-89BC-42A2-A1CE-85FDBE18830F}"/>
              </a:ext>
            </a:extLst>
          </p:cNvPr>
          <p:cNvSpPr/>
          <p:nvPr/>
        </p:nvSpPr>
        <p:spPr>
          <a:xfrm>
            <a:off x="4240681" y="826085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66D9E9B-43CF-425B-8B2B-5F27C5E72B1C}"/>
              </a:ext>
            </a:extLst>
          </p:cNvPr>
          <p:cNvSpPr txBox="1"/>
          <p:nvPr/>
        </p:nvSpPr>
        <p:spPr>
          <a:xfrm>
            <a:off x="4239085" y="926856"/>
            <a:ext cx="194638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چالش ها و موانع</a:t>
            </a:r>
            <a:endParaRPr lang="en-US" sz="1200" dirty="0">
              <a:solidFill>
                <a:schemeClr val="tx1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79901CD-2ECB-423D-B08D-98B43A07E0E0}"/>
              </a:ext>
            </a:extLst>
          </p:cNvPr>
          <p:cNvSpPr/>
          <p:nvPr/>
        </p:nvSpPr>
        <p:spPr>
          <a:xfrm>
            <a:off x="2236231" y="816539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34B8175-5E0D-40E4-A86D-ECED6888F1D1}"/>
              </a:ext>
            </a:extLst>
          </p:cNvPr>
          <p:cNvSpPr txBox="1"/>
          <p:nvPr/>
        </p:nvSpPr>
        <p:spPr>
          <a:xfrm>
            <a:off x="2234635" y="917310"/>
            <a:ext cx="194638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آینده ماشین های خودران</a:t>
            </a:r>
            <a:endParaRPr lang="en-US" sz="1200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06FCCD35-0675-4A7E-9D4F-20D2BB856718}"/>
              </a:ext>
            </a:extLst>
          </p:cNvPr>
          <p:cNvSpPr/>
          <p:nvPr/>
        </p:nvSpPr>
        <p:spPr>
          <a:xfrm>
            <a:off x="230185" y="812850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C994D92-8AAD-471E-83AF-873AF9F07D80}"/>
              </a:ext>
            </a:extLst>
          </p:cNvPr>
          <p:cNvSpPr txBox="1"/>
          <p:nvPr/>
        </p:nvSpPr>
        <p:spPr>
          <a:xfrm>
            <a:off x="228589" y="913621"/>
            <a:ext cx="194638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منابع</a:t>
            </a:r>
            <a:endParaRPr lang="en-US" sz="1200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grpSp>
        <p:nvGrpSpPr>
          <p:cNvPr id="22" name="Google Shape;1265;p36">
            <a:extLst>
              <a:ext uri="{FF2B5EF4-FFF2-40B4-BE49-F238E27FC236}">
                <a16:creationId xmlns:a16="http://schemas.microsoft.com/office/drawing/2014/main" id="{E820EEC6-A2F8-4E40-9E03-0B9ECF93BA6A}"/>
              </a:ext>
            </a:extLst>
          </p:cNvPr>
          <p:cNvGrpSpPr/>
          <p:nvPr/>
        </p:nvGrpSpPr>
        <p:grpSpPr>
          <a:xfrm>
            <a:off x="4947220" y="4343173"/>
            <a:ext cx="76825" cy="76800"/>
            <a:chOff x="3104875" y="1099400"/>
            <a:chExt cx="76825" cy="76800"/>
          </a:xfrm>
        </p:grpSpPr>
        <p:sp>
          <p:nvSpPr>
            <p:cNvPr id="23" name="Google Shape;1266;p36">
              <a:extLst>
                <a:ext uri="{FF2B5EF4-FFF2-40B4-BE49-F238E27FC236}">
                  <a16:creationId xmlns:a16="http://schemas.microsoft.com/office/drawing/2014/main" id="{6BAD57EF-00BE-4B93-9B31-8C10374D1E54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" name="Google Shape;1267;p36">
              <a:extLst>
                <a:ext uri="{FF2B5EF4-FFF2-40B4-BE49-F238E27FC236}">
                  <a16:creationId xmlns:a16="http://schemas.microsoft.com/office/drawing/2014/main" id="{D2797C79-3A56-403C-9424-8F17CC908674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25" name="Google Shape;2061;p59">
            <a:extLst>
              <a:ext uri="{FF2B5EF4-FFF2-40B4-BE49-F238E27FC236}">
                <a16:creationId xmlns:a16="http://schemas.microsoft.com/office/drawing/2014/main" id="{8895A749-F601-4E16-9556-0FE599C25A6E}"/>
              </a:ext>
            </a:extLst>
          </p:cNvPr>
          <p:cNvSpPr/>
          <p:nvPr/>
        </p:nvSpPr>
        <p:spPr>
          <a:xfrm rot="5400000">
            <a:off x="1041866" y="2184464"/>
            <a:ext cx="903900" cy="7836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002E8A">
              <a:alpha val="33000"/>
            </a:srgbClr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6" name="Google Shape;2062;p59">
            <a:extLst>
              <a:ext uri="{FF2B5EF4-FFF2-40B4-BE49-F238E27FC236}">
                <a16:creationId xmlns:a16="http://schemas.microsoft.com/office/drawing/2014/main" id="{D43409C3-568C-478B-AC1B-47ECC7AA3A85}"/>
              </a:ext>
            </a:extLst>
          </p:cNvPr>
          <p:cNvSpPr/>
          <p:nvPr/>
        </p:nvSpPr>
        <p:spPr>
          <a:xfrm rot="5400000">
            <a:off x="4864769" y="2184464"/>
            <a:ext cx="903900" cy="7836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002E8A">
              <a:alpha val="33000"/>
            </a:srgbClr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" name="Google Shape;2063;p59">
            <a:extLst>
              <a:ext uri="{FF2B5EF4-FFF2-40B4-BE49-F238E27FC236}">
                <a16:creationId xmlns:a16="http://schemas.microsoft.com/office/drawing/2014/main" id="{C5FF4CBE-D063-4B08-BC61-B0B01A5D01BC}"/>
              </a:ext>
            </a:extLst>
          </p:cNvPr>
          <p:cNvSpPr/>
          <p:nvPr/>
        </p:nvSpPr>
        <p:spPr>
          <a:xfrm rot="5400000">
            <a:off x="6776221" y="2490562"/>
            <a:ext cx="903900" cy="7836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002E8A">
              <a:alpha val="33000"/>
            </a:srgbClr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9" name="Google Shape;2066;p59">
            <a:extLst>
              <a:ext uri="{FF2B5EF4-FFF2-40B4-BE49-F238E27FC236}">
                <a16:creationId xmlns:a16="http://schemas.microsoft.com/office/drawing/2014/main" id="{14C19D94-22C7-42EE-A68C-FB6A6A03B402}"/>
              </a:ext>
            </a:extLst>
          </p:cNvPr>
          <p:cNvSpPr/>
          <p:nvPr/>
        </p:nvSpPr>
        <p:spPr>
          <a:xfrm rot="10800000">
            <a:off x="6273668" y="2732021"/>
            <a:ext cx="1909006" cy="955096"/>
          </a:xfrm>
          <a:custGeom>
            <a:avLst/>
            <a:gdLst/>
            <a:ahLst/>
            <a:cxnLst/>
            <a:rect l="l" t="t" r="r" b="b"/>
            <a:pathLst>
              <a:path w="44065" h="22050" fill="none" extrusionOk="0">
                <a:moveTo>
                  <a:pt x="0" y="22050"/>
                </a:moveTo>
                <a:cubicBezTo>
                  <a:pt x="0" y="9874"/>
                  <a:pt x="9874" y="1"/>
                  <a:pt x="22049" y="1"/>
                </a:cubicBezTo>
                <a:cubicBezTo>
                  <a:pt x="34191" y="1"/>
                  <a:pt x="44065" y="9874"/>
                  <a:pt x="44065" y="22050"/>
                </a:cubicBezTo>
              </a:path>
            </a:pathLst>
          </a:custGeom>
          <a:noFill/>
          <a:ln w="19050" cap="rnd" cmpd="sng">
            <a:solidFill>
              <a:schemeClr val="dk1"/>
            </a:solidFill>
            <a:prstDash val="solid"/>
            <a:miter lim="33357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0" name="Google Shape;2067;p59">
            <a:extLst>
              <a:ext uri="{FF2B5EF4-FFF2-40B4-BE49-F238E27FC236}">
                <a16:creationId xmlns:a16="http://schemas.microsoft.com/office/drawing/2014/main" id="{1FB8ABA1-2126-43BD-AD36-9D453A34D917}"/>
              </a:ext>
            </a:extLst>
          </p:cNvPr>
          <p:cNvSpPr txBox="1"/>
          <p:nvPr/>
        </p:nvSpPr>
        <p:spPr>
          <a:xfrm>
            <a:off x="533666" y="3126384"/>
            <a:ext cx="1920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2100" dirty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1925</a:t>
            </a:r>
            <a:endParaRPr sz="2100" dirty="0">
              <a:solidFill>
                <a:schemeClr val="dk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31" name="Google Shape;2068;p59">
            <a:extLst>
              <a:ext uri="{FF2B5EF4-FFF2-40B4-BE49-F238E27FC236}">
                <a16:creationId xmlns:a16="http://schemas.microsoft.com/office/drawing/2014/main" id="{3774BD85-CD76-4108-A645-A34A3BEBDE4B}"/>
              </a:ext>
            </a:extLst>
          </p:cNvPr>
          <p:cNvSpPr txBox="1"/>
          <p:nvPr/>
        </p:nvSpPr>
        <p:spPr>
          <a:xfrm>
            <a:off x="2445118" y="1866877"/>
            <a:ext cx="1920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dirty="0">
              <a:solidFill>
                <a:schemeClr val="dk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32" name="Google Shape;2070;p59">
            <a:extLst>
              <a:ext uri="{FF2B5EF4-FFF2-40B4-BE49-F238E27FC236}">
                <a16:creationId xmlns:a16="http://schemas.microsoft.com/office/drawing/2014/main" id="{5C2F4E1C-4958-406C-87BB-ECE32AF80D1D}"/>
              </a:ext>
            </a:extLst>
          </p:cNvPr>
          <p:cNvSpPr/>
          <p:nvPr/>
        </p:nvSpPr>
        <p:spPr>
          <a:xfrm rot="10800000">
            <a:off x="4362195" y="1788428"/>
            <a:ext cx="1909049" cy="953666"/>
          </a:xfrm>
          <a:custGeom>
            <a:avLst/>
            <a:gdLst/>
            <a:ahLst/>
            <a:cxnLst/>
            <a:rect l="l" t="t" r="r" b="b"/>
            <a:pathLst>
              <a:path w="44066" h="22017" fill="none" extrusionOk="0">
                <a:moveTo>
                  <a:pt x="44065" y="1"/>
                </a:moveTo>
                <a:cubicBezTo>
                  <a:pt x="44065" y="12176"/>
                  <a:pt x="34191" y="22016"/>
                  <a:pt x="22049" y="22016"/>
                </a:cubicBezTo>
                <a:cubicBezTo>
                  <a:pt x="9874" y="22016"/>
                  <a:pt x="0" y="12176"/>
                  <a:pt x="0" y="1"/>
                </a:cubicBezTo>
              </a:path>
            </a:pathLst>
          </a:custGeom>
          <a:noFill/>
          <a:ln w="19050" cap="rnd" cmpd="sng">
            <a:solidFill>
              <a:schemeClr val="dk1"/>
            </a:solidFill>
            <a:prstDash val="solid"/>
            <a:miter lim="33357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3" name="Google Shape;2071;p59">
            <a:extLst>
              <a:ext uri="{FF2B5EF4-FFF2-40B4-BE49-F238E27FC236}">
                <a16:creationId xmlns:a16="http://schemas.microsoft.com/office/drawing/2014/main" id="{29581F5B-D888-44CA-978C-754FE9DE85C6}"/>
              </a:ext>
            </a:extLst>
          </p:cNvPr>
          <p:cNvSpPr/>
          <p:nvPr/>
        </p:nvSpPr>
        <p:spPr>
          <a:xfrm rot="10800000">
            <a:off x="2450765" y="2732021"/>
            <a:ext cx="1909006" cy="955096"/>
          </a:xfrm>
          <a:custGeom>
            <a:avLst/>
            <a:gdLst/>
            <a:ahLst/>
            <a:cxnLst/>
            <a:rect l="l" t="t" r="r" b="b"/>
            <a:pathLst>
              <a:path w="44065" h="22050" fill="none" extrusionOk="0">
                <a:moveTo>
                  <a:pt x="0" y="22050"/>
                </a:moveTo>
                <a:cubicBezTo>
                  <a:pt x="0" y="9874"/>
                  <a:pt x="9874" y="1"/>
                  <a:pt x="22049" y="1"/>
                </a:cubicBezTo>
                <a:cubicBezTo>
                  <a:pt x="34191" y="1"/>
                  <a:pt x="44065" y="9874"/>
                  <a:pt x="44065" y="22050"/>
                </a:cubicBezTo>
              </a:path>
            </a:pathLst>
          </a:custGeom>
          <a:noFill/>
          <a:ln w="19050" cap="rnd" cmpd="sng">
            <a:solidFill>
              <a:schemeClr val="dk1"/>
            </a:solidFill>
            <a:prstDash val="solid"/>
            <a:miter lim="33357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4" name="Google Shape;2072;p59">
            <a:extLst>
              <a:ext uri="{FF2B5EF4-FFF2-40B4-BE49-F238E27FC236}">
                <a16:creationId xmlns:a16="http://schemas.microsoft.com/office/drawing/2014/main" id="{7CC1B611-F201-4FD5-8A44-7D03E9890E6C}"/>
              </a:ext>
            </a:extLst>
          </p:cNvPr>
          <p:cNvSpPr/>
          <p:nvPr/>
        </p:nvSpPr>
        <p:spPr>
          <a:xfrm rot="10800000">
            <a:off x="539292" y="1788428"/>
            <a:ext cx="1909049" cy="953666"/>
          </a:xfrm>
          <a:custGeom>
            <a:avLst/>
            <a:gdLst/>
            <a:ahLst/>
            <a:cxnLst/>
            <a:rect l="l" t="t" r="r" b="b"/>
            <a:pathLst>
              <a:path w="44066" h="22017" fill="none" extrusionOk="0">
                <a:moveTo>
                  <a:pt x="44066" y="1"/>
                </a:moveTo>
                <a:cubicBezTo>
                  <a:pt x="44066" y="12176"/>
                  <a:pt x="34192" y="22016"/>
                  <a:pt x="22017" y="22016"/>
                </a:cubicBezTo>
                <a:cubicBezTo>
                  <a:pt x="9875" y="22016"/>
                  <a:pt x="1" y="12176"/>
                  <a:pt x="1" y="1"/>
                </a:cubicBezTo>
              </a:path>
            </a:pathLst>
          </a:custGeom>
          <a:noFill/>
          <a:ln w="19050" cap="rnd" cmpd="sng">
            <a:solidFill>
              <a:schemeClr val="dk1"/>
            </a:solidFill>
            <a:prstDash val="solid"/>
            <a:miter lim="33357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5" name="Google Shape;2073;p59">
            <a:extLst>
              <a:ext uri="{FF2B5EF4-FFF2-40B4-BE49-F238E27FC236}">
                <a16:creationId xmlns:a16="http://schemas.microsoft.com/office/drawing/2014/main" id="{231BB18A-B47C-40EF-BA66-B56981773B55}"/>
              </a:ext>
            </a:extLst>
          </p:cNvPr>
          <p:cNvSpPr/>
          <p:nvPr/>
        </p:nvSpPr>
        <p:spPr>
          <a:xfrm rot="10800000">
            <a:off x="6186724" y="2636553"/>
            <a:ext cx="159037" cy="159009"/>
          </a:xfrm>
          <a:custGeom>
            <a:avLst/>
            <a:gdLst/>
            <a:ahLst/>
            <a:cxnLst/>
            <a:rect l="l" t="t" r="r" b="b"/>
            <a:pathLst>
              <a:path w="3671" h="3671" extrusionOk="0">
                <a:moveTo>
                  <a:pt x="1835" y="1"/>
                </a:moveTo>
                <a:cubicBezTo>
                  <a:pt x="835" y="1"/>
                  <a:pt x="1" y="835"/>
                  <a:pt x="1" y="1836"/>
                </a:cubicBezTo>
                <a:cubicBezTo>
                  <a:pt x="1" y="2870"/>
                  <a:pt x="835" y="3670"/>
                  <a:pt x="1835" y="3670"/>
                </a:cubicBezTo>
                <a:cubicBezTo>
                  <a:pt x="2869" y="3670"/>
                  <a:pt x="3670" y="2870"/>
                  <a:pt x="3670" y="1836"/>
                </a:cubicBezTo>
                <a:cubicBezTo>
                  <a:pt x="3670" y="835"/>
                  <a:pt x="2836" y="1"/>
                  <a:pt x="183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6" name="Google Shape;2074;p59">
            <a:extLst>
              <a:ext uri="{FF2B5EF4-FFF2-40B4-BE49-F238E27FC236}">
                <a16:creationId xmlns:a16="http://schemas.microsoft.com/office/drawing/2014/main" id="{8CC47715-C235-44F8-80D9-2A1A6C57E6CE}"/>
              </a:ext>
            </a:extLst>
          </p:cNvPr>
          <p:cNvSpPr/>
          <p:nvPr/>
        </p:nvSpPr>
        <p:spPr>
          <a:xfrm rot="10800000">
            <a:off x="4277796" y="2636553"/>
            <a:ext cx="158994" cy="159009"/>
          </a:xfrm>
          <a:custGeom>
            <a:avLst/>
            <a:gdLst/>
            <a:ahLst/>
            <a:cxnLst/>
            <a:rect l="l" t="t" r="r" b="b"/>
            <a:pathLst>
              <a:path w="3670" h="3671" extrusionOk="0">
                <a:moveTo>
                  <a:pt x="1835" y="1"/>
                </a:moveTo>
                <a:cubicBezTo>
                  <a:pt x="834" y="1"/>
                  <a:pt x="1" y="835"/>
                  <a:pt x="1" y="1836"/>
                </a:cubicBezTo>
                <a:cubicBezTo>
                  <a:pt x="1" y="2870"/>
                  <a:pt x="834" y="3670"/>
                  <a:pt x="1835" y="3670"/>
                </a:cubicBezTo>
                <a:cubicBezTo>
                  <a:pt x="2836" y="3670"/>
                  <a:pt x="3670" y="2870"/>
                  <a:pt x="3670" y="1836"/>
                </a:cubicBezTo>
                <a:cubicBezTo>
                  <a:pt x="3670" y="835"/>
                  <a:pt x="2869" y="1"/>
                  <a:pt x="183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7" name="Google Shape;2075;p59">
            <a:extLst>
              <a:ext uri="{FF2B5EF4-FFF2-40B4-BE49-F238E27FC236}">
                <a16:creationId xmlns:a16="http://schemas.microsoft.com/office/drawing/2014/main" id="{6C3D2F1D-594D-4255-B8E2-401E00EF7421}"/>
              </a:ext>
            </a:extLst>
          </p:cNvPr>
          <p:cNvSpPr/>
          <p:nvPr/>
        </p:nvSpPr>
        <p:spPr>
          <a:xfrm rot="10800000">
            <a:off x="2368826" y="2636553"/>
            <a:ext cx="158994" cy="159009"/>
          </a:xfrm>
          <a:custGeom>
            <a:avLst/>
            <a:gdLst/>
            <a:ahLst/>
            <a:cxnLst/>
            <a:rect l="l" t="t" r="r" b="b"/>
            <a:pathLst>
              <a:path w="3670" h="3671" extrusionOk="0">
                <a:moveTo>
                  <a:pt x="1835" y="1"/>
                </a:moveTo>
                <a:cubicBezTo>
                  <a:pt x="834" y="1"/>
                  <a:pt x="0" y="835"/>
                  <a:pt x="0" y="1836"/>
                </a:cubicBezTo>
                <a:cubicBezTo>
                  <a:pt x="0" y="2870"/>
                  <a:pt x="834" y="3670"/>
                  <a:pt x="1835" y="3670"/>
                </a:cubicBezTo>
                <a:cubicBezTo>
                  <a:pt x="2836" y="3670"/>
                  <a:pt x="3670" y="2870"/>
                  <a:pt x="3670" y="1836"/>
                </a:cubicBezTo>
                <a:cubicBezTo>
                  <a:pt x="3670" y="835"/>
                  <a:pt x="2836" y="1"/>
                  <a:pt x="183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8" name="Google Shape;2076;p59">
            <a:extLst>
              <a:ext uri="{FF2B5EF4-FFF2-40B4-BE49-F238E27FC236}">
                <a16:creationId xmlns:a16="http://schemas.microsoft.com/office/drawing/2014/main" id="{39A4663A-04A3-43C5-A9AC-5974FA276BF8}"/>
              </a:ext>
            </a:extLst>
          </p:cNvPr>
          <p:cNvSpPr txBox="1"/>
          <p:nvPr/>
        </p:nvSpPr>
        <p:spPr>
          <a:xfrm>
            <a:off x="4356570" y="3126384"/>
            <a:ext cx="1920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dirty="0">
              <a:solidFill>
                <a:schemeClr val="dk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39" name="Google Shape;2077;p59">
            <a:extLst>
              <a:ext uri="{FF2B5EF4-FFF2-40B4-BE49-F238E27FC236}">
                <a16:creationId xmlns:a16="http://schemas.microsoft.com/office/drawing/2014/main" id="{70A7AD67-FDEC-4381-ABF3-CADB835E9BCC}"/>
              </a:ext>
            </a:extLst>
          </p:cNvPr>
          <p:cNvSpPr txBox="1"/>
          <p:nvPr/>
        </p:nvSpPr>
        <p:spPr>
          <a:xfrm>
            <a:off x="6268021" y="1866877"/>
            <a:ext cx="1920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dirty="0">
              <a:solidFill>
                <a:schemeClr val="dk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grpSp>
        <p:nvGrpSpPr>
          <p:cNvPr id="140" name="Google Shape;2677;p64">
            <a:extLst>
              <a:ext uri="{FF2B5EF4-FFF2-40B4-BE49-F238E27FC236}">
                <a16:creationId xmlns:a16="http://schemas.microsoft.com/office/drawing/2014/main" id="{7D156FDD-DCEE-4BB2-A11C-5FA1715CD15D}"/>
              </a:ext>
            </a:extLst>
          </p:cNvPr>
          <p:cNvGrpSpPr/>
          <p:nvPr/>
        </p:nvGrpSpPr>
        <p:grpSpPr>
          <a:xfrm>
            <a:off x="1251464" y="2343804"/>
            <a:ext cx="536704" cy="455892"/>
            <a:chOff x="6740765" y="3190516"/>
            <a:chExt cx="602023" cy="511377"/>
          </a:xfrm>
        </p:grpSpPr>
        <p:sp>
          <p:nvSpPr>
            <p:cNvPr id="141" name="Google Shape;2678;p64">
              <a:extLst>
                <a:ext uri="{FF2B5EF4-FFF2-40B4-BE49-F238E27FC236}">
                  <a16:creationId xmlns:a16="http://schemas.microsoft.com/office/drawing/2014/main" id="{AE401784-5E37-4A4B-B120-703167FDB463}"/>
                </a:ext>
              </a:extLst>
            </p:cNvPr>
            <p:cNvSpPr/>
            <p:nvPr/>
          </p:nvSpPr>
          <p:spPr>
            <a:xfrm>
              <a:off x="6740765" y="3190516"/>
              <a:ext cx="602023" cy="511377"/>
            </a:xfrm>
            <a:custGeom>
              <a:avLst/>
              <a:gdLst/>
              <a:ahLst/>
              <a:cxnLst/>
              <a:rect l="l" t="t" r="r" b="b"/>
              <a:pathLst>
                <a:path w="18151" h="15418" extrusionOk="0">
                  <a:moveTo>
                    <a:pt x="12243" y="1535"/>
                  </a:moveTo>
                  <a:cubicBezTo>
                    <a:pt x="12235" y="1603"/>
                    <a:pt x="12230" y="1673"/>
                    <a:pt x="12230" y="1744"/>
                  </a:cubicBezTo>
                  <a:cubicBezTo>
                    <a:pt x="12230" y="1815"/>
                    <a:pt x="12235" y="1886"/>
                    <a:pt x="12243" y="1954"/>
                  </a:cubicBezTo>
                  <a:lnTo>
                    <a:pt x="11500" y="1954"/>
                  </a:lnTo>
                  <a:lnTo>
                    <a:pt x="11500" y="1535"/>
                  </a:lnTo>
                  <a:close/>
                  <a:moveTo>
                    <a:pt x="9840" y="2159"/>
                  </a:moveTo>
                  <a:lnTo>
                    <a:pt x="9840" y="2338"/>
                  </a:lnTo>
                  <a:lnTo>
                    <a:pt x="8984" y="2338"/>
                  </a:lnTo>
                  <a:lnTo>
                    <a:pt x="8984" y="2159"/>
                  </a:lnTo>
                  <a:close/>
                  <a:moveTo>
                    <a:pt x="1732" y="531"/>
                  </a:moveTo>
                  <a:cubicBezTo>
                    <a:pt x="2393" y="531"/>
                    <a:pt x="2931" y="1076"/>
                    <a:pt x="2931" y="1744"/>
                  </a:cubicBezTo>
                  <a:cubicBezTo>
                    <a:pt x="2931" y="2412"/>
                    <a:pt x="2393" y="2957"/>
                    <a:pt x="1732" y="2957"/>
                  </a:cubicBezTo>
                  <a:cubicBezTo>
                    <a:pt x="1071" y="2957"/>
                    <a:pt x="533" y="2412"/>
                    <a:pt x="533" y="1744"/>
                  </a:cubicBezTo>
                  <a:cubicBezTo>
                    <a:pt x="533" y="1076"/>
                    <a:pt x="1071" y="531"/>
                    <a:pt x="1732" y="531"/>
                  </a:cubicBezTo>
                  <a:close/>
                  <a:moveTo>
                    <a:pt x="13962" y="532"/>
                  </a:moveTo>
                  <a:cubicBezTo>
                    <a:pt x="14622" y="532"/>
                    <a:pt x="15161" y="1076"/>
                    <a:pt x="15161" y="1744"/>
                  </a:cubicBezTo>
                  <a:cubicBezTo>
                    <a:pt x="15161" y="2412"/>
                    <a:pt x="14623" y="2957"/>
                    <a:pt x="13962" y="2957"/>
                  </a:cubicBezTo>
                  <a:cubicBezTo>
                    <a:pt x="13299" y="2957"/>
                    <a:pt x="12761" y="2412"/>
                    <a:pt x="12761" y="1744"/>
                  </a:cubicBezTo>
                  <a:cubicBezTo>
                    <a:pt x="12761" y="1076"/>
                    <a:pt x="13299" y="532"/>
                    <a:pt x="13962" y="532"/>
                  </a:cubicBezTo>
                  <a:close/>
                  <a:moveTo>
                    <a:pt x="14466" y="3412"/>
                  </a:moveTo>
                  <a:lnTo>
                    <a:pt x="14466" y="3980"/>
                  </a:lnTo>
                  <a:lnTo>
                    <a:pt x="13456" y="3980"/>
                  </a:lnTo>
                  <a:lnTo>
                    <a:pt x="13456" y="3412"/>
                  </a:lnTo>
                  <a:cubicBezTo>
                    <a:pt x="13616" y="3462"/>
                    <a:pt x="13785" y="3488"/>
                    <a:pt x="13961" y="3488"/>
                  </a:cubicBezTo>
                  <a:cubicBezTo>
                    <a:pt x="14136" y="3488"/>
                    <a:pt x="14307" y="3462"/>
                    <a:pt x="14466" y="3412"/>
                  </a:cubicBezTo>
                  <a:close/>
                  <a:moveTo>
                    <a:pt x="13650" y="4512"/>
                  </a:moveTo>
                  <a:lnTo>
                    <a:pt x="13659" y="4519"/>
                  </a:lnTo>
                  <a:lnTo>
                    <a:pt x="12600" y="5587"/>
                  </a:lnTo>
                  <a:lnTo>
                    <a:pt x="12413" y="5399"/>
                  </a:lnTo>
                  <a:lnTo>
                    <a:pt x="13293" y="4512"/>
                  </a:lnTo>
                  <a:close/>
                  <a:moveTo>
                    <a:pt x="14629" y="4512"/>
                  </a:moveTo>
                  <a:lnTo>
                    <a:pt x="15508" y="5399"/>
                  </a:lnTo>
                  <a:lnTo>
                    <a:pt x="15331" y="5578"/>
                  </a:lnTo>
                  <a:lnTo>
                    <a:pt x="15322" y="5587"/>
                  </a:lnTo>
                  <a:lnTo>
                    <a:pt x="14263" y="4519"/>
                  </a:lnTo>
                  <a:lnTo>
                    <a:pt x="14272" y="4512"/>
                  </a:lnTo>
                  <a:close/>
                  <a:moveTo>
                    <a:pt x="2787" y="3125"/>
                  </a:moveTo>
                  <a:lnTo>
                    <a:pt x="4835" y="5513"/>
                  </a:lnTo>
                  <a:cubicBezTo>
                    <a:pt x="4797" y="5511"/>
                    <a:pt x="4758" y="5510"/>
                    <a:pt x="4720" y="5510"/>
                  </a:cubicBezTo>
                  <a:cubicBezTo>
                    <a:pt x="4043" y="5510"/>
                    <a:pt x="3437" y="5822"/>
                    <a:pt x="3037" y="6311"/>
                  </a:cubicBezTo>
                  <a:lnTo>
                    <a:pt x="1907" y="3479"/>
                  </a:lnTo>
                  <a:cubicBezTo>
                    <a:pt x="2236" y="3446"/>
                    <a:pt x="2538" y="3319"/>
                    <a:pt x="2787" y="3125"/>
                  </a:cubicBezTo>
                  <a:close/>
                  <a:moveTo>
                    <a:pt x="13961" y="4969"/>
                  </a:moveTo>
                  <a:lnTo>
                    <a:pt x="14947" y="5965"/>
                  </a:lnTo>
                  <a:lnTo>
                    <a:pt x="14429" y="6489"/>
                  </a:lnTo>
                  <a:lnTo>
                    <a:pt x="14163" y="6334"/>
                  </a:lnTo>
                  <a:cubicBezTo>
                    <a:pt x="14097" y="6297"/>
                    <a:pt x="14020" y="6276"/>
                    <a:pt x="13938" y="6276"/>
                  </a:cubicBezTo>
                  <a:cubicBezTo>
                    <a:pt x="13856" y="6276"/>
                    <a:pt x="13778" y="6297"/>
                    <a:pt x="13712" y="6334"/>
                  </a:cubicBezTo>
                  <a:lnTo>
                    <a:pt x="13476" y="6471"/>
                  </a:lnTo>
                  <a:lnTo>
                    <a:pt x="12974" y="5965"/>
                  </a:lnTo>
                  <a:lnTo>
                    <a:pt x="13961" y="4969"/>
                  </a:lnTo>
                  <a:close/>
                  <a:moveTo>
                    <a:pt x="13938" y="6818"/>
                  </a:moveTo>
                  <a:lnTo>
                    <a:pt x="14701" y="7260"/>
                  </a:lnTo>
                  <a:lnTo>
                    <a:pt x="14701" y="8144"/>
                  </a:lnTo>
                  <a:lnTo>
                    <a:pt x="13938" y="8585"/>
                  </a:lnTo>
                  <a:lnTo>
                    <a:pt x="13174" y="8144"/>
                  </a:lnTo>
                  <a:lnTo>
                    <a:pt x="13174" y="7260"/>
                  </a:lnTo>
                  <a:lnTo>
                    <a:pt x="13938" y="6818"/>
                  </a:lnTo>
                  <a:close/>
                  <a:moveTo>
                    <a:pt x="4720" y="6042"/>
                  </a:moveTo>
                  <a:cubicBezTo>
                    <a:pt x="5630" y="6042"/>
                    <a:pt x="6370" y="6789"/>
                    <a:pt x="6370" y="7708"/>
                  </a:cubicBezTo>
                  <a:cubicBezTo>
                    <a:pt x="6370" y="8627"/>
                    <a:pt x="5630" y="9376"/>
                    <a:pt x="4720" y="9376"/>
                  </a:cubicBezTo>
                  <a:cubicBezTo>
                    <a:pt x="3810" y="9376"/>
                    <a:pt x="3070" y="8627"/>
                    <a:pt x="3070" y="7708"/>
                  </a:cubicBezTo>
                  <a:cubicBezTo>
                    <a:pt x="3070" y="6789"/>
                    <a:pt x="3810" y="6042"/>
                    <a:pt x="4720" y="6042"/>
                  </a:cubicBezTo>
                  <a:close/>
                  <a:moveTo>
                    <a:pt x="7575" y="12751"/>
                  </a:moveTo>
                  <a:cubicBezTo>
                    <a:pt x="7622" y="12751"/>
                    <a:pt x="7664" y="12792"/>
                    <a:pt x="7664" y="12840"/>
                  </a:cubicBezTo>
                  <a:lnTo>
                    <a:pt x="7664" y="13477"/>
                  </a:lnTo>
                  <a:lnTo>
                    <a:pt x="2207" y="13477"/>
                  </a:lnTo>
                  <a:lnTo>
                    <a:pt x="2207" y="12840"/>
                  </a:lnTo>
                  <a:cubicBezTo>
                    <a:pt x="2207" y="12792"/>
                    <a:pt x="2248" y="12751"/>
                    <a:pt x="2297" y="12751"/>
                  </a:cubicBezTo>
                  <a:close/>
                  <a:moveTo>
                    <a:pt x="9133" y="14008"/>
                  </a:moveTo>
                  <a:cubicBezTo>
                    <a:pt x="9187" y="14008"/>
                    <a:pt x="9232" y="14055"/>
                    <a:pt x="9232" y="14108"/>
                  </a:cubicBezTo>
                  <a:lnTo>
                    <a:pt x="9232" y="14885"/>
                  </a:lnTo>
                  <a:lnTo>
                    <a:pt x="1255" y="14885"/>
                  </a:lnTo>
                  <a:lnTo>
                    <a:pt x="1255" y="14108"/>
                  </a:lnTo>
                  <a:cubicBezTo>
                    <a:pt x="1255" y="14055"/>
                    <a:pt x="1301" y="14008"/>
                    <a:pt x="1354" y="14008"/>
                  </a:cubicBezTo>
                  <a:close/>
                  <a:moveTo>
                    <a:pt x="1732" y="1"/>
                  </a:moveTo>
                  <a:cubicBezTo>
                    <a:pt x="777" y="1"/>
                    <a:pt x="1" y="783"/>
                    <a:pt x="1" y="1744"/>
                  </a:cubicBezTo>
                  <a:cubicBezTo>
                    <a:pt x="1" y="2562"/>
                    <a:pt x="563" y="3250"/>
                    <a:pt x="1317" y="3437"/>
                  </a:cubicBezTo>
                  <a:lnTo>
                    <a:pt x="2695" y="6890"/>
                  </a:lnTo>
                  <a:cubicBezTo>
                    <a:pt x="2595" y="7143"/>
                    <a:pt x="2538" y="7419"/>
                    <a:pt x="2538" y="7708"/>
                  </a:cubicBezTo>
                  <a:cubicBezTo>
                    <a:pt x="2538" y="8274"/>
                    <a:pt x="2751" y="8790"/>
                    <a:pt x="3100" y="9180"/>
                  </a:cubicBezTo>
                  <a:lnTo>
                    <a:pt x="2412" y="12220"/>
                  </a:lnTo>
                  <a:lnTo>
                    <a:pt x="2297" y="12220"/>
                  </a:lnTo>
                  <a:cubicBezTo>
                    <a:pt x="1955" y="12220"/>
                    <a:pt x="1677" y="12498"/>
                    <a:pt x="1677" y="12840"/>
                  </a:cubicBezTo>
                  <a:lnTo>
                    <a:pt x="1677" y="13477"/>
                  </a:lnTo>
                  <a:lnTo>
                    <a:pt x="1355" y="13477"/>
                  </a:lnTo>
                  <a:cubicBezTo>
                    <a:pt x="1007" y="13477"/>
                    <a:pt x="724" y="13760"/>
                    <a:pt x="724" y="14108"/>
                  </a:cubicBezTo>
                  <a:lnTo>
                    <a:pt x="724" y="14885"/>
                  </a:lnTo>
                  <a:lnTo>
                    <a:pt x="471" y="14885"/>
                  </a:lnTo>
                  <a:cubicBezTo>
                    <a:pt x="324" y="14885"/>
                    <a:pt x="205" y="15004"/>
                    <a:pt x="205" y="15151"/>
                  </a:cubicBezTo>
                  <a:cubicBezTo>
                    <a:pt x="205" y="15298"/>
                    <a:pt x="324" y="15417"/>
                    <a:pt x="471" y="15417"/>
                  </a:cubicBezTo>
                  <a:lnTo>
                    <a:pt x="17885" y="15417"/>
                  </a:lnTo>
                  <a:cubicBezTo>
                    <a:pt x="18032" y="15417"/>
                    <a:pt x="18151" y="15298"/>
                    <a:pt x="18151" y="15151"/>
                  </a:cubicBezTo>
                  <a:cubicBezTo>
                    <a:pt x="18151" y="15004"/>
                    <a:pt x="18032" y="14885"/>
                    <a:pt x="17885" y="14885"/>
                  </a:cubicBezTo>
                  <a:lnTo>
                    <a:pt x="17795" y="14885"/>
                  </a:lnTo>
                  <a:lnTo>
                    <a:pt x="17795" y="10878"/>
                  </a:lnTo>
                  <a:cubicBezTo>
                    <a:pt x="17795" y="10609"/>
                    <a:pt x="17577" y="10390"/>
                    <a:pt x="17309" y="10390"/>
                  </a:cubicBezTo>
                  <a:lnTo>
                    <a:pt x="16165" y="10390"/>
                  </a:lnTo>
                  <a:cubicBezTo>
                    <a:pt x="16018" y="10390"/>
                    <a:pt x="15899" y="10509"/>
                    <a:pt x="15899" y="10656"/>
                  </a:cubicBezTo>
                  <a:cubicBezTo>
                    <a:pt x="15899" y="10803"/>
                    <a:pt x="16018" y="10922"/>
                    <a:pt x="16165" y="10922"/>
                  </a:cubicBezTo>
                  <a:lnTo>
                    <a:pt x="17264" y="10922"/>
                  </a:lnTo>
                  <a:lnTo>
                    <a:pt x="17264" y="14885"/>
                  </a:lnTo>
                  <a:lnTo>
                    <a:pt x="10527" y="14885"/>
                  </a:lnTo>
                  <a:lnTo>
                    <a:pt x="10527" y="10922"/>
                  </a:lnTo>
                  <a:lnTo>
                    <a:pt x="14641" y="10922"/>
                  </a:lnTo>
                  <a:cubicBezTo>
                    <a:pt x="14788" y="10922"/>
                    <a:pt x="14906" y="10803"/>
                    <a:pt x="14906" y="10656"/>
                  </a:cubicBezTo>
                  <a:cubicBezTo>
                    <a:pt x="14906" y="10509"/>
                    <a:pt x="14788" y="10390"/>
                    <a:pt x="14641" y="10390"/>
                  </a:cubicBezTo>
                  <a:lnTo>
                    <a:pt x="10482" y="10390"/>
                  </a:lnTo>
                  <a:cubicBezTo>
                    <a:pt x="10214" y="10390"/>
                    <a:pt x="9995" y="10609"/>
                    <a:pt x="9995" y="10878"/>
                  </a:cubicBezTo>
                  <a:lnTo>
                    <a:pt x="9995" y="14885"/>
                  </a:lnTo>
                  <a:lnTo>
                    <a:pt x="9764" y="14885"/>
                  </a:lnTo>
                  <a:lnTo>
                    <a:pt x="9764" y="14108"/>
                  </a:lnTo>
                  <a:cubicBezTo>
                    <a:pt x="9764" y="13760"/>
                    <a:pt x="9482" y="13477"/>
                    <a:pt x="9133" y="13477"/>
                  </a:cubicBezTo>
                  <a:lnTo>
                    <a:pt x="8195" y="13477"/>
                  </a:lnTo>
                  <a:lnTo>
                    <a:pt x="8195" y="12840"/>
                  </a:lnTo>
                  <a:cubicBezTo>
                    <a:pt x="8195" y="12497"/>
                    <a:pt x="7917" y="12220"/>
                    <a:pt x="7574" y="12220"/>
                  </a:cubicBezTo>
                  <a:lnTo>
                    <a:pt x="7405" y="12220"/>
                  </a:lnTo>
                  <a:lnTo>
                    <a:pt x="7173" y="11195"/>
                  </a:lnTo>
                  <a:cubicBezTo>
                    <a:pt x="7145" y="11071"/>
                    <a:pt x="7035" y="10987"/>
                    <a:pt x="6913" y="10987"/>
                  </a:cubicBezTo>
                  <a:cubicBezTo>
                    <a:pt x="6894" y="10987"/>
                    <a:pt x="6874" y="10990"/>
                    <a:pt x="6854" y="10994"/>
                  </a:cubicBezTo>
                  <a:cubicBezTo>
                    <a:pt x="6712" y="11027"/>
                    <a:pt x="6622" y="11169"/>
                    <a:pt x="6654" y="11312"/>
                  </a:cubicBezTo>
                  <a:lnTo>
                    <a:pt x="6860" y="12219"/>
                  </a:lnTo>
                  <a:lnTo>
                    <a:pt x="2957" y="12219"/>
                  </a:lnTo>
                  <a:lnTo>
                    <a:pt x="3558" y="9568"/>
                  </a:lnTo>
                  <a:cubicBezTo>
                    <a:pt x="3894" y="9782"/>
                    <a:pt x="4293" y="9908"/>
                    <a:pt x="4720" y="9908"/>
                  </a:cubicBezTo>
                  <a:cubicBezTo>
                    <a:pt x="5292" y="9908"/>
                    <a:pt x="5813" y="9684"/>
                    <a:pt x="6204" y="9319"/>
                  </a:cubicBezTo>
                  <a:lnTo>
                    <a:pt x="6381" y="10107"/>
                  </a:lnTo>
                  <a:cubicBezTo>
                    <a:pt x="6409" y="10231"/>
                    <a:pt x="6520" y="10314"/>
                    <a:pt x="6641" y="10314"/>
                  </a:cubicBezTo>
                  <a:cubicBezTo>
                    <a:pt x="6660" y="10314"/>
                    <a:pt x="6680" y="10312"/>
                    <a:pt x="6699" y="10308"/>
                  </a:cubicBezTo>
                  <a:cubicBezTo>
                    <a:pt x="6843" y="10275"/>
                    <a:pt x="6932" y="10132"/>
                    <a:pt x="6900" y="9990"/>
                  </a:cubicBezTo>
                  <a:lnTo>
                    <a:pt x="6625" y="8777"/>
                  </a:lnTo>
                  <a:cubicBezTo>
                    <a:pt x="6801" y="8461"/>
                    <a:pt x="6902" y="8096"/>
                    <a:pt x="6902" y="7708"/>
                  </a:cubicBezTo>
                  <a:cubicBezTo>
                    <a:pt x="6902" y="6878"/>
                    <a:pt x="6441" y="6152"/>
                    <a:pt x="5764" y="5778"/>
                  </a:cubicBezTo>
                  <a:lnTo>
                    <a:pt x="3269" y="2870"/>
                  </a:lnTo>
                  <a:lnTo>
                    <a:pt x="11053" y="2870"/>
                  </a:lnTo>
                  <a:cubicBezTo>
                    <a:pt x="11278" y="2870"/>
                    <a:pt x="11465" y="2703"/>
                    <a:pt x="11495" y="2486"/>
                  </a:cubicBezTo>
                  <a:lnTo>
                    <a:pt x="12395" y="2486"/>
                  </a:lnTo>
                  <a:cubicBezTo>
                    <a:pt x="12516" y="2745"/>
                    <a:pt x="12699" y="2970"/>
                    <a:pt x="12925" y="3140"/>
                  </a:cubicBezTo>
                  <a:lnTo>
                    <a:pt x="12925" y="4129"/>
                  </a:lnTo>
                  <a:lnTo>
                    <a:pt x="11851" y="5212"/>
                  </a:lnTo>
                  <a:cubicBezTo>
                    <a:pt x="11748" y="5316"/>
                    <a:pt x="11748" y="5482"/>
                    <a:pt x="11851" y="5586"/>
                  </a:cubicBezTo>
                  <a:lnTo>
                    <a:pt x="13001" y="6746"/>
                  </a:lnTo>
                  <a:lnTo>
                    <a:pt x="12867" y="6822"/>
                  </a:lnTo>
                  <a:cubicBezTo>
                    <a:pt x="12736" y="6899"/>
                    <a:pt x="12643" y="7059"/>
                    <a:pt x="12643" y="7212"/>
                  </a:cubicBezTo>
                  <a:lnTo>
                    <a:pt x="12643" y="8191"/>
                  </a:lnTo>
                  <a:cubicBezTo>
                    <a:pt x="12643" y="8344"/>
                    <a:pt x="12736" y="8504"/>
                    <a:pt x="12867" y="8580"/>
                  </a:cubicBezTo>
                  <a:lnTo>
                    <a:pt x="13712" y="9069"/>
                  </a:lnTo>
                  <a:cubicBezTo>
                    <a:pt x="13778" y="9107"/>
                    <a:pt x="13856" y="9127"/>
                    <a:pt x="13938" y="9127"/>
                  </a:cubicBezTo>
                  <a:cubicBezTo>
                    <a:pt x="14020" y="9127"/>
                    <a:pt x="14097" y="9107"/>
                    <a:pt x="14163" y="9069"/>
                  </a:cubicBezTo>
                  <a:lnTo>
                    <a:pt x="15008" y="8580"/>
                  </a:lnTo>
                  <a:cubicBezTo>
                    <a:pt x="15140" y="8504"/>
                    <a:pt x="15233" y="8344"/>
                    <a:pt x="15233" y="8191"/>
                  </a:cubicBezTo>
                  <a:lnTo>
                    <a:pt x="15233" y="7212"/>
                  </a:lnTo>
                  <a:cubicBezTo>
                    <a:pt x="15233" y="7059"/>
                    <a:pt x="15140" y="6899"/>
                    <a:pt x="15008" y="6823"/>
                  </a:cubicBezTo>
                  <a:lnTo>
                    <a:pt x="14905" y="6764"/>
                  </a:lnTo>
                  <a:lnTo>
                    <a:pt x="16072" y="5586"/>
                  </a:lnTo>
                  <a:cubicBezTo>
                    <a:pt x="16174" y="5483"/>
                    <a:pt x="16174" y="5316"/>
                    <a:pt x="16072" y="5212"/>
                  </a:cubicBezTo>
                  <a:lnTo>
                    <a:pt x="14998" y="4129"/>
                  </a:lnTo>
                  <a:lnTo>
                    <a:pt x="14998" y="3140"/>
                  </a:lnTo>
                  <a:cubicBezTo>
                    <a:pt x="15420" y="2822"/>
                    <a:pt x="15693" y="2315"/>
                    <a:pt x="15693" y="1744"/>
                  </a:cubicBezTo>
                  <a:cubicBezTo>
                    <a:pt x="15693" y="783"/>
                    <a:pt x="14915" y="1"/>
                    <a:pt x="13962" y="1"/>
                  </a:cubicBezTo>
                  <a:cubicBezTo>
                    <a:pt x="13270" y="1"/>
                    <a:pt x="12672" y="411"/>
                    <a:pt x="12395" y="1003"/>
                  </a:cubicBezTo>
                  <a:lnTo>
                    <a:pt x="11495" y="1003"/>
                  </a:lnTo>
                  <a:cubicBezTo>
                    <a:pt x="11465" y="785"/>
                    <a:pt x="11278" y="618"/>
                    <a:pt x="11053" y="618"/>
                  </a:cubicBezTo>
                  <a:lnTo>
                    <a:pt x="6027" y="618"/>
                  </a:lnTo>
                  <a:cubicBezTo>
                    <a:pt x="5880" y="618"/>
                    <a:pt x="5761" y="737"/>
                    <a:pt x="5761" y="884"/>
                  </a:cubicBezTo>
                  <a:cubicBezTo>
                    <a:pt x="5761" y="1031"/>
                    <a:pt x="5880" y="1149"/>
                    <a:pt x="6027" y="1149"/>
                  </a:cubicBezTo>
                  <a:lnTo>
                    <a:pt x="10970" y="1149"/>
                  </a:lnTo>
                  <a:lnTo>
                    <a:pt x="10970" y="2338"/>
                  </a:lnTo>
                  <a:lnTo>
                    <a:pt x="10372" y="2338"/>
                  </a:lnTo>
                  <a:lnTo>
                    <a:pt x="10372" y="2003"/>
                  </a:lnTo>
                  <a:cubicBezTo>
                    <a:pt x="10372" y="1796"/>
                    <a:pt x="10204" y="1628"/>
                    <a:pt x="9997" y="1628"/>
                  </a:cubicBezTo>
                  <a:lnTo>
                    <a:pt x="8828" y="1628"/>
                  </a:lnTo>
                  <a:cubicBezTo>
                    <a:pt x="8620" y="1628"/>
                    <a:pt x="8452" y="1796"/>
                    <a:pt x="8452" y="2003"/>
                  </a:cubicBezTo>
                  <a:lnTo>
                    <a:pt x="8452" y="2338"/>
                  </a:lnTo>
                  <a:lnTo>
                    <a:pt x="3359" y="2338"/>
                  </a:lnTo>
                  <a:cubicBezTo>
                    <a:pt x="3426" y="2153"/>
                    <a:pt x="3463" y="1952"/>
                    <a:pt x="3463" y="1744"/>
                  </a:cubicBezTo>
                  <a:cubicBezTo>
                    <a:pt x="3463" y="1536"/>
                    <a:pt x="3426" y="1335"/>
                    <a:pt x="3359" y="1149"/>
                  </a:cubicBezTo>
                  <a:lnTo>
                    <a:pt x="4538" y="1149"/>
                  </a:lnTo>
                  <a:cubicBezTo>
                    <a:pt x="4685" y="1149"/>
                    <a:pt x="4804" y="1031"/>
                    <a:pt x="4804" y="884"/>
                  </a:cubicBezTo>
                  <a:cubicBezTo>
                    <a:pt x="4804" y="737"/>
                    <a:pt x="4685" y="618"/>
                    <a:pt x="4538" y="618"/>
                  </a:cubicBezTo>
                  <a:lnTo>
                    <a:pt x="3052" y="618"/>
                  </a:lnTo>
                  <a:cubicBezTo>
                    <a:pt x="2734" y="241"/>
                    <a:pt x="2261" y="1"/>
                    <a:pt x="17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2" name="Google Shape;2679;p64">
              <a:extLst>
                <a:ext uri="{FF2B5EF4-FFF2-40B4-BE49-F238E27FC236}">
                  <a16:creationId xmlns:a16="http://schemas.microsoft.com/office/drawing/2014/main" id="{88EBA5A4-0835-491D-ABBF-56D98AD3D792}"/>
                </a:ext>
              </a:extLst>
            </p:cNvPr>
            <p:cNvSpPr/>
            <p:nvPr/>
          </p:nvSpPr>
          <p:spPr>
            <a:xfrm>
              <a:off x="6858145" y="3406768"/>
              <a:ext cx="78308" cy="78872"/>
            </a:xfrm>
            <a:custGeom>
              <a:avLst/>
              <a:gdLst/>
              <a:ahLst/>
              <a:cxnLst/>
              <a:rect l="l" t="t" r="r" b="b"/>
              <a:pathLst>
                <a:path w="2361" h="2378" extrusionOk="0">
                  <a:moveTo>
                    <a:pt x="1181" y="531"/>
                  </a:moveTo>
                  <a:cubicBezTo>
                    <a:pt x="1538" y="531"/>
                    <a:pt x="1830" y="826"/>
                    <a:pt x="1830" y="1188"/>
                  </a:cubicBezTo>
                  <a:cubicBezTo>
                    <a:pt x="1830" y="1551"/>
                    <a:pt x="1538" y="1845"/>
                    <a:pt x="1181" y="1845"/>
                  </a:cubicBezTo>
                  <a:cubicBezTo>
                    <a:pt x="823" y="1845"/>
                    <a:pt x="532" y="1551"/>
                    <a:pt x="532" y="1188"/>
                  </a:cubicBezTo>
                  <a:cubicBezTo>
                    <a:pt x="532" y="826"/>
                    <a:pt x="823" y="531"/>
                    <a:pt x="1181" y="531"/>
                  </a:cubicBezTo>
                  <a:close/>
                  <a:moveTo>
                    <a:pt x="1181" y="0"/>
                  </a:moveTo>
                  <a:cubicBezTo>
                    <a:pt x="530" y="0"/>
                    <a:pt x="0" y="533"/>
                    <a:pt x="0" y="1188"/>
                  </a:cubicBezTo>
                  <a:cubicBezTo>
                    <a:pt x="0" y="1844"/>
                    <a:pt x="530" y="2377"/>
                    <a:pt x="1181" y="2377"/>
                  </a:cubicBezTo>
                  <a:cubicBezTo>
                    <a:pt x="1832" y="2377"/>
                    <a:pt x="2361" y="1843"/>
                    <a:pt x="2361" y="1188"/>
                  </a:cubicBezTo>
                  <a:cubicBezTo>
                    <a:pt x="2361" y="533"/>
                    <a:pt x="1832" y="0"/>
                    <a:pt x="11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3" name="Google Shape;2680;p64">
              <a:extLst>
                <a:ext uri="{FF2B5EF4-FFF2-40B4-BE49-F238E27FC236}">
                  <a16:creationId xmlns:a16="http://schemas.microsoft.com/office/drawing/2014/main" id="{C192846B-B239-4D91-AAA3-3725DD944CB9}"/>
                </a:ext>
              </a:extLst>
            </p:cNvPr>
            <p:cNvSpPr/>
            <p:nvPr/>
          </p:nvSpPr>
          <p:spPr>
            <a:xfrm>
              <a:off x="6770151" y="3220135"/>
              <a:ext cx="56119" cy="56484"/>
            </a:xfrm>
            <a:custGeom>
              <a:avLst/>
              <a:gdLst/>
              <a:ahLst/>
              <a:cxnLst/>
              <a:rect l="l" t="t" r="r" b="b"/>
              <a:pathLst>
                <a:path w="1692" h="1703" extrusionOk="0">
                  <a:moveTo>
                    <a:pt x="846" y="533"/>
                  </a:moveTo>
                  <a:cubicBezTo>
                    <a:pt x="1019" y="533"/>
                    <a:pt x="1159" y="675"/>
                    <a:pt x="1159" y="851"/>
                  </a:cubicBezTo>
                  <a:cubicBezTo>
                    <a:pt x="1160" y="1028"/>
                    <a:pt x="1019" y="1170"/>
                    <a:pt x="846" y="1170"/>
                  </a:cubicBezTo>
                  <a:cubicBezTo>
                    <a:pt x="673" y="1170"/>
                    <a:pt x="532" y="1027"/>
                    <a:pt x="532" y="851"/>
                  </a:cubicBezTo>
                  <a:cubicBezTo>
                    <a:pt x="532" y="675"/>
                    <a:pt x="673" y="533"/>
                    <a:pt x="846" y="533"/>
                  </a:cubicBezTo>
                  <a:close/>
                  <a:moveTo>
                    <a:pt x="846" y="1"/>
                  </a:moveTo>
                  <a:cubicBezTo>
                    <a:pt x="380" y="1"/>
                    <a:pt x="0" y="382"/>
                    <a:pt x="0" y="851"/>
                  </a:cubicBezTo>
                  <a:cubicBezTo>
                    <a:pt x="0" y="1320"/>
                    <a:pt x="380" y="1702"/>
                    <a:pt x="846" y="1702"/>
                  </a:cubicBezTo>
                  <a:cubicBezTo>
                    <a:pt x="1312" y="1702"/>
                    <a:pt x="1691" y="1320"/>
                    <a:pt x="1691" y="851"/>
                  </a:cubicBezTo>
                  <a:cubicBezTo>
                    <a:pt x="1691" y="382"/>
                    <a:pt x="1312" y="1"/>
                    <a:pt x="8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4" name="Google Shape;2681;p64">
              <a:extLst>
                <a:ext uri="{FF2B5EF4-FFF2-40B4-BE49-F238E27FC236}">
                  <a16:creationId xmlns:a16="http://schemas.microsoft.com/office/drawing/2014/main" id="{0C3DFDE4-B4F6-4533-8BD5-B40A72FA3EE5}"/>
                </a:ext>
              </a:extLst>
            </p:cNvPr>
            <p:cNvSpPr/>
            <p:nvPr/>
          </p:nvSpPr>
          <p:spPr>
            <a:xfrm>
              <a:off x="7175757" y="3220135"/>
              <a:ext cx="56119" cy="56484"/>
            </a:xfrm>
            <a:custGeom>
              <a:avLst/>
              <a:gdLst/>
              <a:ahLst/>
              <a:cxnLst/>
              <a:rect l="l" t="t" r="r" b="b"/>
              <a:pathLst>
                <a:path w="1692" h="1703" extrusionOk="0">
                  <a:moveTo>
                    <a:pt x="847" y="533"/>
                  </a:moveTo>
                  <a:cubicBezTo>
                    <a:pt x="1019" y="533"/>
                    <a:pt x="1160" y="675"/>
                    <a:pt x="1160" y="851"/>
                  </a:cubicBezTo>
                  <a:cubicBezTo>
                    <a:pt x="1160" y="1028"/>
                    <a:pt x="1019" y="1170"/>
                    <a:pt x="847" y="1170"/>
                  </a:cubicBezTo>
                  <a:cubicBezTo>
                    <a:pt x="673" y="1170"/>
                    <a:pt x="532" y="1027"/>
                    <a:pt x="532" y="851"/>
                  </a:cubicBezTo>
                  <a:cubicBezTo>
                    <a:pt x="532" y="675"/>
                    <a:pt x="673" y="533"/>
                    <a:pt x="847" y="533"/>
                  </a:cubicBezTo>
                  <a:close/>
                  <a:moveTo>
                    <a:pt x="847" y="1"/>
                  </a:moveTo>
                  <a:cubicBezTo>
                    <a:pt x="379" y="1"/>
                    <a:pt x="1" y="382"/>
                    <a:pt x="1" y="851"/>
                  </a:cubicBezTo>
                  <a:cubicBezTo>
                    <a:pt x="1" y="1320"/>
                    <a:pt x="379" y="1702"/>
                    <a:pt x="847" y="1702"/>
                  </a:cubicBezTo>
                  <a:cubicBezTo>
                    <a:pt x="1313" y="1702"/>
                    <a:pt x="1692" y="1320"/>
                    <a:pt x="1692" y="851"/>
                  </a:cubicBezTo>
                  <a:cubicBezTo>
                    <a:pt x="1692" y="382"/>
                    <a:pt x="1312" y="1"/>
                    <a:pt x="8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5" name="Google Shape;2682;p64">
              <a:extLst>
                <a:ext uri="{FF2B5EF4-FFF2-40B4-BE49-F238E27FC236}">
                  <a16:creationId xmlns:a16="http://schemas.microsoft.com/office/drawing/2014/main" id="{A2A47FD9-F851-4F26-AA83-658A2D13085F}"/>
                </a:ext>
              </a:extLst>
            </p:cNvPr>
            <p:cNvSpPr/>
            <p:nvPr/>
          </p:nvSpPr>
          <p:spPr>
            <a:xfrm>
              <a:off x="7221760" y="3652042"/>
              <a:ext cx="17678" cy="17678"/>
            </a:xfrm>
            <a:custGeom>
              <a:avLst/>
              <a:gdLst/>
              <a:ahLst/>
              <a:cxnLst/>
              <a:rect l="l" t="t" r="r" b="b"/>
              <a:pathLst>
                <a:path w="533" h="533" extrusionOk="0">
                  <a:moveTo>
                    <a:pt x="267" y="1"/>
                  </a:moveTo>
                  <a:cubicBezTo>
                    <a:pt x="197" y="1"/>
                    <a:pt x="128" y="30"/>
                    <a:pt x="79" y="79"/>
                  </a:cubicBezTo>
                  <a:cubicBezTo>
                    <a:pt x="28" y="128"/>
                    <a:pt x="1" y="197"/>
                    <a:pt x="1" y="267"/>
                  </a:cubicBezTo>
                  <a:cubicBezTo>
                    <a:pt x="1" y="338"/>
                    <a:pt x="28" y="406"/>
                    <a:pt x="79" y="456"/>
                  </a:cubicBezTo>
                  <a:cubicBezTo>
                    <a:pt x="128" y="505"/>
                    <a:pt x="197" y="533"/>
                    <a:pt x="267" y="533"/>
                  </a:cubicBezTo>
                  <a:cubicBezTo>
                    <a:pt x="336" y="533"/>
                    <a:pt x="405" y="505"/>
                    <a:pt x="454" y="456"/>
                  </a:cubicBezTo>
                  <a:cubicBezTo>
                    <a:pt x="504" y="406"/>
                    <a:pt x="533" y="338"/>
                    <a:pt x="533" y="267"/>
                  </a:cubicBezTo>
                  <a:cubicBezTo>
                    <a:pt x="533" y="197"/>
                    <a:pt x="504" y="129"/>
                    <a:pt x="454" y="79"/>
                  </a:cubicBezTo>
                  <a:cubicBezTo>
                    <a:pt x="405" y="30"/>
                    <a:pt x="336" y="1"/>
                    <a:pt x="2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6" name="Google Shape;2683;p64">
              <a:extLst>
                <a:ext uri="{FF2B5EF4-FFF2-40B4-BE49-F238E27FC236}">
                  <a16:creationId xmlns:a16="http://schemas.microsoft.com/office/drawing/2014/main" id="{7036EBEF-BC2C-4C29-A93C-A1EE938A2DC7}"/>
                </a:ext>
              </a:extLst>
            </p:cNvPr>
            <p:cNvSpPr/>
            <p:nvPr/>
          </p:nvSpPr>
          <p:spPr>
            <a:xfrm>
              <a:off x="7250350" y="3652042"/>
              <a:ext cx="17645" cy="17678"/>
            </a:xfrm>
            <a:custGeom>
              <a:avLst/>
              <a:gdLst/>
              <a:ahLst/>
              <a:cxnLst/>
              <a:rect l="l" t="t" r="r" b="b"/>
              <a:pathLst>
                <a:path w="532" h="533" extrusionOk="0">
                  <a:moveTo>
                    <a:pt x="266" y="1"/>
                  </a:moveTo>
                  <a:cubicBezTo>
                    <a:pt x="196" y="1"/>
                    <a:pt x="127" y="30"/>
                    <a:pt x="78" y="79"/>
                  </a:cubicBezTo>
                  <a:cubicBezTo>
                    <a:pt x="28" y="129"/>
                    <a:pt x="0" y="197"/>
                    <a:pt x="0" y="267"/>
                  </a:cubicBezTo>
                  <a:cubicBezTo>
                    <a:pt x="0" y="338"/>
                    <a:pt x="28" y="406"/>
                    <a:pt x="78" y="456"/>
                  </a:cubicBezTo>
                  <a:cubicBezTo>
                    <a:pt x="127" y="505"/>
                    <a:pt x="196" y="533"/>
                    <a:pt x="266" y="533"/>
                  </a:cubicBezTo>
                  <a:cubicBezTo>
                    <a:pt x="336" y="533"/>
                    <a:pt x="404" y="505"/>
                    <a:pt x="454" y="456"/>
                  </a:cubicBezTo>
                  <a:cubicBezTo>
                    <a:pt x="503" y="406"/>
                    <a:pt x="532" y="338"/>
                    <a:pt x="532" y="267"/>
                  </a:cubicBezTo>
                  <a:cubicBezTo>
                    <a:pt x="532" y="197"/>
                    <a:pt x="503" y="129"/>
                    <a:pt x="454" y="79"/>
                  </a:cubicBezTo>
                  <a:cubicBezTo>
                    <a:pt x="405" y="30"/>
                    <a:pt x="336" y="1"/>
                    <a:pt x="2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7" name="Google Shape;2684;p64">
              <a:extLst>
                <a:ext uri="{FF2B5EF4-FFF2-40B4-BE49-F238E27FC236}">
                  <a16:creationId xmlns:a16="http://schemas.microsoft.com/office/drawing/2014/main" id="{EF130A80-8980-49BE-9843-C0FEEDF0E0B2}"/>
                </a:ext>
              </a:extLst>
            </p:cNvPr>
            <p:cNvSpPr/>
            <p:nvPr/>
          </p:nvSpPr>
          <p:spPr>
            <a:xfrm>
              <a:off x="7278908" y="3652042"/>
              <a:ext cx="17678" cy="17678"/>
            </a:xfrm>
            <a:custGeom>
              <a:avLst/>
              <a:gdLst/>
              <a:ahLst/>
              <a:cxnLst/>
              <a:rect l="l" t="t" r="r" b="b"/>
              <a:pathLst>
                <a:path w="533" h="533" extrusionOk="0">
                  <a:moveTo>
                    <a:pt x="266" y="1"/>
                  </a:moveTo>
                  <a:cubicBezTo>
                    <a:pt x="196" y="1"/>
                    <a:pt x="128" y="30"/>
                    <a:pt x="78" y="79"/>
                  </a:cubicBezTo>
                  <a:cubicBezTo>
                    <a:pt x="29" y="129"/>
                    <a:pt x="1" y="197"/>
                    <a:pt x="1" y="267"/>
                  </a:cubicBezTo>
                  <a:cubicBezTo>
                    <a:pt x="1" y="338"/>
                    <a:pt x="29" y="406"/>
                    <a:pt x="78" y="456"/>
                  </a:cubicBezTo>
                  <a:cubicBezTo>
                    <a:pt x="128" y="505"/>
                    <a:pt x="196" y="533"/>
                    <a:pt x="266" y="533"/>
                  </a:cubicBezTo>
                  <a:cubicBezTo>
                    <a:pt x="336" y="533"/>
                    <a:pt x="405" y="505"/>
                    <a:pt x="454" y="456"/>
                  </a:cubicBezTo>
                  <a:cubicBezTo>
                    <a:pt x="504" y="406"/>
                    <a:pt x="532" y="338"/>
                    <a:pt x="532" y="267"/>
                  </a:cubicBezTo>
                  <a:cubicBezTo>
                    <a:pt x="532" y="197"/>
                    <a:pt x="504" y="129"/>
                    <a:pt x="454" y="79"/>
                  </a:cubicBezTo>
                  <a:cubicBezTo>
                    <a:pt x="404" y="30"/>
                    <a:pt x="336" y="1"/>
                    <a:pt x="2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8" name="Google Shape;2685;p64">
              <a:extLst>
                <a:ext uri="{FF2B5EF4-FFF2-40B4-BE49-F238E27FC236}">
                  <a16:creationId xmlns:a16="http://schemas.microsoft.com/office/drawing/2014/main" id="{BCFF7E85-A771-4541-BA13-F1799FEF1B19}"/>
                </a:ext>
              </a:extLst>
            </p:cNvPr>
            <p:cNvSpPr/>
            <p:nvPr/>
          </p:nvSpPr>
          <p:spPr>
            <a:xfrm>
              <a:off x="7181030" y="3423916"/>
              <a:ext cx="44046" cy="44080"/>
            </a:xfrm>
            <a:custGeom>
              <a:avLst/>
              <a:gdLst/>
              <a:ahLst/>
              <a:cxnLst/>
              <a:rect l="l" t="t" r="r" b="b"/>
              <a:pathLst>
                <a:path w="1328" h="1329" extrusionOk="0">
                  <a:moveTo>
                    <a:pt x="664" y="533"/>
                  </a:moveTo>
                  <a:cubicBezTo>
                    <a:pt x="736" y="533"/>
                    <a:pt x="795" y="591"/>
                    <a:pt x="795" y="664"/>
                  </a:cubicBezTo>
                  <a:cubicBezTo>
                    <a:pt x="795" y="737"/>
                    <a:pt x="736" y="797"/>
                    <a:pt x="664" y="797"/>
                  </a:cubicBezTo>
                  <a:cubicBezTo>
                    <a:pt x="591" y="797"/>
                    <a:pt x="533" y="737"/>
                    <a:pt x="533" y="664"/>
                  </a:cubicBezTo>
                  <a:cubicBezTo>
                    <a:pt x="533" y="591"/>
                    <a:pt x="591" y="533"/>
                    <a:pt x="664" y="533"/>
                  </a:cubicBezTo>
                  <a:close/>
                  <a:moveTo>
                    <a:pt x="664" y="1"/>
                  </a:moveTo>
                  <a:cubicBezTo>
                    <a:pt x="297" y="1"/>
                    <a:pt x="1" y="299"/>
                    <a:pt x="1" y="664"/>
                  </a:cubicBezTo>
                  <a:cubicBezTo>
                    <a:pt x="1" y="1031"/>
                    <a:pt x="297" y="1328"/>
                    <a:pt x="664" y="1328"/>
                  </a:cubicBezTo>
                  <a:cubicBezTo>
                    <a:pt x="1029" y="1328"/>
                    <a:pt x="1327" y="1031"/>
                    <a:pt x="1327" y="664"/>
                  </a:cubicBezTo>
                  <a:cubicBezTo>
                    <a:pt x="1327" y="299"/>
                    <a:pt x="1029" y="1"/>
                    <a:pt x="6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76" name="Google Shape;11127;p77">
            <a:extLst>
              <a:ext uri="{FF2B5EF4-FFF2-40B4-BE49-F238E27FC236}">
                <a16:creationId xmlns:a16="http://schemas.microsoft.com/office/drawing/2014/main" id="{34D01803-D394-4F60-AB30-5B611353E95A}"/>
              </a:ext>
            </a:extLst>
          </p:cNvPr>
          <p:cNvGrpSpPr/>
          <p:nvPr/>
        </p:nvGrpSpPr>
        <p:grpSpPr>
          <a:xfrm>
            <a:off x="7023224" y="2720488"/>
            <a:ext cx="440505" cy="290018"/>
            <a:chOff x="5727616" y="4204699"/>
            <a:chExt cx="440505" cy="290018"/>
          </a:xfrm>
        </p:grpSpPr>
        <p:sp>
          <p:nvSpPr>
            <p:cNvPr id="177" name="Google Shape;11128;p77">
              <a:extLst>
                <a:ext uri="{FF2B5EF4-FFF2-40B4-BE49-F238E27FC236}">
                  <a16:creationId xmlns:a16="http://schemas.microsoft.com/office/drawing/2014/main" id="{2B176907-7265-4BFB-AD47-E50F2296C0AC}"/>
                </a:ext>
              </a:extLst>
            </p:cNvPr>
            <p:cNvSpPr/>
            <p:nvPr/>
          </p:nvSpPr>
          <p:spPr>
            <a:xfrm>
              <a:off x="5727616" y="4204699"/>
              <a:ext cx="440505" cy="290018"/>
            </a:xfrm>
            <a:custGeom>
              <a:avLst/>
              <a:gdLst/>
              <a:ahLst/>
              <a:cxnLst/>
              <a:rect l="l" t="t" r="r" b="b"/>
              <a:pathLst>
                <a:path w="13872" h="9133" extrusionOk="0">
                  <a:moveTo>
                    <a:pt x="13145" y="4465"/>
                  </a:moveTo>
                  <a:lnTo>
                    <a:pt x="13145" y="4870"/>
                  </a:lnTo>
                  <a:lnTo>
                    <a:pt x="12752" y="4870"/>
                  </a:lnTo>
                  <a:lnTo>
                    <a:pt x="12752" y="4465"/>
                  </a:lnTo>
                  <a:close/>
                  <a:moveTo>
                    <a:pt x="1275" y="3941"/>
                  </a:moveTo>
                  <a:lnTo>
                    <a:pt x="1275" y="4430"/>
                  </a:lnTo>
                  <a:cubicBezTo>
                    <a:pt x="1275" y="4775"/>
                    <a:pt x="1013" y="5049"/>
                    <a:pt x="668" y="5049"/>
                  </a:cubicBezTo>
                  <a:lnTo>
                    <a:pt x="418" y="5049"/>
                  </a:lnTo>
                  <a:cubicBezTo>
                    <a:pt x="501" y="4549"/>
                    <a:pt x="810" y="4120"/>
                    <a:pt x="1275" y="3941"/>
                  </a:cubicBezTo>
                  <a:close/>
                  <a:moveTo>
                    <a:pt x="9121" y="417"/>
                  </a:moveTo>
                  <a:cubicBezTo>
                    <a:pt x="9562" y="417"/>
                    <a:pt x="9978" y="620"/>
                    <a:pt x="10252" y="977"/>
                  </a:cubicBezTo>
                  <a:lnTo>
                    <a:pt x="12205" y="3584"/>
                  </a:lnTo>
                  <a:cubicBezTo>
                    <a:pt x="12240" y="3632"/>
                    <a:pt x="12300" y="3656"/>
                    <a:pt x="12360" y="3656"/>
                  </a:cubicBezTo>
                  <a:lnTo>
                    <a:pt x="13312" y="3656"/>
                  </a:lnTo>
                  <a:cubicBezTo>
                    <a:pt x="13431" y="3656"/>
                    <a:pt x="13514" y="3775"/>
                    <a:pt x="13467" y="3882"/>
                  </a:cubicBezTo>
                  <a:lnTo>
                    <a:pt x="13372" y="4060"/>
                  </a:lnTo>
                  <a:lnTo>
                    <a:pt x="12574" y="4060"/>
                  </a:lnTo>
                  <a:cubicBezTo>
                    <a:pt x="12455" y="4060"/>
                    <a:pt x="12360" y="4156"/>
                    <a:pt x="12360" y="4275"/>
                  </a:cubicBezTo>
                  <a:lnTo>
                    <a:pt x="12360" y="5084"/>
                  </a:lnTo>
                  <a:cubicBezTo>
                    <a:pt x="12360" y="5203"/>
                    <a:pt x="12455" y="5299"/>
                    <a:pt x="12574" y="5299"/>
                  </a:cubicBezTo>
                  <a:lnTo>
                    <a:pt x="13181" y="5299"/>
                  </a:lnTo>
                  <a:lnTo>
                    <a:pt x="13181" y="5596"/>
                  </a:lnTo>
                  <a:cubicBezTo>
                    <a:pt x="13181" y="5787"/>
                    <a:pt x="13252" y="5977"/>
                    <a:pt x="13395" y="6096"/>
                  </a:cubicBezTo>
                  <a:cubicBezTo>
                    <a:pt x="13455" y="6156"/>
                    <a:pt x="13479" y="6227"/>
                    <a:pt x="13479" y="6323"/>
                  </a:cubicBezTo>
                  <a:lnTo>
                    <a:pt x="13479" y="6692"/>
                  </a:lnTo>
                  <a:lnTo>
                    <a:pt x="13443" y="6692"/>
                  </a:lnTo>
                  <a:cubicBezTo>
                    <a:pt x="13443" y="7037"/>
                    <a:pt x="13181" y="7311"/>
                    <a:pt x="12836" y="7311"/>
                  </a:cubicBezTo>
                  <a:lnTo>
                    <a:pt x="12526" y="7311"/>
                  </a:lnTo>
                  <a:cubicBezTo>
                    <a:pt x="12419" y="6501"/>
                    <a:pt x="11740" y="5894"/>
                    <a:pt x="10919" y="5894"/>
                  </a:cubicBezTo>
                  <a:cubicBezTo>
                    <a:pt x="10097" y="5894"/>
                    <a:pt x="9419" y="6513"/>
                    <a:pt x="9312" y="7311"/>
                  </a:cubicBezTo>
                  <a:lnTo>
                    <a:pt x="4061" y="7311"/>
                  </a:lnTo>
                  <a:cubicBezTo>
                    <a:pt x="3954" y="6501"/>
                    <a:pt x="3275" y="5894"/>
                    <a:pt x="2454" y="5894"/>
                  </a:cubicBezTo>
                  <a:cubicBezTo>
                    <a:pt x="1632" y="5894"/>
                    <a:pt x="965" y="6501"/>
                    <a:pt x="846" y="7275"/>
                  </a:cubicBezTo>
                  <a:cubicBezTo>
                    <a:pt x="608" y="7204"/>
                    <a:pt x="429" y="6966"/>
                    <a:pt x="429" y="6692"/>
                  </a:cubicBezTo>
                  <a:lnTo>
                    <a:pt x="429" y="5465"/>
                  </a:lnTo>
                  <a:lnTo>
                    <a:pt x="691" y="5465"/>
                  </a:lnTo>
                  <a:cubicBezTo>
                    <a:pt x="1263" y="5465"/>
                    <a:pt x="1703" y="5001"/>
                    <a:pt x="1703" y="4453"/>
                  </a:cubicBezTo>
                  <a:lnTo>
                    <a:pt x="1703" y="3822"/>
                  </a:lnTo>
                  <a:lnTo>
                    <a:pt x="2406" y="3644"/>
                  </a:lnTo>
                  <a:cubicBezTo>
                    <a:pt x="2465" y="3632"/>
                    <a:pt x="2513" y="3596"/>
                    <a:pt x="2525" y="3560"/>
                  </a:cubicBezTo>
                  <a:lnTo>
                    <a:pt x="3954" y="1120"/>
                  </a:lnTo>
                  <a:cubicBezTo>
                    <a:pt x="4204" y="679"/>
                    <a:pt x="4680" y="417"/>
                    <a:pt x="5180" y="417"/>
                  </a:cubicBezTo>
                  <a:close/>
                  <a:moveTo>
                    <a:pt x="2430" y="6275"/>
                  </a:moveTo>
                  <a:cubicBezTo>
                    <a:pt x="3108" y="6275"/>
                    <a:pt x="3656" y="6823"/>
                    <a:pt x="3656" y="7501"/>
                  </a:cubicBezTo>
                  <a:cubicBezTo>
                    <a:pt x="3656" y="8168"/>
                    <a:pt x="3108" y="8716"/>
                    <a:pt x="2430" y="8716"/>
                  </a:cubicBezTo>
                  <a:cubicBezTo>
                    <a:pt x="1763" y="8716"/>
                    <a:pt x="1215" y="8168"/>
                    <a:pt x="1215" y="7501"/>
                  </a:cubicBezTo>
                  <a:cubicBezTo>
                    <a:pt x="1215" y="6823"/>
                    <a:pt x="1763" y="6275"/>
                    <a:pt x="2430" y="6275"/>
                  </a:cubicBezTo>
                  <a:close/>
                  <a:moveTo>
                    <a:pt x="10919" y="6275"/>
                  </a:moveTo>
                  <a:cubicBezTo>
                    <a:pt x="11586" y="6275"/>
                    <a:pt x="12145" y="6823"/>
                    <a:pt x="12145" y="7501"/>
                  </a:cubicBezTo>
                  <a:cubicBezTo>
                    <a:pt x="12145" y="8168"/>
                    <a:pt x="11586" y="8716"/>
                    <a:pt x="10919" y="8716"/>
                  </a:cubicBezTo>
                  <a:cubicBezTo>
                    <a:pt x="10252" y="8716"/>
                    <a:pt x="9693" y="8168"/>
                    <a:pt x="9693" y="7501"/>
                  </a:cubicBezTo>
                  <a:cubicBezTo>
                    <a:pt x="9693" y="6823"/>
                    <a:pt x="10252" y="6275"/>
                    <a:pt x="10919" y="6275"/>
                  </a:cubicBezTo>
                  <a:close/>
                  <a:moveTo>
                    <a:pt x="5144" y="0"/>
                  </a:moveTo>
                  <a:cubicBezTo>
                    <a:pt x="4501" y="0"/>
                    <a:pt x="3894" y="334"/>
                    <a:pt x="3573" y="905"/>
                  </a:cubicBezTo>
                  <a:lnTo>
                    <a:pt x="2180" y="3275"/>
                  </a:lnTo>
                  <a:lnTo>
                    <a:pt x="1430" y="3465"/>
                  </a:lnTo>
                  <a:cubicBezTo>
                    <a:pt x="489" y="3703"/>
                    <a:pt x="1" y="4477"/>
                    <a:pt x="1" y="5251"/>
                  </a:cubicBezTo>
                  <a:lnTo>
                    <a:pt x="1" y="6692"/>
                  </a:lnTo>
                  <a:cubicBezTo>
                    <a:pt x="1" y="7180"/>
                    <a:pt x="358" y="7608"/>
                    <a:pt x="810" y="7692"/>
                  </a:cubicBezTo>
                  <a:cubicBezTo>
                    <a:pt x="906" y="8501"/>
                    <a:pt x="1584" y="9132"/>
                    <a:pt x="2418" y="9132"/>
                  </a:cubicBezTo>
                  <a:cubicBezTo>
                    <a:pt x="3251" y="9132"/>
                    <a:pt x="3930" y="8513"/>
                    <a:pt x="4025" y="7728"/>
                  </a:cubicBezTo>
                  <a:lnTo>
                    <a:pt x="9300" y="7728"/>
                  </a:lnTo>
                  <a:cubicBezTo>
                    <a:pt x="9407" y="8525"/>
                    <a:pt x="10085" y="9132"/>
                    <a:pt x="10907" y="9132"/>
                  </a:cubicBezTo>
                  <a:cubicBezTo>
                    <a:pt x="11740" y="9132"/>
                    <a:pt x="12407" y="8513"/>
                    <a:pt x="12514" y="7728"/>
                  </a:cubicBezTo>
                  <a:lnTo>
                    <a:pt x="12824" y="7728"/>
                  </a:lnTo>
                  <a:cubicBezTo>
                    <a:pt x="13395" y="7728"/>
                    <a:pt x="13836" y="7263"/>
                    <a:pt x="13836" y="6716"/>
                  </a:cubicBezTo>
                  <a:lnTo>
                    <a:pt x="13836" y="6299"/>
                  </a:lnTo>
                  <a:cubicBezTo>
                    <a:pt x="13848" y="6096"/>
                    <a:pt x="13776" y="5918"/>
                    <a:pt x="13645" y="5787"/>
                  </a:cubicBezTo>
                  <a:cubicBezTo>
                    <a:pt x="13586" y="5727"/>
                    <a:pt x="13550" y="5656"/>
                    <a:pt x="13550" y="5561"/>
                  </a:cubicBezTo>
                  <a:lnTo>
                    <a:pt x="13550" y="4572"/>
                  </a:lnTo>
                  <a:lnTo>
                    <a:pt x="13788" y="4037"/>
                  </a:lnTo>
                  <a:cubicBezTo>
                    <a:pt x="13872" y="3846"/>
                    <a:pt x="13872" y="3656"/>
                    <a:pt x="13764" y="3501"/>
                  </a:cubicBezTo>
                  <a:cubicBezTo>
                    <a:pt x="13657" y="3334"/>
                    <a:pt x="13479" y="3239"/>
                    <a:pt x="13288" y="3239"/>
                  </a:cubicBezTo>
                  <a:lnTo>
                    <a:pt x="12443" y="3239"/>
                  </a:lnTo>
                  <a:lnTo>
                    <a:pt x="10550" y="727"/>
                  </a:lnTo>
                  <a:cubicBezTo>
                    <a:pt x="10204" y="262"/>
                    <a:pt x="9657" y="0"/>
                    <a:pt x="908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8" name="Google Shape;11129;p77">
              <a:extLst>
                <a:ext uri="{FF2B5EF4-FFF2-40B4-BE49-F238E27FC236}">
                  <a16:creationId xmlns:a16="http://schemas.microsoft.com/office/drawing/2014/main" id="{A4F44BDD-F0C4-4B59-9D79-E44795383DF1}"/>
                </a:ext>
              </a:extLst>
            </p:cNvPr>
            <p:cNvSpPr/>
            <p:nvPr/>
          </p:nvSpPr>
          <p:spPr>
            <a:xfrm>
              <a:off x="5779789" y="4416409"/>
              <a:ext cx="52205" cy="51475"/>
            </a:xfrm>
            <a:custGeom>
              <a:avLst/>
              <a:gdLst/>
              <a:ahLst/>
              <a:cxnLst/>
              <a:rect l="l" t="t" r="r" b="b"/>
              <a:pathLst>
                <a:path w="1644" h="1621" extrusionOk="0">
                  <a:moveTo>
                    <a:pt x="811" y="1"/>
                  </a:moveTo>
                  <a:cubicBezTo>
                    <a:pt x="584" y="1"/>
                    <a:pt x="394" y="84"/>
                    <a:pt x="239" y="239"/>
                  </a:cubicBezTo>
                  <a:cubicBezTo>
                    <a:pt x="96" y="382"/>
                    <a:pt x="1" y="596"/>
                    <a:pt x="1" y="799"/>
                  </a:cubicBezTo>
                  <a:cubicBezTo>
                    <a:pt x="1" y="1263"/>
                    <a:pt x="382" y="1620"/>
                    <a:pt x="822" y="1620"/>
                  </a:cubicBezTo>
                  <a:cubicBezTo>
                    <a:pt x="1275" y="1620"/>
                    <a:pt x="1644" y="1263"/>
                    <a:pt x="1644" y="799"/>
                  </a:cubicBezTo>
                  <a:cubicBezTo>
                    <a:pt x="1644" y="739"/>
                    <a:pt x="1632" y="668"/>
                    <a:pt x="1608" y="608"/>
                  </a:cubicBezTo>
                  <a:cubicBezTo>
                    <a:pt x="1557" y="546"/>
                    <a:pt x="1478" y="484"/>
                    <a:pt x="1389" y="484"/>
                  </a:cubicBezTo>
                  <a:cubicBezTo>
                    <a:pt x="1375" y="484"/>
                    <a:pt x="1361" y="486"/>
                    <a:pt x="1346" y="489"/>
                  </a:cubicBezTo>
                  <a:cubicBezTo>
                    <a:pt x="1239" y="525"/>
                    <a:pt x="1168" y="620"/>
                    <a:pt x="1192" y="727"/>
                  </a:cubicBezTo>
                  <a:cubicBezTo>
                    <a:pt x="1203" y="763"/>
                    <a:pt x="1203" y="787"/>
                    <a:pt x="1203" y="822"/>
                  </a:cubicBezTo>
                  <a:cubicBezTo>
                    <a:pt x="1203" y="1037"/>
                    <a:pt x="1025" y="1215"/>
                    <a:pt x="811" y="1215"/>
                  </a:cubicBezTo>
                  <a:cubicBezTo>
                    <a:pt x="584" y="1215"/>
                    <a:pt x="406" y="1037"/>
                    <a:pt x="406" y="822"/>
                  </a:cubicBezTo>
                  <a:cubicBezTo>
                    <a:pt x="406" y="596"/>
                    <a:pt x="584" y="418"/>
                    <a:pt x="811" y="418"/>
                  </a:cubicBezTo>
                  <a:cubicBezTo>
                    <a:pt x="930" y="418"/>
                    <a:pt x="1013" y="322"/>
                    <a:pt x="1013" y="203"/>
                  </a:cubicBezTo>
                  <a:cubicBezTo>
                    <a:pt x="1013" y="84"/>
                    <a:pt x="930" y="1"/>
                    <a:pt x="81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9" name="Google Shape;11130;p77">
              <a:extLst>
                <a:ext uri="{FF2B5EF4-FFF2-40B4-BE49-F238E27FC236}">
                  <a16:creationId xmlns:a16="http://schemas.microsoft.com/office/drawing/2014/main" id="{4896A768-CFBB-42AD-A5E1-33966CA0CCB2}"/>
                </a:ext>
              </a:extLst>
            </p:cNvPr>
            <p:cNvSpPr/>
            <p:nvPr/>
          </p:nvSpPr>
          <p:spPr>
            <a:xfrm>
              <a:off x="6048627" y="4416409"/>
              <a:ext cx="52205" cy="51856"/>
            </a:xfrm>
            <a:custGeom>
              <a:avLst/>
              <a:gdLst/>
              <a:ahLst/>
              <a:cxnLst/>
              <a:rect l="l" t="t" r="r" b="b"/>
              <a:pathLst>
                <a:path w="1644" h="1633" extrusionOk="0">
                  <a:moveTo>
                    <a:pt x="822" y="1"/>
                  </a:moveTo>
                  <a:cubicBezTo>
                    <a:pt x="596" y="1"/>
                    <a:pt x="405" y="84"/>
                    <a:pt x="238" y="239"/>
                  </a:cubicBezTo>
                  <a:cubicBezTo>
                    <a:pt x="95" y="382"/>
                    <a:pt x="0" y="596"/>
                    <a:pt x="0" y="822"/>
                  </a:cubicBezTo>
                  <a:cubicBezTo>
                    <a:pt x="0" y="1263"/>
                    <a:pt x="381" y="1632"/>
                    <a:pt x="822" y="1632"/>
                  </a:cubicBezTo>
                  <a:cubicBezTo>
                    <a:pt x="1274" y="1632"/>
                    <a:pt x="1643" y="1275"/>
                    <a:pt x="1643" y="822"/>
                  </a:cubicBezTo>
                  <a:cubicBezTo>
                    <a:pt x="1643" y="763"/>
                    <a:pt x="1631" y="680"/>
                    <a:pt x="1608" y="620"/>
                  </a:cubicBezTo>
                  <a:cubicBezTo>
                    <a:pt x="1577" y="548"/>
                    <a:pt x="1492" y="484"/>
                    <a:pt x="1400" y="484"/>
                  </a:cubicBezTo>
                  <a:cubicBezTo>
                    <a:pt x="1386" y="484"/>
                    <a:pt x="1372" y="486"/>
                    <a:pt x="1358" y="489"/>
                  </a:cubicBezTo>
                  <a:cubicBezTo>
                    <a:pt x="1250" y="525"/>
                    <a:pt x="1179" y="620"/>
                    <a:pt x="1215" y="727"/>
                  </a:cubicBezTo>
                  <a:cubicBezTo>
                    <a:pt x="1227" y="763"/>
                    <a:pt x="1227" y="787"/>
                    <a:pt x="1227" y="822"/>
                  </a:cubicBezTo>
                  <a:cubicBezTo>
                    <a:pt x="1227" y="1037"/>
                    <a:pt x="1048" y="1215"/>
                    <a:pt x="822" y="1215"/>
                  </a:cubicBezTo>
                  <a:cubicBezTo>
                    <a:pt x="596" y="1215"/>
                    <a:pt x="417" y="1037"/>
                    <a:pt x="417" y="822"/>
                  </a:cubicBezTo>
                  <a:cubicBezTo>
                    <a:pt x="417" y="596"/>
                    <a:pt x="596" y="418"/>
                    <a:pt x="822" y="418"/>
                  </a:cubicBezTo>
                  <a:cubicBezTo>
                    <a:pt x="941" y="418"/>
                    <a:pt x="1036" y="322"/>
                    <a:pt x="1036" y="203"/>
                  </a:cubicBezTo>
                  <a:cubicBezTo>
                    <a:pt x="1036" y="84"/>
                    <a:pt x="941" y="1"/>
                    <a:pt x="822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0" name="Google Shape;11131;p77">
              <a:extLst>
                <a:ext uri="{FF2B5EF4-FFF2-40B4-BE49-F238E27FC236}">
                  <a16:creationId xmlns:a16="http://schemas.microsoft.com/office/drawing/2014/main" id="{A92C0C05-90FF-4D29-9BFB-2CA30B304178}"/>
                </a:ext>
              </a:extLst>
            </p:cNvPr>
            <p:cNvSpPr/>
            <p:nvPr/>
          </p:nvSpPr>
          <p:spPr>
            <a:xfrm>
              <a:off x="6000995" y="4365379"/>
              <a:ext cx="122892" cy="58016"/>
            </a:xfrm>
            <a:custGeom>
              <a:avLst/>
              <a:gdLst/>
              <a:ahLst/>
              <a:cxnLst/>
              <a:rect l="l" t="t" r="r" b="b"/>
              <a:pathLst>
                <a:path w="3870" h="1827" extrusionOk="0">
                  <a:moveTo>
                    <a:pt x="2310" y="1"/>
                  </a:moveTo>
                  <a:cubicBezTo>
                    <a:pt x="1810" y="1"/>
                    <a:pt x="1334" y="143"/>
                    <a:pt x="929" y="429"/>
                  </a:cubicBezTo>
                  <a:cubicBezTo>
                    <a:pt x="524" y="715"/>
                    <a:pt x="226" y="1096"/>
                    <a:pt x="48" y="1548"/>
                  </a:cubicBezTo>
                  <a:cubicBezTo>
                    <a:pt x="0" y="1656"/>
                    <a:pt x="60" y="1775"/>
                    <a:pt x="167" y="1810"/>
                  </a:cubicBezTo>
                  <a:cubicBezTo>
                    <a:pt x="192" y="1822"/>
                    <a:pt x="218" y="1827"/>
                    <a:pt x="244" y="1827"/>
                  </a:cubicBezTo>
                  <a:cubicBezTo>
                    <a:pt x="326" y="1827"/>
                    <a:pt x="404" y="1773"/>
                    <a:pt x="441" y="1691"/>
                  </a:cubicBezTo>
                  <a:cubicBezTo>
                    <a:pt x="738" y="917"/>
                    <a:pt x="1488" y="405"/>
                    <a:pt x="2322" y="405"/>
                  </a:cubicBezTo>
                  <a:cubicBezTo>
                    <a:pt x="2774" y="405"/>
                    <a:pt x="3191" y="536"/>
                    <a:pt x="3548" y="798"/>
                  </a:cubicBezTo>
                  <a:cubicBezTo>
                    <a:pt x="3581" y="831"/>
                    <a:pt x="3624" y="846"/>
                    <a:pt x="3667" y="846"/>
                  </a:cubicBezTo>
                  <a:cubicBezTo>
                    <a:pt x="3732" y="846"/>
                    <a:pt x="3798" y="813"/>
                    <a:pt x="3834" y="763"/>
                  </a:cubicBezTo>
                  <a:cubicBezTo>
                    <a:pt x="3870" y="679"/>
                    <a:pt x="3858" y="560"/>
                    <a:pt x="3774" y="489"/>
                  </a:cubicBezTo>
                  <a:cubicBezTo>
                    <a:pt x="3334" y="179"/>
                    <a:pt x="2846" y="1"/>
                    <a:pt x="2310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1" name="Google Shape;11132;p77">
              <a:extLst>
                <a:ext uri="{FF2B5EF4-FFF2-40B4-BE49-F238E27FC236}">
                  <a16:creationId xmlns:a16="http://schemas.microsoft.com/office/drawing/2014/main" id="{0BC8B8ED-BF47-453B-9BDC-B16169868A76}"/>
                </a:ext>
              </a:extLst>
            </p:cNvPr>
            <p:cNvSpPr/>
            <p:nvPr/>
          </p:nvSpPr>
          <p:spPr>
            <a:xfrm>
              <a:off x="5816847" y="4230039"/>
              <a:ext cx="124797" cy="193610"/>
            </a:xfrm>
            <a:custGeom>
              <a:avLst/>
              <a:gdLst/>
              <a:ahLst/>
              <a:cxnLst/>
              <a:rect l="l" t="t" r="r" b="b"/>
              <a:pathLst>
                <a:path w="3930" h="6097" extrusionOk="0">
                  <a:moveTo>
                    <a:pt x="3513" y="417"/>
                  </a:moveTo>
                  <a:lnTo>
                    <a:pt x="3513" y="2441"/>
                  </a:lnTo>
                  <a:lnTo>
                    <a:pt x="822" y="2441"/>
                  </a:lnTo>
                  <a:lnTo>
                    <a:pt x="1834" y="714"/>
                  </a:lnTo>
                  <a:cubicBezTo>
                    <a:pt x="1930" y="524"/>
                    <a:pt x="2144" y="417"/>
                    <a:pt x="2346" y="417"/>
                  </a:cubicBezTo>
                  <a:close/>
                  <a:moveTo>
                    <a:pt x="2346" y="0"/>
                  </a:moveTo>
                  <a:cubicBezTo>
                    <a:pt x="1989" y="0"/>
                    <a:pt x="1644" y="203"/>
                    <a:pt x="1465" y="512"/>
                  </a:cubicBezTo>
                  <a:lnTo>
                    <a:pt x="60" y="2917"/>
                  </a:lnTo>
                  <a:cubicBezTo>
                    <a:pt x="1" y="3024"/>
                    <a:pt x="25" y="3143"/>
                    <a:pt x="132" y="3203"/>
                  </a:cubicBezTo>
                  <a:cubicBezTo>
                    <a:pt x="155" y="3215"/>
                    <a:pt x="203" y="3239"/>
                    <a:pt x="239" y="3239"/>
                  </a:cubicBezTo>
                  <a:cubicBezTo>
                    <a:pt x="310" y="3239"/>
                    <a:pt x="370" y="3203"/>
                    <a:pt x="417" y="3131"/>
                  </a:cubicBezTo>
                  <a:lnTo>
                    <a:pt x="572" y="2846"/>
                  </a:lnTo>
                  <a:lnTo>
                    <a:pt x="3513" y="2846"/>
                  </a:lnTo>
                  <a:lnTo>
                    <a:pt x="3513" y="5882"/>
                  </a:lnTo>
                  <a:cubicBezTo>
                    <a:pt x="3513" y="6001"/>
                    <a:pt x="3596" y="6096"/>
                    <a:pt x="3715" y="6096"/>
                  </a:cubicBezTo>
                  <a:cubicBezTo>
                    <a:pt x="3835" y="6096"/>
                    <a:pt x="3930" y="6001"/>
                    <a:pt x="3930" y="5882"/>
                  </a:cubicBezTo>
                  <a:lnTo>
                    <a:pt x="3930" y="203"/>
                  </a:lnTo>
                  <a:cubicBezTo>
                    <a:pt x="3918" y="95"/>
                    <a:pt x="3823" y="0"/>
                    <a:pt x="371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2" name="Google Shape;11133;p77">
              <a:extLst>
                <a:ext uri="{FF2B5EF4-FFF2-40B4-BE49-F238E27FC236}">
                  <a16:creationId xmlns:a16="http://schemas.microsoft.com/office/drawing/2014/main" id="{AFB8715B-C01B-4C0F-9B48-AFA544ADB34E}"/>
                </a:ext>
              </a:extLst>
            </p:cNvPr>
            <p:cNvSpPr/>
            <p:nvPr/>
          </p:nvSpPr>
          <p:spPr>
            <a:xfrm>
              <a:off x="5954474" y="4230039"/>
              <a:ext cx="120256" cy="102854"/>
            </a:xfrm>
            <a:custGeom>
              <a:avLst/>
              <a:gdLst/>
              <a:ahLst/>
              <a:cxnLst/>
              <a:rect l="l" t="t" r="r" b="b"/>
              <a:pathLst>
                <a:path w="3787" h="3239" extrusionOk="0">
                  <a:moveTo>
                    <a:pt x="203" y="0"/>
                  </a:moveTo>
                  <a:cubicBezTo>
                    <a:pt x="84" y="0"/>
                    <a:pt x="1" y="95"/>
                    <a:pt x="1" y="214"/>
                  </a:cubicBezTo>
                  <a:lnTo>
                    <a:pt x="1" y="3024"/>
                  </a:lnTo>
                  <a:cubicBezTo>
                    <a:pt x="1" y="3143"/>
                    <a:pt x="84" y="3239"/>
                    <a:pt x="203" y="3239"/>
                  </a:cubicBezTo>
                  <a:cubicBezTo>
                    <a:pt x="322" y="3239"/>
                    <a:pt x="417" y="3143"/>
                    <a:pt x="417" y="3024"/>
                  </a:cubicBezTo>
                  <a:lnTo>
                    <a:pt x="417" y="405"/>
                  </a:lnTo>
                  <a:lnTo>
                    <a:pt x="1977" y="405"/>
                  </a:lnTo>
                  <a:cubicBezTo>
                    <a:pt x="2132" y="405"/>
                    <a:pt x="2322" y="512"/>
                    <a:pt x="2429" y="655"/>
                  </a:cubicBezTo>
                  <a:lnTo>
                    <a:pt x="3287" y="1786"/>
                  </a:lnTo>
                  <a:cubicBezTo>
                    <a:pt x="3346" y="1869"/>
                    <a:pt x="3358" y="1941"/>
                    <a:pt x="3358" y="2024"/>
                  </a:cubicBezTo>
                  <a:cubicBezTo>
                    <a:pt x="3358" y="2250"/>
                    <a:pt x="3180" y="2429"/>
                    <a:pt x="2953" y="2429"/>
                  </a:cubicBezTo>
                  <a:lnTo>
                    <a:pt x="1013" y="2429"/>
                  </a:lnTo>
                  <a:cubicBezTo>
                    <a:pt x="894" y="2429"/>
                    <a:pt x="798" y="2524"/>
                    <a:pt x="798" y="2643"/>
                  </a:cubicBezTo>
                  <a:cubicBezTo>
                    <a:pt x="798" y="2762"/>
                    <a:pt x="882" y="2846"/>
                    <a:pt x="1013" y="2846"/>
                  </a:cubicBezTo>
                  <a:lnTo>
                    <a:pt x="2977" y="2846"/>
                  </a:lnTo>
                  <a:cubicBezTo>
                    <a:pt x="3418" y="2846"/>
                    <a:pt x="3787" y="2489"/>
                    <a:pt x="3787" y="2024"/>
                  </a:cubicBezTo>
                  <a:cubicBezTo>
                    <a:pt x="3787" y="1846"/>
                    <a:pt x="3727" y="1691"/>
                    <a:pt x="3632" y="1536"/>
                  </a:cubicBezTo>
                  <a:lnTo>
                    <a:pt x="2775" y="405"/>
                  </a:lnTo>
                  <a:cubicBezTo>
                    <a:pt x="2584" y="155"/>
                    <a:pt x="2287" y="0"/>
                    <a:pt x="196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3" name="Google Shape;11134;p77">
              <a:extLst>
                <a:ext uri="{FF2B5EF4-FFF2-40B4-BE49-F238E27FC236}">
                  <a16:creationId xmlns:a16="http://schemas.microsoft.com/office/drawing/2014/main" id="{F55ECE54-A21C-48A3-B335-FDBC7C10C7D8}"/>
                </a:ext>
              </a:extLst>
            </p:cNvPr>
            <p:cNvSpPr/>
            <p:nvPr/>
          </p:nvSpPr>
          <p:spPr>
            <a:xfrm>
              <a:off x="5876198" y="4333243"/>
              <a:ext cx="39376" cy="13274"/>
            </a:xfrm>
            <a:custGeom>
              <a:avLst/>
              <a:gdLst/>
              <a:ahLst/>
              <a:cxnLst/>
              <a:rect l="l" t="t" r="r" b="b"/>
              <a:pathLst>
                <a:path w="1240" h="418" extrusionOk="0">
                  <a:moveTo>
                    <a:pt x="215" y="1"/>
                  </a:moveTo>
                  <a:cubicBezTo>
                    <a:pt x="96" y="1"/>
                    <a:pt x="1" y="84"/>
                    <a:pt x="1" y="203"/>
                  </a:cubicBezTo>
                  <a:cubicBezTo>
                    <a:pt x="1" y="322"/>
                    <a:pt x="96" y="417"/>
                    <a:pt x="215" y="417"/>
                  </a:cubicBezTo>
                  <a:lnTo>
                    <a:pt x="1025" y="417"/>
                  </a:lnTo>
                  <a:cubicBezTo>
                    <a:pt x="1144" y="417"/>
                    <a:pt x="1239" y="322"/>
                    <a:pt x="1239" y="203"/>
                  </a:cubicBezTo>
                  <a:cubicBezTo>
                    <a:pt x="1239" y="84"/>
                    <a:pt x="1156" y="1"/>
                    <a:pt x="1025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4" name="Google Shape;11135;p77">
              <a:extLst>
                <a:ext uri="{FF2B5EF4-FFF2-40B4-BE49-F238E27FC236}">
                  <a16:creationId xmlns:a16="http://schemas.microsoft.com/office/drawing/2014/main" id="{E5E75B12-9E22-4131-8349-422661E23324}"/>
                </a:ext>
              </a:extLst>
            </p:cNvPr>
            <p:cNvSpPr/>
            <p:nvPr/>
          </p:nvSpPr>
          <p:spPr>
            <a:xfrm>
              <a:off x="5979433" y="4333243"/>
              <a:ext cx="39344" cy="13274"/>
            </a:xfrm>
            <a:custGeom>
              <a:avLst/>
              <a:gdLst/>
              <a:ahLst/>
              <a:cxnLst/>
              <a:rect l="l" t="t" r="r" b="b"/>
              <a:pathLst>
                <a:path w="1239" h="418" extrusionOk="0">
                  <a:moveTo>
                    <a:pt x="203" y="1"/>
                  </a:moveTo>
                  <a:cubicBezTo>
                    <a:pt x="84" y="1"/>
                    <a:pt x="0" y="84"/>
                    <a:pt x="0" y="203"/>
                  </a:cubicBezTo>
                  <a:cubicBezTo>
                    <a:pt x="0" y="322"/>
                    <a:pt x="84" y="417"/>
                    <a:pt x="203" y="417"/>
                  </a:cubicBezTo>
                  <a:lnTo>
                    <a:pt x="1024" y="417"/>
                  </a:lnTo>
                  <a:cubicBezTo>
                    <a:pt x="1143" y="417"/>
                    <a:pt x="1239" y="322"/>
                    <a:pt x="1239" y="203"/>
                  </a:cubicBezTo>
                  <a:cubicBezTo>
                    <a:pt x="1239" y="84"/>
                    <a:pt x="1143" y="1"/>
                    <a:pt x="1024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81" name="Google Shape;2064;p59">
            <a:extLst>
              <a:ext uri="{FF2B5EF4-FFF2-40B4-BE49-F238E27FC236}">
                <a16:creationId xmlns:a16="http://schemas.microsoft.com/office/drawing/2014/main" id="{04F90E4C-9FD0-4B41-9B2A-B9FC4AE60B24}"/>
              </a:ext>
            </a:extLst>
          </p:cNvPr>
          <p:cNvSpPr/>
          <p:nvPr/>
        </p:nvSpPr>
        <p:spPr>
          <a:xfrm rot="5400000">
            <a:off x="2953318" y="2490562"/>
            <a:ext cx="903900" cy="7836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002E8A">
              <a:alpha val="33000"/>
            </a:srgbClr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2" name="Google Shape;2068;p59">
            <a:extLst>
              <a:ext uri="{FF2B5EF4-FFF2-40B4-BE49-F238E27FC236}">
                <a16:creationId xmlns:a16="http://schemas.microsoft.com/office/drawing/2014/main" id="{8677BA3D-4561-4AD0-9A4B-99D25AEC5539}"/>
              </a:ext>
            </a:extLst>
          </p:cNvPr>
          <p:cNvSpPr txBox="1"/>
          <p:nvPr/>
        </p:nvSpPr>
        <p:spPr>
          <a:xfrm>
            <a:off x="2445118" y="1866877"/>
            <a:ext cx="1920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2100" dirty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1950</a:t>
            </a:r>
            <a:endParaRPr sz="2100" dirty="0">
              <a:solidFill>
                <a:schemeClr val="dk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83" name="Google Shape;2071;p59">
            <a:extLst>
              <a:ext uri="{FF2B5EF4-FFF2-40B4-BE49-F238E27FC236}">
                <a16:creationId xmlns:a16="http://schemas.microsoft.com/office/drawing/2014/main" id="{BC93565A-D7A0-4E98-B0DD-0D66D3FA10D0}"/>
              </a:ext>
            </a:extLst>
          </p:cNvPr>
          <p:cNvSpPr/>
          <p:nvPr/>
        </p:nvSpPr>
        <p:spPr>
          <a:xfrm rot="10800000">
            <a:off x="2450765" y="2732021"/>
            <a:ext cx="1909006" cy="955096"/>
          </a:xfrm>
          <a:custGeom>
            <a:avLst/>
            <a:gdLst/>
            <a:ahLst/>
            <a:cxnLst/>
            <a:rect l="l" t="t" r="r" b="b"/>
            <a:pathLst>
              <a:path w="44065" h="22050" fill="none" extrusionOk="0">
                <a:moveTo>
                  <a:pt x="0" y="22050"/>
                </a:moveTo>
                <a:cubicBezTo>
                  <a:pt x="0" y="9874"/>
                  <a:pt x="9874" y="1"/>
                  <a:pt x="22049" y="1"/>
                </a:cubicBezTo>
                <a:cubicBezTo>
                  <a:pt x="34191" y="1"/>
                  <a:pt x="44065" y="9874"/>
                  <a:pt x="44065" y="22050"/>
                </a:cubicBezTo>
              </a:path>
            </a:pathLst>
          </a:custGeom>
          <a:noFill/>
          <a:ln w="19050" cap="rnd" cmpd="sng">
            <a:solidFill>
              <a:schemeClr val="dk1"/>
            </a:solidFill>
            <a:prstDash val="solid"/>
            <a:miter lim="33357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4" name="Google Shape;2075;p59">
            <a:extLst>
              <a:ext uri="{FF2B5EF4-FFF2-40B4-BE49-F238E27FC236}">
                <a16:creationId xmlns:a16="http://schemas.microsoft.com/office/drawing/2014/main" id="{2A0C03DE-373C-411B-8135-0D3BDA64FB82}"/>
              </a:ext>
            </a:extLst>
          </p:cNvPr>
          <p:cNvSpPr/>
          <p:nvPr/>
        </p:nvSpPr>
        <p:spPr>
          <a:xfrm rot="10800000">
            <a:off x="2368826" y="2636553"/>
            <a:ext cx="158994" cy="159009"/>
          </a:xfrm>
          <a:custGeom>
            <a:avLst/>
            <a:gdLst/>
            <a:ahLst/>
            <a:cxnLst/>
            <a:rect l="l" t="t" r="r" b="b"/>
            <a:pathLst>
              <a:path w="3670" h="3671" extrusionOk="0">
                <a:moveTo>
                  <a:pt x="1835" y="1"/>
                </a:moveTo>
                <a:cubicBezTo>
                  <a:pt x="834" y="1"/>
                  <a:pt x="0" y="835"/>
                  <a:pt x="0" y="1836"/>
                </a:cubicBezTo>
                <a:cubicBezTo>
                  <a:pt x="0" y="2870"/>
                  <a:pt x="834" y="3670"/>
                  <a:pt x="1835" y="3670"/>
                </a:cubicBezTo>
                <a:cubicBezTo>
                  <a:pt x="2836" y="3670"/>
                  <a:pt x="3670" y="2870"/>
                  <a:pt x="3670" y="1836"/>
                </a:cubicBezTo>
                <a:cubicBezTo>
                  <a:pt x="3670" y="835"/>
                  <a:pt x="2836" y="1"/>
                  <a:pt x="183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85" name="Google Shape;2635;p64">
            <a:extLst>
              <a:ext uri="{FF2B5EF4-FFF2-40B4-BE49-F238E27FC236}">
                <a16:creationId xmlns:a16="http://schemas.microsoft.com/office/drawing/2014/main" id="{8F61FAC0-8FC9-4CC9-B5EF-35357E635076}"/>
              </a:ext>
            </a:extLst>
          </p:cNvPr>
          <p:cNvGrpSpPr/>
          <p:nvPr/>
        </p:nvGrpSpPr>
        <p:grpSpPr>
          <a:xfrm>
            <a:off x="3160334" y="2679800"/>
            <a:ext cx="536704" cy="391964"/>
            <a:chOff x="3963285" y="3226337"/>
            <a:chExt cx="602023" cy="439668"/>
          </a:xfrm>
        </p:grpSpPr>
        <p:sp>
          <p:nvSpPr>
            <p:cNvPr id="86" name="Google Shape;2636;p64">
              <a:extLst>
                <a:ext uri="{FF2B5EF4-FFF2-40B4-BE49-F238E27FC236}">
                  <a16:creationId xmlns:a16="http://schemas.microsoft.com/office/drawing/2014/main" id="{6456843C-E105-4FF4-AB32-56D73946D986}"/>
                </a:ext>
              </a:extLst>
            </p:cNvPr>
            <p:cNvSpPr/>
            <p:nvPr/>
          </p:nvSpPr>
          <p:spPr>
            <a:xfrm>
              <a:off x="3963319" y="3226337"/>
              <a:ext cx="601990" cy="439668"/>
            </a:xfrm>
            <a:custGeom>
              <a:avLst/>
              <a:gdLst/>
              <a:ahLst/>
              <a:cxnLst/>
              <a:rect l="l" t="t" r="r" b="b"/>
              <a:pathLst>
                <a:path w="18150" h="13256" extrusionOk="0">
                  <a:moveTo>
                    <a:pt x="4330" y="533"/>
                  </a:moveTo>
                  <a:lnTo>
                    <a:pt x="4330" y="1584"/>
                  </a:lnTo>
                  <a:lnTo>
                    <a:pt x="3312" y="1584"/>
                  </a:lnTo>
                  <a:lnTo>
                    <a:pt x="3312" y="533"/>
                  </a:lnTo>
                  <a:close/>
                  <a:moveTo>
                    <a:pt x="14838" y="533"/>
                  </a:moveTo>
                  <a:lnTo>
                    <a:pt x="14838" y="1584"/>
                  </a:lnTo>
                  <a:lnTo>
                    <a:pt x="13820" y="1584"/>
                  </a:lnTo>
                  <a:lnTo>
                    <a:pt x="13820" y="533"/>
                  </a:lnTo>
                  <a:close/>
                  <a:moveTo>
                    <a:pt x="1550" y="2662"/>
                  </a:moveTo>
                  <a:lnTo>
                    <a:pt x="1550" y="3714"/>
                  </a:lnTo>
                  <a:lnTo>
                    <a:pt x="532" y="3714"/>
                  </a:lnTo>
                  <a:lnTo>
                    <a:pt x="532" y="2662"/>
                  </a:lnTo>
                  <a:close/>
                  <a:moveTo>
                    <a:pt x="17618" y="2662"/>
                  </a:moveTo>
                  <a:lnTo>
                    <a:pt x="17618" y="3714"/>
                  </a:lnTo>
                  <a:lnTo>
                    <a:pt x="16599" y="3714"/>
                  </a:lnTo>
                  <a:lnTo>
                    <a:pt x="16599" y="2662"/>
                  </a:lnTo>
                  <a:close/>
                  <a:moveTo>
                    <a:pt x="12577" y="3044"/>
                  </a:moveTo>
                  <a:lnTo>
                    <a:pt x="12577" y="10213"/>
                  </a:lnTo>
                  <a:lnTo>
                    <a:pt x="5573" y="10213"/>
                  </a:lnTo>
                  <a:lnTo>
                    <a:pt x="5573" y="3044"/>
                  </a:lnTo>
                  <a:close/>
                  <a:moveTo>
                    <a:pt x="4330" y="11673"/>
                  </a:moveTo>
                  <a:lnTo>
                    <a:pt x="4330" y="12725"/>
                  </a:lnTo>
                  <a:lnTo>
                    <a:pt x="3312" y="12725"/>
                  </a:lnTo>
                  <a:lnTo>
                    <a:pt x="3312" y="11673"/>
                  </a:lnTo>
                  <a:close/>
                  <a:moveTo>
                    <a:pt x="14838" y="11673"/>
                  </a:moveTo>
                  <a:lnTo>
                    <a:pt x="14838" y="12725"/>
                  </a:lnTo>
                  <a:lnTo>
                    <a:pt x="13820" y="12725"/>
                  </a:lnTo>
                  <a:lnTo>
                    <a:pt x="13820" y="11673"/>
                  </a:lnTo>
                  <a:close/>
                  <a:moveTo>
                    <a:pt x="3224" y="1"/>
                  </a:moveTo>
                  <a:cubicBezTo>
                    <a:pt x="2979" y="1"/>
                    <a:pt x="2780" y="199"/>
                    <a:pt x="2780" y="443"/>
                  </a:cubicBezTo>
                  <a:lnTo>
                    <a:pt x="2780" y="1672"/>
                  </a:lnTo>
                  <a:cubicBezTo>
                    <a:pt x="2780" y="1917"/>
                    <a:pt x="2979" y="2116"/>
                    <a:pt x="3224" y="2116"/>
                  </a:cubicBezTo>
                  <a:lnTo>
                    <a:pt x="3529" y="2116"/>
                  </a:lnTo>
                  <a:lnTo>
                    <a:pt x="3529" y="4103"/>
                  </a:lnTo>
                  <a:cubicBezTo>
                    <a:pt x="3529" y="4347"/>
                    <a:pt x="3727" y="4546"/>
                    <a:pt x="3971" y="4546"/>
                  </a:cubicBezTo>
                  <a:lnTo>
                    <a:pt x="5041" y="4546"/>
                  </a:lnTo>
                  <a:lnTo>
                    <a:pt x="5041" y="5597"/>
                  </a:lnTo>
                  <a:lnTo>
                    <a:pt x="1325" y="5597"/>
                  </a:lnTo>
                  <a:lnTo>
                    <a:pt x="1325" y="4245"/>
                  </a:lnTo>
                  <a:lnTo>
                    <a:pt x="1640" y="4245"/>
                  </a:lnTo>
                  <a:cubicBezTo>
                    <a:pt x="1884" y="4245"/>
                    <a:pt x="2082" y="4047"/>
                    <a:pt x="2082" y="3803"/>
                  </a:cubicBezTo>
                  <a:lnTo>
                    <a:pt x="2082" y="2573"/>
                  </a:lnTo>
                  <a:cubicBezTo>
                    <a:pt x="2082" y="2328"/>
                    <a:pt x="1884" y="2130"/>
                    <a:pt x="1640" y="2130"/>
                  </a:cubicBezTo>
                  <a:lnTo>
                    <a:pt x="443" y="2130"/>
                  </a:lnTo>
                  <a:cubicBezTo>
                    <a:pt x="199" y="2130"/>
                    <a:pt x="1" y="2328"/>
                    <a:pt x="1" y="2573"/>
                  </a:cubicBezTo>
                  <a:lnTo>
                    <a:pt x="1" y="3803"/>
                  </a:lnTo>
                  <a:cubicBezTo>
                    <a:pt x="1" y="4047"/>
                    <a:pt x="199" y="4245"/>
                    <a:pt x="443" y="4245"/>
                  </a:cubicBezTo>
                  <a:lnTo>
                    <a:pt x="794" y="4245"/>
                  </a:lnTo>
                  <a:lnTo>
                    <a:pt x="794" y="5686"/>
                  </a:lnTo>
                  <a:cubicBezTo>
                    <a:pt x="794" y="5930"/>
                    <a:pt x="992" y="6129"/>
                    <a:pt x="1236" y="6129"/>
                  </a:cubicBezTo>
                  <a:lnTo>
                    <a:pt x="5041" y="6129"/>
                  </a:lnTo>
                  <a:lnTo>
                    <a:pt x="5041" y="7072"/>
                  </a:lnTo>
                  <a:lnTo>
                    <a:pt x="3971" y="7072"/>
                  </a:lnTo>
                  <a:cubicBezTo>
                    <a:pt x="3824" y="7072"/>
                    <a:pt x="3705" y="7191"/>
                    <a:pt x="3705" y="7338"/>
                  </a:cubicBezTo>
                  <a:cubicBezTo>
                    <a:pt x="3705" y="7485"/>
                    <a:pt x="3824" y="7604"/>
                    <a:pt x="3971" y="7604"/>
                  </a:cubicBezTo>
                  <a:lnTo>
                    <a:pt x="5041" y="7604"/>
                  </a:lnTo>
                  <a:lnTo>
                    <a:pt x="5041" y="8711"/>
                  </a:lnTo>
                  <a:lnTo>
                    <a:pt x="3971" y="8711"/>
                  </a:lnTo>
                  <a:cubicBezTo>
                    <a:pt x="3727" y="8711"/>
                    <a:pt x="3529" y="8909"/>
                    <a:pt x="3529" y="9153"/>
                  </a:cubicBezTo>
                  <a:lnTo>
                    <a:pt x="3529" y="11141"/>
                  </a:lnTo>
                  <a:lnTo>
                    <a:pt x="3224" y="11141"/>
                  </a:lnTo>
                  <a:cubicBezTo>
                    <a:pt x="2979" y="11141"/>
                    <a:pt x="2780" y="11339"/>
                    <a:pt x="2780" y="11583"/>
                  </a:cubicBezTo>
                  <a:lnTo>
                    <a:pt x="2780" y="12812"/>
                  </a:lnTo>
                  <a:cubicBezTo>
                    <a:pt x="2780" y="13057"/>
                    <a:pt x="2979" y="13256"/>
                    <a:pt x="3224" y="13256"/>
                  </a:cubicBezTo>
                  <a:lnTo>
                    <a:pt x="4419" y="13256"/>
                  </a:lnTo>
                  <a:cubicBezTo>
                    <a:pt x="4663" y="13256"/>
                    <a:pt x="4862" y="13057"/>
                    <a:pt x="4862" y="12812"/>
                  </a:cubicBezTo>
                  <a:lnTo>
                    <a:pt x="4862" y="11583"/>
                  </a:lnTo>
                  <a:cubicBezTo>
                    <a:pt x="4862" y="11339"/>
                    <a:pt x="4663" y="11141"/>
                    <a:pt x="4419" y="11141"/>
                  </a:cubicBezTo>
                  <a:lnTo>
                    <a:pt x="4061" y="11141"/>
                  </a:lnTo>
                  <a:lnTo>
                    <a:pt x="4061" y="9242"/>
                  </a:lnTo>
                  <a:lnTo>
                    <a:pt x="5041" y="9242"/>
                  </a:lnTo>
                  <a:lnTo>
                    <a:pt x="5041" y="10301"/>
                  </a:lnTo>
                  <a:cubicBezTo>
                    <a:pt x="5041" y="10545"/>
                    <a:pt x="5240" y="10743"/>
                    <a:pt x="5485" y="10743"/>
                  </a:cubicBezTo>
                  <a:lnTo>
                    <a:pt x="6475" y="10743"/>
                  </a:lnTo>
                  <a:lnTo>
                    <a:pt x="6475" y="11944"/>
                  </a:lnTo>
                  <a:cubicBezTo>
                    <a:pt x="6475" y="12091"/>
                    <a:pt x="6594" y="12210"/>
                    <a:pt x="6740" y="12210"/>
                  </a:cubicBezTo>
                  <a:cubicBezTo>
                    <a:pt x="6887" y="12210"/>
                    <a:pt x="7006" y="12091"/>
                    <a:pt x="7006" y="11944"/>
                  </a:cubicBezTo>
                  <a:lnTo>
                    <a:pt x="7006" y="10743"/>
                  </a:lnTo>
                  <a:lnTo>
                    <a:pt x="8031" y="10743"/>
                  </a:lnTo>
                  <a:lnTo>
                    <a:pt x="8031" y="11944"/>
                  </a:lnTo>
                  <a:cubicBezTo>
                    <a:pt x="8031" y="12091"/>
                    <a:pt x="8150" y="12210"/>
                    <a:pt x="8297" y="12210"/>
                  </a:cubicBezTo>
                  <a:cubicBezTo>
                    <a:pt x="8444" y="12210"/>
                    <a:pt x="8563" y="12091"/>
                    <a:pt x="8563" y="11944"/>
                  </a:cubicBezTo>
                  <a:lnTo>
                    <a:pt x="8563" y="10743"/>
                  </a:lnTo>
                  <a:lnTo>
                    <a:pt x="9588" y="10743"/>
                  </a:lnTo>
                  <a:lnTo>
                    <a:pt x="9588" y="11944"/>
                  </a:lnTo>
                  <a:cubicBezTo>
                    <a:pt x="9588" y="12091"/>
                    <a:pt x="9707" y="12210"/>
                    <a:pt x="9854" y="12210"/>
                  </a:cubicBezTo>
                  <a:cubicBezTo>
                    <a:pt x="10000" y="12210"/>
                    <a:pt x="10119" y="12091"/>
                    <a:pt x="10119" y="11944"/>
                  </a:cubicBezTo>
                  <a:lnTo>
                    <a:pt x="10119" y="10743"/>
                  </a:lnTo>
                  <a:lnTo>
                    <a:pt x="11144" y="10743"/>
                  </a:lnTo>
                  <a:lnTo>
                    <a:pt x="11144" y="11944"/>
                  </a:lnTo>
                  <a:cubicBezTo>
                    <a:pt x="11144" y="12091"/>
                    <a:pt x="11263" y="12210"/>
                    <a:pt x="11410" y="12210"/>
                  </a:cubicBezTo>
                  <a:cubicBezTo>
                    <a:pt x="11557" y="12210"/>
                    <a:pt x="11676" y="12091"/>
                    <a:pt x="11676" y="11944"/>
                  </a:cubicBezTo>
                  <a:lnTo>
                    <a:pt x="11676" y="10743"/>
                  </a:lnTo>
                  <a:lnTo>
                    <a:pt x="12667" y="10743"/>
                  </a:lnTo>
                  <a:cubicBezTo>
                    <a:pt x="12911" y="10743"/>
                    <a:pt x="13109" y="10545"/>
                    <a:pt x="13109" y="10301"/>
                  </a:cubicBezTo>
                  <a:lnTo>
                    <a:pt x="13109" y="9242"/>
                  </a:lnTo>
                  <a:lnTo>
                    <a:pt x="14090" y="9242"/>
                  </a:lnTo>
                  <a:lnTo>
                    <a:pt x="14090" y="11141"/>
                  </a:lnTo>
                  <a:lnTo>
                    <a:pt x="13732" y="11141"/>
                  </a:lnTo>
                  <a:cubicBezTo>
                    <a:pt x="13487" y="11141"/>
                    <a:pt x="13289" y="11339"/>
                    <a:pt x="13289" y="11583"/>
                  </a:cubicBezTo>
                  <a:lnTo>
                    <a:pt x="13289" y="12812"/>
                  </a:lnTo>
                  <a:cubicBezTo>
                    <a:pt x="13289" y="13057"/>
                    <a:pt x="13487" y="13256"/>
                    <a:pt x="13732" y="13256"/>
                  </a:cubicBezTo>
                  <a:lnTo>
                    <a:pt x="14927" y="13256"/>
                  </a:lnTo>
                  <a:cubicBezTo>
                    <a:pt x="15171" y="13256"/>
                    <a:pt x="15370" y="13057"/>
                    <a:pt x="15370" y="12812"/>
                  </a:cubicBezTo>
                  <a:lnTo>
                    <a:pt x="15370" y="11583"/>
                  </a:lnTo>
                  <a:cubicBezTo>
                    <a:pt x="15370" y="11339"/>
                    <a:pt x="15171" y="11141"/>
                    <a:pt x="14927" y="11141"/>
                  </a:cubicBezTo>
                  <a:lnTo>
                    <a:pt x="14622" y="11141"/>
                  </a:lnTo>
                  <a:lnTo>
                    <a:pt x="14622" y="9153"/>
                  </a:lnTo>
                  <a:cubicBezTo>
                    <a:pt x="14622" y="8909"/>
                    <a:pt x="14424" y="8711"/>
                    <a:pt x="14179" y="8711"/>
                  </a:cubicBezTo>
                  <a:lnTo>
                    <a:pt x="13109" y="8711"/>
                  </a:lnTo>
                  <a:lnTo>
                    <a:pt x="13109" y="7604"/>
                  </a:lnTo>
                  <a:lnTo>
                    <a:pt x="14215" y="7604"/>
                  </a:lnTo>
                  <a:cubicBezTo>
                    <a:pt x="14362" y="7604"/>
                    <a:pt x="14481" y="7485"/>
                    <a:pt x="14481" y="7338"/>
                  </a:cubicBezTo>
                  <a:cubicBezTo>
                    <a:pt x="14481" y="7191"/>
                    <a:pt x="14362" y="7072"/>
                    <a:pt x="14215" y="7072"/>
                  </a:cubicBezTo>
                  <a:lnTo>
                    <a:pt x="13109" y="7072"/>
                  </a:lnTo>
                  <a:lnTo>
                    <a:pt x="13109" y="6129"/>
                  </a:lnTo>
                  <a:lnTo>
                    <a:pt x="16914" y="6129"/>
                  </a:lnTo>
                  <a:cubicBezTo>
                    <a:pt x="17159" y="6129"/>
                    <a:pt x="17357" y="5930"/>
                    <a:pt x="17357" y="5686"/>
                  </a:cubicBezTo>
                  <a:lnTo>
                    <a:pt x="17357" y="4245"/>
                  </a:lnTo>
                  <a:lnTo>
                    <a:pt x="17707" y="4245"/>
                  </a:lnTo>
                  <a:cubicBezTo>
                    <a:pt x="17951" y="4245"/>
                    <a:pt x="18150" y="4047"/>
                    <a:pt x="18150" y="3803"/>
                  </a:cubicBezTo>
                  <a:lnTo>
                    <a:pt x="18150" y="2573"/>
                  </a:lnTo>
                  <a:cubicBezTo>
                    <a:pt x="18150" y="2329"/>
                    <a:pt x="17951" y="2130"/>
                    <a:pt x="17707" y="2130"/>
                  </a:cubicBezTo>
                  <a:lnTo>
                    <a:pt x="16511" y="2130"/>
                  </a:lnTo>
                  <a:cubicBezTo>
                    <a:pt x="16267" y="2130"/>
                    <a:pt x="16068" y="2329"/>
                    <a:pt x="16068" y="2574"/>
                  </a:cubicBezTo>
                  <a:lnTo>
                    <a:pt x="16068" y="3803"/>
                  </a:lnTo>
                  <a:cubicBezTo>
                    <a:pt x="16068" y="4047"/>
                    <a:pt x="16267" y="4245"/>
                    <a:pt x="16511" y="4245"/>
                  </a:cubicBezTo>
                  <a:lnTo>
                    <a:pt x="16825" y="4245"/>
                  </a:lnTo>
                  <a:lnTo>
                    <a:pt x="16825" y="5598"/>
                  </a:lnTo>
                  <a:lnTo>
                    <a:pt x="13109" y="5598"/>
                  </a:lnTo>
                  <a:lnTo>
                    <a:pt x="13109" y="4546"/>
                  </a:lnTo>
                  <a:lnTo>
                    <a:pt x="14179" y="4546"/>
                  </a:lnTo>
                  <a:cubicBezTo>
                    <a:pt x="14424" y="4546"/>
                    <a:pt x="14622" y="4347"/>
                    <a:pt x="14622" y="4103"/>
                  </a:cubicBezTo>
                  <a:lnTo>
                    <a:pt x="14622" y="2116"/>
                  </a:lnTo>
                  <a:lnTo>
                    <a:pt x="14928" y="2116"/>
                  </a:lnTo>
                  <a:cubicBezTo>
                    <a:pt x="15172" y="2116"/>
                    <a:pt x="15370" y="1917"/>
                    <a:pt x="15370" y="1672"/>
                  </a:cubicBezTo>
                  <a:lnTo>
                    <a:pt x="15370" y="443"/>
                  </a:lnTo>
                  <a:cubicBezTo>
                    <a:pt x="15370" y="199"/>
                    <a:pt x="15172" y="1"/>
                    <a:pt x="14928" y="1"/>
                  </a:cubicBezTo>
                  <a:lnTo>
                    <a:pt x="13732" y="1"/>
                  </a:lnTo>
                  <a:cubicBezTo>
                    <a:pt x="13487" y="1"/>
                    <a:pt x="13289" y="199"/>
                    <a:pt x="13289" y="443"/>
                  </a:cubicBezTo>
                  <a:lnTo>
                    <a:pt x="13289" y="1672"/>
                  </a:lnTo>
                  <a:cubicBezTo>
                    <a:pt x="13289" y="1917"/>
                    <a:pt x="13487" y="2116"/>
                    <a:pt x="13732" y="2116"/>
                  </a:cubicBezTo>
                  <a:lnTo>
                    <a:pt x="14090" y="2116"/>
                  </a:lnTo>
                  <a:lnTo>
                    <a:pt x="14090" y="4014"/>
                  </a:lnTo>
                  <a:lnTo>
                    <a:pt x="13109" y="4014"/>
                  </a:lnTo>
                  <a:lnTo>
                    <a:pt x="13109" y="2956"/>
                  </a:lnTo>
                  <a:cubicBezTo>
                    <a:pt x="13109" y="2711"/>
                    <a:pt x="12910" y="2512"/>
                    <a:pt x="12667" y="2512"/>
                  </a:cubicBezTo>
                  <a:lnTo>
                    <a:pt x="11676" y="2512"/>
                  </a:lnTo>
                  <a:lnTo>
                    <a:pt x="11676" y="1312"/>
                  </a:lnTo>
                  <a:cubicBezTo>
                    <a:pt x="11676" y="1165"/>
                    <a:pt x="11557" y="1046"/>
                    <a:pt x="11410" y="1046"/>
                  </a:cubicBezTo>
                  <a:cubicBezTo>
                    <a:pt x="11263" y="1046"/>
                    <a:pt x="11144" y="1165"/>
                    <a:pt x="11144" y="1312"/>
                  </a:cubicBezTo>
                  <a:lnTo>
                    <a:pt x="11144" y="2512"/>
                  </a:lnTo>
                  <a:lnTo>
                    <a:pt x="10119" y="2512"/>
                  </a:lnTo>
                  <a:lnTo>
                    <a:pt x="10119" y="1312"/>
                  </a:lnTo>
                  <a:cubicBezTo>
                    <a:pt x="10119" y="1165"/>
                    <a:pt x="10000" y="1046"/>
                    <a:pt x="9854" y="1046"/>
                  </a:cubicBezTo>
                  <a:cubicBezTo>
                    <a:pt x="9707" y="1046"/>
                    <a:pt x="9588" y="1165"/>
                    <a:pt x="9588" y="1312"/>
                  </a:cubicBezTo>
                  <a:lnTo>
                    <a:pt x="9588" y="2512"/>
                  </a:lnTo>
                  <a:lnTo>
                    <a:pt x="8563" y="2512"/>
                  </a:lnTo>
                  <a:lnTo>
                    <a:pt x="8563" y="1312"/>
                  </a:lnTo>
                  <a:cubicBezTo>
                    <a:pt x="8563" y="1165"/>
                    <a:pt x="8444" y="1046"/>
                    <a:pt x="8297" y="1046"/>
                  </a:cubicBezTo>
                  <a:cubicBezTo>
                    <a:pt x="8150" y="1046"/>
                    <a:pt x="8031" y="1165"/>
                    <a:pt x="8031" y="1312"/>
                  </a:cubicBezTo>
                  <a:lnTo>
                    <a:pt x="8031" y="2512"/>
                  </a:lnTo>
                  <a:lnTo>
                    <a:pt x="7006" y="2512"/>
                  </a:lnTo>
                  <a:lnTo>
                    <a:pt x="7006" y="1312"/>
                  </a:lnTo>
                  <a:cubicBezTo>
                    <a:pt x="7006" y="1165"/>
                    <a:pt x="6887" y="1046"/>
                    <a:pt x="6740" y="1046"/>
                  </a:cubicBezTo>
                  <a:cubicBezTo>
                    <a:pt x="6594" y="1046"/>
                    <a:pt x="6475" y="1165"/>
                    <a:pt x="6475" y="1312"/>
                  </a:cubicBezTo>
                  <a:lnTo>
                    <a:pt x="6475" y="2512"/>
                  </a:lnTo>
                  <a:lnTo>
                    <a:pt x="5485" y="2512"/>
                  </a:lnTo>
                  <a:cubicBezTo>
                    <a:pt x="5240" y="2512"/>
                    <a:pt x="5041" y="2711"/>
                    <a:pt x="5041" y="2956"/>
                  </a:cubicBezTo>
                  <a:lnTo>
                    <a:pt x="5041" y="4014"/>
                  </a:lnTo>
                  <a:lnTo>
                    <a:pt x="4061" y="4014"/>
                  </a:lnTo>
                  <a:lnTo>
                    <a:pt x="4061" y="2116"/>
                  </a:lnTo>
                  <a:lnTo>
                    <a:pt x="4419" y="2116"/>
                  </a:lnTo>
                  <a:cubicBezTo>
                    <a:pt x="4663" y="2116"/>
                    <a:pt x="4863" y="1917"/>
                    <a:pt x="4863" y="1672"/>
                  </a:cubicBezTo>
                  <a:lnTo>
                    <a:pt x="4863" y="443"/>
                  </a:lnTo>
                  <a:cubicBezTo>
                    <a:pt x="4863" y="199"/>
                    <a:pt x="4663" y="1"/>
                    <a:pt x="44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7" name="Google Shape;2637;p64">
              <a:extLst>
                <a:ext uri="{FF2B5EF4-FFF2-40B4-BE49-F238E27FC236}">
                  <a16:creationId xmlns:a16="http://schemas.microsoft.com/office/drawing/2014/main" id="{FDAE1FE8-78E8-4BAE-BBFE-DA00E38733AE}"/>
                </a:ext>
              </a:extLst>
            </p:cNvPr>
            <p:cNvSpPr/>
            <p:nvPr/>
          </p:nvSpPr>
          <p:spPr>
            <a:xfrm>
              <a:off x="4475325" y="3460898"/>
              <a:ext cx="89983" cy="132703"/>
            </a:xfrm>
            <a:custGeom>
              <a:avLst/>
              <a:gdLst/>
              <a:ahLst/>
              <a:cxnLst/>
              <a:rect l="l" t="t" r="r" b="b"/>
              <a:pathLst>
                <a:path w="2713" h="4001" extrusionOk="0">
                  <a:moveTo>
                    <a:pt x="2181" y="2417"/>
                  </a:moveTo>
                  <a:lnTo>
                    <a:pt x="2181" y="3468"/>
                  </a:lnTo>
                  <a:lnTo>
                    <a:pt x="1162" y="3468"/>
                  </a:lnTo>
                  <a:lnTo>
                    <a:pt x="1162" y="2417"/>
                  </a:lnTo>
                  <a:close/>
                  <a:moveTo>
                    <a:pt x="267" y="1"/>
                  </a:moveTo>
                  <a:cubicBezTo>
                    <a:pt x="120" y="1"/>
                    <a:pt x="1" y="120"/>
                    <a:pt x="1" y="267"/>
                  </a:cubicBezTo>
                  <a:cubicBezTo>
                    <a:pt x="1" y="414"/>
                    <a:pt x="120" y="533"/>
                    <a:pt x="267" y="533"/>
                  </a:cubicBezTo>
                  <a:lnTo>
                    <a:pt x="1389" y="533"/>
                  </a:lnTo>
                  <a:lnTo>
                    <a:pt x="1389" y="1885"/>
                  </a:lnTo>
                  <a:lnTo>
                    <a:pt x="1074" y="1885"/>
                  </a:lnTo>
                  <a:cubicBezTo>
                    <a:pt x="830" y="1885"/>
                    <a:pt x="631" y="2083"/>
                    <a:pt x="631" y="2327"/>
                  </a:cubicBezTo>
                  <a:lnTo>
                    <a:pt x="631" y="3556"/>
                  </a:lnTo>
                  <a:cubicBezTo>
                    <a:pt x="631" y="3801"/>
                    <a:pt x="830" y="4000"/>
                    <a:pt x="1074" y="4000"/>
                  </a:cubicBezTo>
                  <a:lnTo>
                    <a:pt x="2270" y="4000"/>
                  </a:lnTo>
                  <a:cubicBezTo>
                    <a:pt x="2514" y="4000"/>
                    <a:pt x="2713" y="3801"/>
                    <a:pt x="2713" y="3556"/>
                  </a:cubicBezTo>
                  <a:lnTo>
                    <a:pt x="2713" y="2327"/>
                  </a:lnTo>
                  <a:cubicBezTo>
                    <a:pt x="2713" y="2083"/>
                    <a:pt x="2514" y="1885"/>
                    <a:pt x="2270" y="1885"/>
                  </a:cubicBezTo>
                  <a:lnTo>
                    <a:pt x="1920" y="1885"/>
                  </a:lnTo>
                  <a:lnTo>
                    <a:pt x="1920" y="443"/>
                  </a:lnTo>
                  <a:cubicBezTo>
                    <a:pt x="1920" y="199"/>
                    <a:pt x="1722" y="1"/>
                    <a:pt x="14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" name="Google Shape;2638;p64">
              <a:extLst>
                <a:ext uri="{FF2B5EF4-FFF2-40B4-BE49-F238E27FC236}">
                  <a16:creationId xmlns:a16="http://schemas.microsoft.com/office/drawing/2014/main" id="{02EAA52E-0AA3-4A96-9C76-F109AEC3DD89}"/>
                </a:ext>
              </a:extLst>
            </p:cNvPr>
            <p:cNvSpPr/>
            <p:nvPr/>
          </p:nvSpPr>
          <p:spPr>
            <a:xfrm>
              <a:off x="3963285" y="3460898"/>
              <a:ext cx="91177" cy="132703"/>
            </a:xfrm>
            <a:custGeom>
              <a:avLst/>
              <a:gdLst/>
              <a:ahLst/>
              <a:cxnLst/>
              <a:rect l="l" t="t" r="r" b="b"/>
              <a:pathLst>
                <a:path w="2749" h="4001" extrusionOk="0">
                  <a:moveTo>
                    <a:pt x="1551" y="2417"/>
                  </a:moveTo>
                  <a:lnTo>
                    <a:pt x="1551" y="3468"/>
                  </a:lnTo>
                  <a:lnTo>
                    <a:pt x="533" y="3468"/>
                  </a:lnTo>
                  <a:lnTo>
                    <a:pt x="533" y="2417"/>
                  </a:lnTo>
                  <a:close/>
                  <a:moveTo>
                    <a:pt x="1237" y="1"/>
                  </a:moveTo>
                  <a:cubicBezTo>
                    <a:pt x="993" y="1"/>
                    <a:pt x="794" y="199"/>
                    <a:pt x="794" y="443"/>
                  </a:cubicBezTo>
                  <a:lnTo>
                    <a:pt x="794" y="1885"/>
                  </a:lnTo>
                  <a:lnTo>
                    <a:pt x="444" y="1885"/>
                  </a:lnTo>
                  <a:cubicBezTo>
                    <a:pt x="200" y="1885"/>
                    <a:pt x="1" y="2083"/>
                    <a:pt x="1" y="2327"/>
                  </a:cubicBezTo>
                  <a:lnTo>
                    <a:pt x="1" y="3558"/>
                  </a:lnTo>
                  <a:cubicBezTo>
                    <a:pt x="1" y="3802"/>
                    <a:pt x="200" y="4000"/>
                    <a:pt x="444" y="4000"/>
                  </a:cubicBezTo>
                  <a:lnTo>
                    <a:pt x="1640" y="4000"/>
                  </a:lnTo>
                  <a:cubicBezTo>
                    <a:pt x="1884" y="4000"/>
                    <a:pt x="2083" y="3802"/>
                    <a:pt x="2083" y="3558"/>
                  </a:cubicBezTo>
                  <a:lnTo>
                    <a:pt x="2083" y="2327"/>
                  </a:lnTo>
                  <a:cubicBezTo>
                    <a:pt x="2083" y="2083"/>
                    <a:pt x="1884" y="1885"/>
                    <a:pt x="1640" y="1885"/>
                  </a:cubicBezTo>
                  <a:lnTo>
                    <a:pt x="1325" y="1885"/>
                  </a:lnTo>
                  <a:lnTo>
                    <a:pt x="1325" y="533"/>
                  </a:lnTo>
                  <a:lnTo>
                    <a:pt x="2483" y="533"/>
                  </a:lnTo>
                  <a:cubicBezTo>
                    <a:pt x="2629" y="533"/>
                    <a:pt x="2748" y="414"/>
                    <a:pt x="2748" y="267"/>
                  </a:cubicBezTo>
                  <a:cubicBezTo>
                    <a:pt x="2748" y="120"/>
                    <a:pt x="2629" y="1"/>
                    <a:pt x="24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" name="Google Shape;2639;p64">
              <a:extLst>
                <a:ext uri="{FF2B5EF4-FFF2-40B4-BE49-F238E27FC236}">
                  <a16:creationId xmlns:a16="http://schemas.microsoft.com/office/drawing/2014/main" id="{907F1997-2A6B-4E12-A3C9-C0671542ADE3}"/>
                </a:ext>
              </a:extLst>
            </p:cNvPr>
            <p:cNvSpPr/>
            <p:nvPr/>
          </p:nvSpPr>
          <p:spPr>
            <a:xfrm>
              <a:off x="4183650" y="3363982"/>
              <a:ext cx="161294" cy="164378"/>
            </a:xfrm>
            <a:custGeom>
              <a:avLst/>
              <a:gdLst/>
              <a:ahLst/>
              <a:cxnLst/>
              <a:rect l="l" t="t" r="r" b="b"/>
              <a:pathLst>
                <a:path w="4863" h="4956" extrusionOk="0">
                  <a:moveTo>
                    <a:pt x="1625" y="3298"/>
                  </a:moveTo>
                  <a:lnTo>
                    <a:pt x="1625" y="4424"/>
                  </a:lnTo>
                  <a:lnTo>
                    <a:pt x="533" y="4424"/>
                  </a:lnTo>
                  <a:lnTo>
                    <a:pt x="533" y="3298"/>
                  </a:lnTo>
                  <a:close/>
                  <a:moveTo>
                    <a:pt x="444" y="1"/>
                  </a:moveTo>
                  <a:cubicBezTo>
                    <a:pt x="200" y="1"/>
                    <a:pt x="1" y="200"/>
                    <a:pt x="1" y="444"/>
                  </a:cubicBezTo>
                  <a:lnTo>
                    <a:pt x="1" y="4513"/>
                  </a:lnTo>
                  <a:cubicBezTo>
                    <a:pt x="1" y="4758"/>
                    <a:pt x="200" y="4956"/>
                    <a:pt x="444" y="4956"/>
                  </a:cubicBezTo>
                  <a:lnTo>
                    <a:pt x="4420" y="4956"/>
                  </a:lnTo>
                  <a:cubicBezTo>
                    <a:pt x="4664" y="4956"/>
                    <a:pt x="4863" y="4758"/>
                    <a:pt x="4863" y="4513"/>
                  </a:cubicBezTo>
                  <a:lnTo>
                    <a:pt x="4863" y="2834"/>
                  </a:lnTo>
                  <a:cubicBezTo>
                    <a:pt x="4863" y="2687"/>
                    <a:pt x="4743" y="2568"/>
                    <a:pt x="4597" y="2568"/>
                  </a:cubicBezTo>
                  <a:cubicBezTo>
                    <a:pt x="4450" y="2568"/>
                    <a:pt x="4331" y="2687"/>
                    <a:pt x="4331" y="2834"/>
                  </a:cubicBezTo>
                  <a:lnTo>
                    <a:pt x="4331" y="4424"/>
                  </a:lnTo>
                  <a:lnTo>
                    <a:pt x="2157" y="4424"/>
                  </a:lnTo>
                  <a:lnTo>
                    <a:pt x="2157" y="3032"/>
                  </a:lnTo>
                  <a:cubicBezTo>
                    <a:pt x="2157" y="2885"/>
                    <a:pt x="2038" y="2766"/>
                    <a:pt x="1891" y="2766"/>
                  </a:cubicBezTo>
                  <a:lnTo>
                    <a:pt x="534" y="2766"/>
                  </a:lnTo>
                  <a:lnTo>
                    <a:pt x="534" y="533"/>
                  </a:lnTo>
                  <a:lnTo>
                    <a:pt x="4332" y="533"/>
                  </a:lnTo>
                  <a:lnTo>
                    <a:pt x="4332" y="1274"/>
                  </a:lnTo>
                  <a:cubicBezTo>
                    <a:pt x="4331" y="1420"/>
                    <a:pt x="4450" y="1539"/>
                    <a:pt x="4597" y="1539"/>
                  </a:cubicBezTo>
                  <a:cubicBezTo>
                    <a:pt x="4743" y="1539"/>
                    <a:pt x="4863" y="1420"/>
                    <a:pt x="4863" y="1274"/>
                  </a:cubicBezTo>
                  <a:lnTo>
                    <a:pt x="4863" y="444"/>
                  </a:lnTo>
                  <a:cubicBezTo>
                    <a:pt x="4863" y="200"/>
                    <a:pt x="4664" y="1"/>
                    <a:pt x="44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103" name="Google Shape;2062;p59">
            <a:extLst>
              <a:ext uri="{FF2B5EF4-FFF2-40B4-BE49-F238E27FC236}">
                <a16:creationId xmlns:a16="http://schemas.microsoft.com/office/drawing/2014/main" id="{EC80782C-2075-4878-A807-1AA53C2E225C}"/>
              </a:ext>
            </a:extLst>
          </p:cNvPr>
          <p:cNvSpPr/>
          <p:nvPr/>
        </p:nvSpPr>
        <p:spPr>
          <a:xfrm rot="5400000">
            <a:off x="4864769" y="2184464"/>
            <a:ext cx="903900" cy="7836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002E8A">
              <a:alpha val="33000"/>
            </a:srgbClr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4" name="Google Shape;2070;p59">
            <a:extLst>
              <a:ext uri="{FF2B5EF4-FFF2-40B4-BE49-F238E27FC236}">
                <a16:creationId xmlns:a16="http://schemas.microsoft.com/office/drawing/2014/main" id="{EE376697-7E0B-46BF-8F99-ECA627CF0CB3}"/>
              </a:ext>
            </a:extLst>
          </p:cNvPr>
          <p:cNvSpPr/>
          <p:nvPr/>
        </p:nvSpPr>
        <p:spPr>
          <a:xfrm rot="10800000">
            <a:off x="4362195" y="1788428"/>
            <a:ext cx="1909049" cy="953666"/>
          </a:xfrm>
          <a:custGeom>
            <a:avLst/>
            <a:gdLst/>
            <a:ahLst/>
            <a:cxnLst/>
            <a:rect l="l" t="t" r="r" b="b"/>
            <a:pathLst>
              <a:path w="44066" h="22017" fill="none" extrusionOk="0">
                <a:moveTo>
                  <a:pt x="44065" y="1"/>
                </a:moveTo>
                <a:cubicBezTo>
                  <a:pt x="44065" y="12176"/>
                  <a:pt x="34191" y="22016"/>
                  <a:pt x="22049" y="22016"/>
                </a:cubicBezTo>
                <a:cubicBezTo>
                  <a:pt x="9874" y="22016"/>
                  <a:pt x="0" y="12176"/>
                  <a:pt x="0" y="1"/>
                </a:cubicBezTo>
              </a:path>
            </a:pathLst>
          </a:custGeom>
          <a:noFill/>
          <a:ln w="19050" cap="rnd" cmpd="sng">
            <a:solidFill>
              <a:schemeClr val="dk1"/>
            </a:solidFill>
            <a:prstDash val="solid"/>
            <a:miter lim="33357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5" name="Google Shape;2073;p59">
            <a:extLst>
              <a:ext uri="{FF2B5EF4-FFF2-40B4-BE49-F238E27FC236}">
                <a16:creationId xmlns:a16="http://schemas.microsoft.com/office/drawing/2014/main" id="{8691FDF7-2513-4E89-A5F9-BD15AF44596D}"/>
              </a:ext>
            </a:extLst>
          </p:cNvPr>
          <p:cNvSpPr/>
          <p:nvPr/>
        </p:nvSpPr>
        <p:spPr>
          <a:xfrm rot="10800000">
            <a:off x="6186724" y="2636553"/>
            <a:ext cx="159037" cy="159009"/>
          </a:xfrm>
          <a:custGeom>
            <a:avLst/>
            <a:gdLst/>
            <a:ahLst/>
            <a:cxnLst/>
            <a:rect l="l" t="t" r="r" b="b"/>
            <a:pathLst>
              <a:path w="3671" h="3671" extrusionOk="0">
                <a:moveTo>
                  <a:pt x="1835" y="1"/>
                </a:moveTo>
                <a:cubicBezTo>
                  <a:pt x="835" y="1"/>
                  <a:pt x="1" y="835"/>
                  <a:pt x="1" y="1836"/>
                </a:cubicBezTo>
                <a:cubicBezTo>
                  <a:pt x="1" y="2870"/>
                  <a:pt x="835" y="3670"/>
                  <a:pt x="1835" y="3670"/>
                </a:cubicBezTo>
                <a:cubicBezTo>
                  <a:pt x="2869" y="3670"/>
                  <a:pt x="3670" y="2870"/>
                  <a:pt x="3670" y="1836"/>
                </a:cubicBezTo>
                <a:cubicBezTo>
                  <a:pt x="3670" y="835"/>
                  <a:pt x="2836" y="1"/>
                  <a:pt x="183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6" name="Google Shape;2074;p59">
            <a:extLst>
              <a:ext uri="{FF2B5EF4-FFF2-40B4-BE49-F238E27FC236}">
                <a16:creationId xmlns:a16="http://schemas.microsoft.com/office/drawing/2014/main" id="{7F29A9C4-4009-44EC-B784-FF7339094480}"/>
              </a:ext>
            </a:extLst>
          </p:cNvPr>
          <p:cNvSpPr/>
          <p:nvPr/>
        </p:nvSpPr>
        <p:spPr>
          <a:xfrm rot="10800000">
            <a:off x="4277796" y="2636553"/>
            <a:ext cx="158994" cy="159009"/>
          </a:xfrm>
          <a:custGeom>
            <a:avLst/>
            <a:gdLst/>
            <a:ahLst/>
            <a:cxnLst/>
            <a:rect l="l" t="t" r="r" b="b"/>
            <a:pathLst>
              <a:path w="3670" h="3671" extrusionOk="0">
                <a:moveTo>
                  <a:pt x="1835" y="1"/>
                </a:moveTo>
                <a:cubicBezTo>
                  <a:pt x="834" y="1"/>
                  <a:pt x="1" y="835"/>
                  <a:pt x="1" y="1836"/>
                </a:cubicBezTo>
                <a:cubicBezTo>
                  <a:pt x="1" y="2870"/>
                  <a:pt x="834" y="3670"/>
                  <a:pt x="1835" y="3670"/>
                </a:cubicBezTo>
                <a:cubicBezTo>
                  <a:pt x="2836" y="3670"/>
                  <a:pt x="3670" y="2870"/>
                  <a:pt x="3670" y="1836"/>
                </a:cubicBezTo>
                <a:cubicBezTo>
                  <a:pt x="3670" y="835"/>
                  <a:pt x="2869" y="1"/>
                  <a:pt x="183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7" name="Google Shape;2076;p59">
            <a:extLst>
              <a:ext uri="{FF2B5EF4-FFF2-40B4-BE49-F238E27FC236}">
                <a16:creationId xmlns:a16="http://schemas.microsoft.com/office/drawing/2014/main" id="{222B2F9F-6119-45C0-8EA7-887A7CC1D822}"/>
              </a:ext>
            </a:extLst>
          </p:cNvPr>
          <p:cNvSpPr txBox="1"/>
          <p:nvPr/>
        </p:nvSpPr>
        <p:spPr>
          <a:xfrm>
            <a:off x="4356570" y="3126384"/>
            <a:ext cx="1920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2100" dirty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1980</a:t>
            </a:r>
            <a:endParaRPr sz="2100" dirty="0">
              <a:solidFill>
                <a:schemeClr val="dk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grpSp>
        <p:nvGrpSpPr>
          <p:cNvPr id="108" name="Google Shape;2431;p64">
            <a:extLst>
              <a:ext uri="{FF2B5EF4-FFF2-40B4-BE49-F238E27FC236}">
                <a16:creationId xmlns:a16="http://schemas.microsoft.com/office/drawing/2014/main" id="{B65F3896-9BAE-4508-BD17-8BF201BD8091}"/>
              </a:ext>
            </a:extLst>
          </p:cNvPr>
          <p:cNvGrpSpPr/>
          <p:nvPr/>
        </p:nvGrpSpPr>
        <p:grpSpPr>
          <a:xfrm>
            <a:off x="5084893" y="2356203"/>
            <a:ext cx="536704" cy="415294"/>
            <a:chOff x="7457448" y="1499206"/>
            <a:chExt cx="602023" cy="465838"/>
          </a:xfrm>
        </p:grpSpPr>
        <p:sp>
          <p:nvSpPr>
            <p:cNvPr id="109" name="Google Shape;2432;p64">
              <a:extLst>
                <a:ext uri="{FF2B5EF4-FFF2-40B4-BE49-F238E27FC236}">
                  <a16:creationId xmlns:a16="http://schemas.microsoft.com/office/drawing/2014/main" id="{1F21540F-8200-4B1B-B7C0-02F9EF6AD708}"/>
                </a:ext>
              </a:extLst>
            </p:cNvPr>
            <p:cNvSpPr/>
            <p:nvPr/>
          </p:nvSpPr>
          <p:spPr>
            <a:xfrm>
              <a:off x="7696885" y="1906072"/>
              <a:ext cx="76683" cy="24245"/>
            </a:xfrm>
            <a:custGeom>
              <a:avLst/>
              <a:gdLst/>
              <a:ahLst/>
              <a:cxnLst/>
              <a:rect l="l" t="t" r="r" b="b"/>
              <a:pathLst>
                <a:path w="2312" h="731" extrusionOk="0">
                  <a:moveTo>
                    <a:pt x="305" y="0"/>
                  </a:moveTo>
                  <a:cubicBezTo>
                    <a:pt x="207" y="0"/>
                    <a:pt x="113" y="54"/>
                    <a:pt x="66" y="148"/>
                  </a:cubicBezTo>
                  <a:cubicBezTo>
                    <a:pt x="1" y="279"/>
                    <a:pt x="55" y="439"/>
                    <a:pt x="187" y="504"/>
                  </a:cubicBezTo>
                  <a:cubicBezTo>
                    <a:pt x="491" y="655"/>
                    <a:pt x="817" y="731"/>
                    <a:pt x="1157" y="731"/>
                  </a:cubicBezTo>
                  <a:cubicBezTo>
                    <a:pt x="1496" y="731"/>
                    <a:pt x="1822" y="655"/>
                    <a:pt x="2126" y="504"/>
                  </a:cubicBezTo>
                  <a:cubicBezTo>
                    <a:pt x="2258" y="439"/>
                    <a:pt x="2312" y="279"/>
                    <a:pt x="2246" y="148"/>
                  </a:cubicBezTo>
                  <a:cubicBezTo>
                    <a:pt x="2200" y="54"/>
                    <a:pt x="2106" y="0"/>
                    <a:pt x="2008" y="0"/>
                  </a:cubicBezTo>
                  <a:cubicBezTo>
                    <a:pt x="1968" y="0"/>
                    <a:pt x="1928" y="9"/>
                    <a:pt x="1890" y="28"/>
                  </a:cubicBezTo>
                  <a:cubicBezTo>
                    <a:pt x="1660" y="142"/>
                    <a:pt x="1414" y="200"/>
                    <a:pt x="1156" y="200"/>
                  </a:cubicBezTo>
                  <a:cubicBezTo>
                    <a:pt x="899" y="200"/>
                    <a:pt x="653" y="142"/>
                    <a:pt x="423" y="28"/>
                  </a:cubicBezTo>
                  <a:cubicBezTo>
                    <a:pt x="385" y="9"/>
                    <a:pt x="345" y="0"/>
                    <a:pt x="3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0" name="Google Shape;2433;p64">
              <a:extLst>
                <a:ext uri="{FF2B5EF4-FFF2-40B4-BE49-F238E27FC236}">
                  <a16:creationId xmlns:a16="http://schemas.microsoft.com/office/drawing/2014/main" id="{57635D5B-8175-4282-BDBF-24CE4390828C}"/>
                </a:ext>
              </a:extLst>
            </p:cNvPr>
            <p:cNvSpPr/>
            <p:nvPr/>
          </p:nvSpPr>
          <p:spPr>
            <a:xfrm>
              <a:off x="7682523" y="1937514"/>
              <a:ext cx="105406" cy="27529"/>
            </a:xfrm>
            <a:custGeom>
              <a:avLst/>
              <a:gdLst/>
              <a:ahLst/>
              <a:cxnLst/>
              <a:rect l="l" t="t" r="r" b="b"/>
              <a:pathLst>
                <a:path w="3178" h="830" extrusionOk="0">
                  <a:moveTo>
                    <a:pt x="2874" y="1"/>
                  </a:moveTo>
                  <a:cubicBezTo>
                    <a:pt x="2835" y="1"/>
                    <a:pt x="2795" y="9"/>
                    <a:pt x="2757" y="27"/>
                  </a:cubicBezTo>
                  <a:cubicBezTo>
                    <a:pt x="2391" y="207"/>
                    <a:pt x="1997" y="297"/>
                    <a:pt x="1589" y="297"/>
                  </a:cubicBezTo>
                  <a:cubicBezTo>
                    <a:pt x="1180" y="297"/>
                    <a:pt x="788" y="207"/>
                    <a:pt x="421" y="28"/>
                  </a:cubicBezTo>
                  <a:cubicBezTo>
                    <a:pt x="384" y="10"/>
                    <a:pt x="344" y="1"/>
                    <a:pt x="304" y="1"/>
                  </a:cubicBezTo>
                  <a:cubicBezTo>
                    <a:pt x="206" y="1"/>
                    <a:pt x="111" y="56"/>
                    <a:pt x="65" y="150"/>
                  </a:cubicBezTo>
                  <a:cubicBezTo>
                    <a:pt x="0" y="282"/>
                    <a:pt x="56" y="441"/>
                    <a:pt x="187" y="506"/>
                  </a:cubicBezTo>
                  <a:cubicBezTo>
                    <a:pt x="628" y="720"/>
                    <a:pt x="1099" y="829"/>
                    <a:pt x="1589" y="829"/>
                  </a:cubicBezTo>
                  <a:cubicBezTo>
                    <a:pt x="2080" y="829"/>
                    <a:pt x="2551" y="720"/>
                    <a:pt x="2990" y="506"/>
                  </a:cubicBezTo>
                  <a:cubicBezTo>
                    <a:pt x="3123" y="441"/>
                    <a:pt x="3177" y="282"/>
                    <a:pt x="3113" y="149"/>
                  </a:cubicBezTo>
                  <a:cubicBezTo>
                    <a:pt x="3067" y="55"/>
                    <a:pt x="2972" y="1"/>
                    <a:pt x="28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1" name="Google Shape;2434;p64">
              <a:extLst>
                <a:ext uri="{FF2B5EF4-FFF2-40B4-BE49-F238E27FC236}">
                  <a16:creationId xmlns:a16="http://schemas.microsoft.com/office/drawing/2014/main" id="{B4D4B603-F6B8-4236-AC2B-ADB195910E10}"/>
                </a:ext>
              </a:extLst>
            </p:cNvPr>
            <p:cNvSpPr/>
            <p:nvPr/>
          </p:nvSpPr>
          <p:spPr>
            <a:xfrm>
              <a:off x="7911578" y="1729189"/>
              <a:ext cx="147894" cy="154760"/>
            </a:xfrm>
            <a:custGeom>
              <a:avLst/>
              <a:gdLst/>
              <a:ahLst/>
              <a:cxnLst/>
              <a:rect l="l" t="t" r="r" b="b"/>
              <a:pathLst>
                <a:path w="4459" h="4666" extrusionOk="0">
                  <a:moveTo>
                    <a:pt x="3341" y="1148"/>
                  </a:moveTo>
                  <a:cubicBezTo>
                    <a:pt x="3664" y="1148"/>
                    <a:pt x="3927" y="1414"/>
                    <a:pt x="3927" y="1740"/>
                  </a:cubicBezTo>
                  <a:lnTo>
                    <a:pt x="3927" y="2845"/>
                  </a:lnTo>
                  <a:cubicBezTo>
                    <a:pt x="3417" y="2817"/>
                    <a:pt x="3011" y="2390"/>
                    <a:pt x="3011" y="1869"/>
                  </a:cubicBezTo>
                  <a:lnTo>
                    <a:pt x="3011" y="1148"/>
                  </a:lnTo>
                  <a:close/>
                  <a:moveTo>
                    <a:pt x="303" y="0"/>
                  </a:moveTo>
                  <a:cubicBezTo>
                    <a:pt x="251" y="0"/>
                    <a:pt x="199" y="15"/>
                    <a:pt x="153" y="46"/>
                  </a:cubicBezTo>
                  <a:cubicBezTo>
                    <a:pt x="32" y="129"/>
                    <a:pt x="0" y="295"/>
                    <a:pt x="84" y="416"/>
                  </a:cubicBezTo>
                  <a:lnTo>
                    <a:pt x="504" y="1032"/>
                  </a:lnTo>
                  <a:cubicBezTo>
                    <a:pt x="555" y="1105"/>
                    <a:pt x="637" y="1148"/>
                    <a:pt x="724" y="1148"/>
                  </a:cubicBezTo>
                  <a:lnTo>
                    <a:pt x="2480" y="1148"/>
                  </a:lnTo>
                  <a:lnTo>
                    <a:pt x="2480" y="1869"/>
                  </a:lnTo>
                  <a:cubicBezTo>
                    <a:pt x="2480" y="2683"/>
                    <a:pt x="3124" y="3348"/>
                    <a:pt x="3927" y="3377"/>
                  </a:cubicBezTo>
                  <a:lnTo>
                    <a:pt x="3927" y="3541"/>
                  </a:lnTo>
                  <a:cubicBezTo>
                    <a:pt x="3927" y="3868"/>
                    <a:pt x="3664" y="4134"/>
                    <a:pt x="3341" y="4134"/>
                  </a:cubicBezTo>
                  <a:lnTo>
                    <a:pt x="3111" y="4134"/>
                  </a:lnTo>
                  <a:cubicBezTo>
                    <a:pt x="2965" y="4134"/>
                    <a:pt x="2845" y="4253"/>
                    <a:pt x="2845" y="4400"/>
                  </a:cubicBezTo>
                  <a:cubicBezTo>
                    <a:pt x="2845" y="4546"/>
                    <a:pt x="2965" y="4665"/>
                    <a:pt x="3111" y="4665"/>
                  </a:cubicBezTo>
                  <a:lnTo>
                    <a:pt x="3341" y="4665"/>
                  </a:lnTo>
                  <a:cubicBezTo>
                    <a:pt x="3957" y="4665"/>
                    <a:pt x="4458" y="4161"/>
                    <a:pt x="4458" y="3541"/>
                  </a:cubicBezTo>
                  <a:lnTo>
                    <a:pt x="4458" y="1739"/>
                  </a:lnTo>
                  <a:cubicBezTo>
                    <a:pt x="4458" y="1120"/>
                    <a:pt x="3957" y="616"/>
                    <a:pt x="3341" y="616"/>
                  </a:cubicBezTo>
                  <a:lnTo>
                    <a:pt x="865" y="616"/>
                  </a:lnTo>
                  <a:lnTo>
                    <a:pt x="523" y="116"/>
                  </a:lnTo>
                  <a:cubicBezTo>
                    <a:pt x="471" y="41"/>
                    <a:pt x="388" y="0"/>
                    <a:pt x="3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2" name="Google Shape;2435;p64">
              <a:extLst>
                <a:ext uri="{FF2B5EF4-FFF2-40B4-BE49-F238E27FC236}">
                  <a16:creationId xmlns:a16="http://schemas.microsoft.com/office/drawing/2014/main" id="{61DB282B-4F26-411E-A67A-DB901CB6D5E7}"/>
                </a:ext>
              </a:extLst>
            </p:cNvPr>
            <p:cNvSpPr/>
            <p:nvPr/>
          </p:nvSpPr>
          <p:spPr>
            <a:xfrm>
              <a:off x="7543551" y="1842091"/>
              <a:ext cx="62819" cy="63184"/>
            </a:xfrm>
            <a:custGeom>
              <a:avLst/>
              <a:gdLst/>
              <a:ahLst/>
              <a:cxnLst/>
              <a:rect l="l" t="t" r="r" b="b"/>
              <a:pathLst>
                <a:path w="1894" h="1905" extrusionOk="0">
                  <a:moveTo>
                    <a:pt x="947" y="532"/>
                  </a:moveTo>
                  <a:cubicBezTo>
                    <a:pt x="1176" y="532"/>
                    <a:pt x="1363" y="720"/>
                    <a:pt x="1363" y="952"/>
                  </a:cubicBezTo>
                  <a:cubicBezTo>
                    <a:pt x="1363" y="1184"/>
                    <a:pt x="1176" y="1373"/>
                    <a:pt x="947" y="1373"/>
                  </a:cubicBezTo>
                  <a:cubicBezTo>
                    <a:pt x="718" y="1373"/>
                    <a:pt x="532" y="1184"/>
                    <a:pt x="532" y="952"/>
                  </a:cubicBezTo>
                  <a:cubicBezTo>
                    <a:pt x="532" y="720"/>
                    <a:pt x="718" y="532"/>
                    <a:pt x="947" y="532"/>
                  </a:cubicBezTo>
                  <a:close/>
                  <a:moveTo>
                    <a:pt x="947" y="1"/>
                  </a:moveTo>
                  <a:cubicBezTo>
                    <a:pt x="425" y="1"/>
                    <a:pt x="0" y="428"/>
                    <a:pt x="0" y="952"/>
                  </a:cubicBezTo>
                  <a:cubicBezTo>
                    <a:pt x="0" y="1477"/>
                    <a:pt x="425" y="1904"/>
                    <a:pt x="947" y="1904"/>
                  </a:cubicBezTo>
                  <a:cubicBezTo>
                    <a:pt x="1470" y="1904"/>
                    <a:pt x="1894" y="1477"/>
                    <a:pt x="1894" y="952"/>
                  </a:cubicBezTo>
                  <a:cubicBezTo>
                    <a:pt x="1894" y="428"/>
                    <a:pt x="1470" y="1"/>
                    <a:pt x="9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3" name="Google Shape;2436;p64">
              <a:extLst>
                <a:ext uri="{FF2B5EF4-FFF2-40B4-BE49-F238E27FC236}">
                  <a16:creationId xmlns:a16="http://schemas.microsoft.com/office/drawing/2014/main" id="{786DEDEE-7FDE-4635-BAB7-01A8A25649D2}"/>
                </a:ext>
              </a:extLst>
            </p:cNvPr>
            <p:cNvSpPr/>
            <p:nvPr/>
          </p:nvSpPr>
          <p:spPr>
            <a:xfrm>
              <a:off x="7865375" y="1842091"/>
              <a:ext cx="62819" cy="63184"/>
            </a:xfrm>
            <a:custGeom>
              <a:avLst/>
              <a:gdLst/>
              <a:ahLst/>
              <a:cxnLst/>
              <a:rect l="l" t="t" r="r" b="b"/>
              <a:pathLst>
                <a:path w="1894" h="1905" extrusionOk="0">
                  <a:moveTo>
                    <a:pt x="947" y="532"/>
                  </a:moveTo>
                  <a:cubicBezTo>
                    <a:pt x="1176" y="532"/>
                    <a:pt x="1362" y="720"/>
                    <a:pt x="1362" y="952"/>
                  </a:cubicBezTo>
                  <a:cubicBezTo>
                    <a:pt x="1362" y="1184"/>
                    <a:pt x="1176" y="1373"/>
                    <a:pt x="947" y="1373"/>
                  </a:cubicBezTo>
                  <a:cubicBezTo>
                    <a:pt x="718" y="1373"/>
                    <a:pt x="532" y="1184"/>
                    <a:pt x="532" y="952"/>
                  </a:cubicBezTo>
                  <a:cubicBezTo>
                    <a:pt x="532" y="720"/>
                    <a:pt x="718" y="532"/>
                    <a:pt x="947" y="532"/>
                  </a:cubicBezTo>
                  <a:close/>
                  <a:moveTo>
                    <a:pt x="947" y="1"/>
                  </a:moveTo>
                  <a:cubicBezTo>
                    <a:pt x="425" y="1"/>
                    <a:pt x="0" y="428"/>
                    <a:pt x="0" y="952"/>
                  </a:cubicBezTo>
                  <a:cubicBezTo>
                    <a:pt x="0" y="1477"/>
                    <a:pt x="425" y="1904"/>
                    <a:pt x="947" y="1904"/>
                  </a:cubicBezTo>
                  <a:cubicBezTo>
                    <a:pt x="1469" y="1904"/>
                    <a:pt x="1893" y="1477"/>
                    <a:pt x="1893" y="952"/>
                  </a:cubicBezTo>
                  <a:cubicBezTo>
                    <a:pt x="1893" y="428"/>
                    <a:pt x="1469" y="1"/>
                    <a:pt x="9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4" name="Google Shape;2437;p64">
              <a:extLst>
                <a:ext uri="{FF2B5EF4-FFF2-40B4-BE49-F238E27FC236}">
                  <a16:creationId xmlns:a16="http://schemas.microsoft.com/office/drawing/2014/main" id="{B149E75D-3304-4531-A837-E43F49FDEB3C}"/>
                </a:ext>
              </a:extLst>
            </p:cNvPr>
            <p:cNvSpPr/>
            <p:nvPr/>
          </p:nvSpPr>
          <p:spPr>
            <a:xfrm>
              <a:off x="7759969" y="1531710"/>
              <a:ext cx="59834" cy="57944"/>
            </a:xfrm>
            <a:custGeom>
              <a:avLst/>
              <a:gdLst/>
              <a:ahLst/>
              <a:cxnLst/>
              <a:rect l="l" t="t" r="r" b="b"/>
              <a:pathLst>
                <a:path w="1804" h="1747" extrusionOk="0">
                  <a:moveTo>
                    <a:pt x="299" y="1"/>
                  </a:moveTo>
                  <a:cubicBezTo>
                    <a:pt x="188" y="1"/>
                    <a:pt x="86" y="70"/>
                    <a:pt x="48" y="180"/>
                  </a:cubicBezTo>
                  <a:cubicBezTo>
                    <a:pt x="0" y="318"/>
                    <a:pt x="74" y="470"/>
                    <a:pt x="213" y="517"/>
                  </a:cubicBezTo>
                  <a:cubicBezTo>
                    <a:pt x="456" y="601"/>
                    <a:pt x="672" y="736"/>
                    <a:pt x="854" y="920"/>
                  </a:cubicBezTo>
                  <a:cubicBezTo>
                    <a:pt x="1035" y="1103"/>
                    <a:pt x="1170" y="1320"/>
                    <a:pt x="1252" y="1566"/>
                  </a:cubicBezTo>
                  <a:cubicBezTo>
                    <a:pt x="1290" y="1677"/>
                    <a:pt x="1394" y="1746"/>
                    <a:pt x="1504" y="1746"/>
                  </a:cubicBezTo>
                  <a:cubicBezTo>
                    <a:pt x="1532" y="1746"/>
                    <a:pt x="1561" y="1741"/>
                    <a:pt x="1590" y="1732"/>
                  </a:cubicBezTo>
                  <a:cubicBezTo>
                    <a:pt x="1728" y="1686"/>
                    <a:pt x="1803" y="1535"/>
                    <a:pt x="1756" y="1395"/>
                  </a:cubicBezTo>
                  <a:cubicBezTo>
                    <a:pt x="1647" y="1073"/>
                    <a:pt x="1471" y="786"/>
                    <a:pt x="1230" y="545"/>
                  </a:cubicBezTo>
                  <a:cubicBezTo>
                    <a:pt x="991" y="304"/>
                    <a:pt x="707" y="125"/>
                    <a:pt x="386" y="15"/>
                  </a:cubicBezTo>
                  <a:cubicBezTo>
                    <a:pt x="357" y="5"/>
                    <a:pt x="328" y="1"/>
                    <a:pt x="2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5" name="Google Shape;2438;p64">
              <a:extLst>
                <a:ext uri="{FF2B5EF4-FFF2-40B4-BE49-F238E27FC236}">
                  <a16:creationId xmlns:a16="http://schemas.microsoft.com/office/drawing/2014/main" id="{97204EA5-4725-4AFC-90B5-21EDB6D9963A}"/>
                </a:ext>
              </a:extLst>
            </p:cNvPr>
            <p:cNvSpPr/>
            <p:nvPr/>
          </p:nvSpPr>
          <p:spPr>
            <a:xfrm>
              <a:off x="7748062" y="1564181"/>
              <a:ext cx="39436" cy="37479"/>
            </a:xfrm>
            <a:custGeom>
              <a:avLst/>
              <a:gdLst/>
              <a:ahLst/>
              <a:cxnLst/>
              <a:rect l="l" t="t" r="r" b="b"/>
              <a:pathLst>
                <a:path w="1189" h="1130" extrusionOk="0">
                  <a:moveTo>
                    <a:pt x="299" y="1"/>
                  </a:moveTo>
                  <a:cubicBezTo>
                    <a:pt x="187" y="1"/>
                    <a:pt x="83" y="73"/>
                    <a:pt x="46" y="185"/>
                  </a:cubicBezTo>
                  <a:cubicBezTo>
                    <a:pt x="1" y="325"/>
                    <a:pt x="77" y="475"/>
                    <a:pt x="218" y="520"/>
                  </a:cubicBezTo>
                  <a:cubicBezTo>
                    <a:pt x="317" y="553"/>
                    <a:pt x="405" y="606"/>
                    <a:pt x="478" y="680"/>
                  </a:cubicBezTo>
                  <a:cubicBezTo>
                    <a:pt x="552" y="754"/>
                    <a:pt x="606" y="843"/>
                    <a:pt x="638" y="944"/>
                  </a:cubicBezTo>
                  <a:cubicBezTo>
                    <a:pt x="673" y="1058"/>
                    <a:pt x="778" y="1130"/>
                    <a:pt x="891" y="1130"/>
                  </a:cubicBezTo>
                  <a:cubicBezTo>
                    <a:pt x="918" y="1130"/>
                    <a:pt x="945" y="1126"/>
                    <a:pt x="971" y="1117"/>
                  </a:cubicBezTo>
                  <a:cubicBezTo>
                    <a:pt x="1112" y="1073"/>
                    <a:pt x="1189" y="923"/>
                    <a:pt x="1145" y="784"/>
                  </a:cubicBezTo>
                  <a:cubicBezTo>
                    <a:pt x="1086" y="601"/>
                    <a:pt x="990" y="440"/>
                    <a:pt x="856" y="305"/>
                  </a:cubicBezTo>
                  <a:cubicBezTo>
                    <a:pt x="722" y="171"/>
                    <a:pt x="563" y="72"/>
                    <a:pt x="381" y="14"/>
                  </a:cubicBezTo>
                  <a:cubicBezTo>
                    <a:pt x="354" y="5"/>
                    <a:pt x="326" y="1"/>
                    <a:pt x="2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6" name="Google Shape;2439;p64">
              <a:extLst>
                <a:ext uri="{FF2B5EF4-FFF2-40B4-BE49-F238E27FC236}">
                  <a16:creationId xmlns:a16="http://schemas.microsoft.com/office/drawing/2014/main" id="{76482C8B-5E36-45E6-B57B-7316B85163A1}"/>
                </a:ext>
              </a:extLst>
            </p:cNvPr>
            <p:cNvSpPr/>
            <p:nvPr/>
          </p:nvSpPr>
          <p:spPr>
            <a:xfrm>
              <a:off x="7771876" y="1499206"/>
              <a:ext cx="80166" cy="78408"/>
            </a:xfrm>
            <a:custGeom>
              <a:avLst/>
              <a:gdLst/>
              <a:ahLst/>
              <a:cxnLst/>
              <a:rect l="l" t="t" r="r" b="b"/>
              <a:pathLst>
                <a:path w="2417" h="2364" extrusionOk="0">
                  <a:moveTo>
                    <a:pt x="300" y="1"/>
                  </a:moveTo>
                  <a:cubicBezTo>
                    <a:pt x="190" y="1"/>
                    <a:pt x="87" y="69"/>
                    <a:pt x="49" y="179"/>
                  </a:cubicBezTo>
                  <a:cubicBezTo>
                    <a:pt x="1" y="318"/>
                    <a:pt x="74" y="470"/>
                    <a:pt x="212" y="518"/>
                  </a:cubicBezTo>
                  <a:cubicBezTo>
                    <a:pt x="597" y="652"/>
                    <a:pt x="938" y="869"/>
                    <a:pt x="1228" y="1161"/>
                  </a:cubicBezTo>
                  <a:cubicBezTo>
                    <a:pt x="1517" y="1451"/>
                    <a:pt x="1732" y="1796"/>
                    <a:pt x="1865" y="2185"/>
                  </a:cubicBezTo>
                  <a:cubicBezTo>
                    <a:pt x="1903" y="2295"/>
                    <a:pt x="2007" y="2364"/>
                    <a:pt x="2117" y="2364"/>
                  </a:cubicBezTo>
                  <a:cubicBezTo>
                    <a:pt x="2146" y="2364"/>
                    <a:pt x="2175" y="2360"/>
                    <a:pt x="2204" y="2350"/>
                  </a:cubicBezTo>
                  <a:cubicBezTo>
                    <a:pt x="2343" y="2301"/>
                    <a:pt x="2417" y="2150"/>
                    <a:pt x="2368" y="2012"/>
                  </a:cubicBezTo>
                  <a:cubicBezTo>
                    <a:pt x="2208" y="1547"/>
                    <a:pt x="1951" y="1135"/>
                    <a:pt x="1605" y="786"/>
                  </a:cubicBezTo>
                  <a:cubicBezTo>
                    <a:pt x="1258" y="437"/>
                    <a:pt x="849" y="178"/>
                    <a:pt x="388" y="16"/>
                  </a:cubicBezTo>
                  <a:cubicBezTo>
                    <a:pt x="359" y="6"/>
                    <a:pt x="329" y="1"/>
                    <a:pt x="3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7" name="Google Shape;2440;p64">
              <a:extLst>
                <a:ext uri="{FF2B5EF4-FFF2-40B4-BE49-F238E27FC236}">
                  <a16:creationId xmlns:a16="http://schemas.microsoft.com/office/drawing/2014/main" id="{1D60C7E3-88FB-449D-8E2C-7C8370C7EA15}"/>
                </a:ext>
              </a:extLst>
            </p:cNvPr>
            <p:cNvSpPr/>
            <p:nvPr/>
          </p:nvSpPr>
          <p:spPr>
            <a:xfrm>
              <a:off x="7607498" y="1531710"/>
              <a:ext cx="59834" cy="57944"/>
            </a:xfrm>
            <a:custGeom>
              <a:avLst/>
              <a:gdLst/>
              <a:ahLst/>
              <a:cxnLst/>
              <a:rect l="l" t="t" r="r" b="b"/>
              <a:pathLst>
                <a:path w="1804" h="1747" extrusionOk="0">
                  <a:moveTo>
                    <a:pt x="1505" y="1"/>
                  </a:moveTo>
                  <a:cubicBezTo>
                    <a:pt x="1476" y="1"/>
                    <a:pt x="1446" y="5"/>
                    <a:pt x="1417" y="15"/>
                  </a:cubicBezTo>
                  <a:cubicBezTo>
                    <a:pt x="1097" y="124"/>
                    <a:pt x="813" y="303"/>
                    <a:pt x="573" y="545"/>
                  </a:cubicBezTo>
                  <a:cubicBezTo>
                    <a:pt x="333" y="786"/>
                    <a:pt x="157" y="1073"/>
                    <a:pt x="48" y="1395"/>
                  </a:cubicBezTo>
                  <a:cubicBezTo>
                    <a:pt x="1" y="1535"/>
                    <a:pt x="76" y="1686"/>
                    <a:pt x="214" y="1733"/>
                  </a:cubicBezTo>
                  <a:cubicBezTo>
                    <a:pt x="243" y="1742"/>
                    <a:pt x="272" y="1746"/>
                    <a:pt x="299" y="1746"/>
                  </a:cubicBezTo>
                  <a:cubicBezTo>
                    <a:pt x="410" y="1746"/>
                    <a:pt x="514" y="1677"/>
                    <a:pt x="551" y="1566"/>
                  </a:cubicBezTo>
                  <a:cubicBezTo>
                    <a:pt x="634" y="1320"/>
                    <a:pt x="769" y="1103"/>
                    <a:pt x="950" y="920"/>
                  </a:cubicBezTo>
                  <a:cubicBezTo>
                    <a:pt x="1132" y="736"/>
                    <a:pt x="1348" y="601"/>
                    <a:pt x="1590" y="517"/>
                  </a:cubicBezTo>
                  <a:cubicBezTo>
                    <a:pt x="1730" y="470"/>
                    <a:pt x="1804" y="319"/>
                    <a:pt x="1755" y="180"/>
                  </a:cubicBezTo>
                  <a:cubicBezTo>
                    <a:pt x="1718" y="70"/>
                    <a:pt x="1615" y="1"/>
                    <a:pt x="15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8" name="Google Shape;2441;p64">
              <a:extLst>
                <a:ext uri="{FF2B5EF4-FFF2-40B4-BE49-F238E27FC236}">
                  <a16:creationId xmlns:a16="http://schemas.microsoft.com/office/drawing/2014/main" id="{274D2C98-C4E4-4B2D-AFEE-8B82085ABDF2}"/>
                </a:ext>
              </a:extLst>
            </p:cNvPr>
            <p:cNvSpPr/>
            <p:nvPr/>
          </p:nvSpPr>
          <p:spPr>
            <a:xfrm>
              <a:off x="7639770" y="1564181"/>
              <a:ext cx="39436" cy="37479"/>
            </a:xfrm>
            <a:custGeom>
              <a:avLst/>
              <a:gdLst/>
              <a:ahLst/>
              <a:cxnLst/>
              <a:rect l="l" t="t" r="r" b="b"/>
              <a:pathLst>
                <a:path w="1189" h="1130" extrusionOk="0">
                  <a:moveTo>
                    <a:pt x="891" y="1"/>
                  </a:moveTo>
                  <a:cubicBezTo>
                    <a:pt x="864" y="1"/>
                    <a:pt x="836" y="5"/>
                    <a:pt x="809" y="14"/>
                  </a:cubicBezTo>
                  <a:cubicBezTo>
                    <a:pt x="627" y="72"/>
                    <a:pt x="468" y="171"/>
                    <a:pt x="334" y="305"/>
                  </a:cubicBezTo>
                  <a:cubicBezTo>
                    <a:pt x="200" y="440"/>
                    <a:pt x="104" y="601"/>
                    <a:pt x="45" y="784"/>
                  </a:cubicBezTo>
                  <a:cubicBezTo>
                    <a:pt x="1" y="923"/>
                    <a:pt x="78" y="1073"/>
                    <a:pt x="218" y="1117"/>
                  </a:cubicBezTo>
                  <a:cubicBezTo>
                    <a:pt x="244" y="1126"/>
                    <a:pt x="272" y="1130"/>
                    <a:pt x="299" y="1130"/>
                  </a:cubicBezTo>
                  <a:cubicBezTo>
                    <a:pt x="412" y="1130"/>
                    <a:pt x="516" y="1058"/>
                    <a:pt x="552" y="945"/>
                  </a:cubicBezTo>
                  <a:cubicBezTo>
                    <a:pt x="584" y="843"/>
                    <a:pt x="637" y="754"/>
                    <a:pt x="711" y="680"/>
                  </a:cubicBezTo>
                  <a:cubicBezTo>
                    <a:pt x="784" y="606"/>
                    <a:pt x="873" y="553"/>
                    <a:pt x="972" y="520"/>
                  </a:cubicBezTo>
                  <a:cubicBezTo>
                    <a:pt x="1112" y="475"/>
                    <a:pt x="1189" y="325"/>
                    <a:pt x="1144" y="185"/>
                  </a:cubicBezTo>
                  <a:cubicBezTo>
                    <a:pt x="1107" y="73"/>
                    <a:pt x="1003" y="1"/>
                    <a:pt x="8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9" name="Google Shape;2442;p64">
              <a:extLst>
                <a:ext uri="{FF2B5EF4-FFF2-40B4-BE49-F238E27FC236}">
                  <a16:creationId xmlns:a16="http://schemas.microsoft.com/office/drawing/2014/main" id="{58217864-FE28-4009-9B19-2E0631B72C18}"/>
                </a:ext>
              </a:extLst>
            </p:cNvPr>
            <p:cNvSpPr/>
            <p:nvPr/>
          </p:nvSpPr>
          <p:spPr>
            <a:xfrm>
              <a:off x="7575259" y="1499206"/>
              <a:ext cx="80166" cy="78408"/>
            </a:xfrm>
            <a:custGeom>
              <a:avLst/>
              <a:gdLst/>
              <a:ahLst/>
              <a:cxnLst/>
              <a:rect l="l" t="t" r="r" b="b"/>
              <a:pathLst>
                <a:path w="2417" h="2364" extrusionOk="0">
                  <a:moveTo>
                    <a:pt x="2117" y="1"/>
                  </a:moveTo>
                  <a:cubicBezTo>
                    <a:pt x="2088" y="1"/>
                    <a:pt x="2058" y="6"/>
                    <a:pt x="2029" y="16"/>
                  </a:cubicBezTo>
                  <a:cubicBezTo>
                    <a:pt x="1567" y="177"/>
                    <a:pt x="1157" y="437"/>
                    <a:pt x="811" y="786"/>
                  </a:cubicBezTo>
                  <a:cubicBezTo>
                    <a:pt x="465" y="1134"/>
                    <a:pt x="209" y="1547"/>
                    <a:pt x="48" y="2012"/>
                  </a:cubicBezTo>
                  <a:cubicBezTo>
                    <a:pt x="0" y="2150"/>
                    <a:pt x="74" y="2302"/>
                    <a:pt x="213" y="2350"/>
                  </a:cubicBezTo>
                  <a:cubicBezTo>
                    <a:pt x="242" y="2360"/>
                    <a:pt x="271" y="2364"/>
                    <a:pt x="300" y="2364"/>
                  </a:cubicBezTo>
                  <a:cubicBezTo>
                    <a:pt x="410" y="2364"/>
                    <a:pt x="514" y="2295"/>
                    <a:pt x="552" y="2185"/>
                  </a:cubicBezTo>
                  <a:cubicBezTo>
                    <a:pt x="685" y="1796"/>
                    <a:pt x="900" y="1451"/>
                    <a:pt x="1189" y="1160"/>
                  </a:cubicBezTo>
                  <a:cubicBezTo>
                    <a:pt x="1478" y="869"/>
                    <a:pt x="1820" y="652"/>
                    <a:pt x="2205" y="518"/>
                  </a:cubicBezTo>
                  <a:cubicBezTo>
                    <a:pt x="2343" y="470"/>
                    <a:pt x="2416" y="318"/>
                    <a:pt x="2368" y="179"/>
                  </a:cubicBezTo>
                  <a:cubicBezTo>
                    <a:pt x="2329" y="69"/>
                    <a:pt x="2226" y="1"/>
                    <a:pt x="21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0" name="Google Shape;2443;p64">
              <a:extLst>
                <a:ext uri="{FF2B5EF4-FFF2-40B4-BE49-F238E27FC236}">
                  <a16:creationId xmlns:a16="http://schemas.microsoft.com/office/drawing/2014/main" id="{3D3D30C0-6DD7-451D-8FD5-D859EAF689B9}"/>
                </a:ext>
              </a:extLst>
            </p:cNvPr>
            <p:cNvSpPr/>
            <p:nvPr/>
          </p:nvSpPr>
          <p:spPr>
            <a:xfrm>
              <a:off x="7718576" y="1777382"/>
              <a:ext cx="51542" cy="17645"/>
            </a:xfrm>
            <a:custGeom>
              <a:avLst/>
              <a:gdLst/>
              <a:ahLst/>
              <a:cxnLst/>
              <a:rect l="l" t="t" r="r" b="b"/>
              <a:pathLst>
                <a:path w="1554" h="532" extrusionOk="0">
                  <a:moveTo>
                    <a:pt x="267" y="1"/>
                  </a:moveTo>
                  <a:cubicBezTo>
                    <a:pt x="120" y="1"/>
                    <a:pt x="1" y="120"/>
                    <a:pt x="1" y="267"/>
                  </a:cubicBezTo>
                  <a:cubicBezTo>
                    <a:pt x="1" y="413"/>
                    <a:pt x="120" y="532"/>
                    <a:pt x="267" y="532"/>
                  </a:cubicBezTo>
                  <a:lnTo>
                    <a:pt x="1287" y="532"/>
                  </a:lnTo>
                  <a:cubicBezTo>
                    <a:pt x="1434" y="532"/>
                    <a:pt x="1553" y="413"/>
                    <a:pt x="1553" y="267"/>
                  </a:cubicBezTo>
                  <a:cubicBezTo>
                    <a:pt x="1553" y="119"/>
                    <a:pt x="1434" y="1"/>
                    <a:pt x="12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1" name="Google Shape;2444;p64">
              <a:extLst>
                <a:ext uri="{FF2B5EF4-FFF2-40B4-BE49-F238E27FC236}">
                  <a16:creationId xmlns:a16="http://schemas.microsoft.com/office/drawing/2014/main" id="{19C6AAA5-53EB-4305-AA4D-6EC8D303D7CF}"/>
                </a:ext>
              </a:extLst>
            </p:cNvPr>
            <p:cNvSpPr/>
            <p:nvPr/>
          </p:nvSpPr>
          <p:spPr>
            <a:xfrm>
              <a:off x="7457448" y="1584579"/>
              <a:ext cx="602023" cy="356285"/>
            </a:xfrm>
            <a:custGeom>
              <a:avLst/>
              <a:gdLst/>
              <a:ahLst/>
              <a:cxnLst/>
              <a:rect l="l" t="t" r="r" b="b"/>
              <a:pathLst>
                <a:path w="18151" h="10742" extrusionOk="0">
                  <a:moveTo>
                    <a:pt x="7725" y="532"/>
                  </a:moveTo>
                  <a:cubicBezTo>
                    <a:pt x="8141" y="532"/>
                    <a:pt x="8480" y="875"/>
                    <a:pt x="8480" y="1296"/>
                  </a:cubicBezTo>
                  <a:lnTo>
                    <a:pt x="8480" y="1339"/>
                  </a:lnTo>
                  <a:lnTo>
                    <a:pt x="6969" y="1339"/>
                  </a:lnTo>
                  <a:lnTo>
                    <a:pt x="6969" y="1296"/>
                  </a:lnTo>
                  <a:cubicBezTo>
                    <a:pt x="6969" y="875"/>
                    <a:pt x="7308" y="532"/>
                    <a:pt x="7725" y="532"/>
                  </a:cubicBezTo>
                  <a:close/>
                  <a:moveTo>
                    <a:pt x="937" y="5538"/>
                  </a:moveTo>
                  <a:lnTo>
                    <a:pt x="937" y="6315"/>
                  </a:lnTo>
                  <a:cubicBezTo>
                    <a:pt x="937" y="6638"/>
                    <a:pt x="781" y="6931"/>
                    <a:pt x="533" y="7110"/>
                  </a:cubicBezTo>
                  <a:lnTo>
                    <a:pt x="533" y="6100"/>
                  </a:lnTo>
                  <a:cubicBezTo>
                    <a:pt x="533" y="5837"/>
                    <a:pt x="702" y="5615"/>
                    <a:pt x="937" y="5538"/>
                  </a:cubicBezTo>
                  <a:close/>
                  <a:moveTo>
                    <a:pt x="3543" y="7224"/>
                  </a:moveTo>
                  <a:cubicBezTo>
                    <a:pt x="4359" y="7224"/>
                    <a:pt x="5023" y="7893"/>
                    <a:pt x="5023" y="8716"/>
                  </a:cubicBezTo>
                  <a:cubicBezTo>
                    <a:pt x="5023" y="9540"/>
                    <a:pt x="4359" y="10209"/>
                    <a:pt x="3543" y="10209"/>
                  </a:cubicBezTo>
                  <a:cubicBezTo>
                    <a:pt x="2728" y="10209"/>
                    <a:pt x="2064" y="9540"/>
                    <a:pt x="2064" y="8716"/>
                  </a:cubicBezTo>
                  <a:cubicBezTo>
                    <a:pt x="2064" y="7893"/>
                    <a:pt x="2728" y="7224"/>
                    <a:pt x="3543" y="7224"/>
                  </a:cubicBezTo>
                  <a:close/>
                  <a:moveTo>
                    <a:pt x="13246" y="7224"/>
                  </a:moveTo>
                  <a:cubicBezTo>
                    <a:pt x="14061" y="7224"/>
                    <a:pt x="14725" y="7893"/>
                    <a:pt x="14725" y="8716"/>
                  </a:cubicBezTo>
                  <a:cubicBezTo>
                    <a:pt x="14724" y="9540"/>
                    <a:pt x="14061" y="10209"/>
                    <a:pt x="13246" y="10209"/>
                  </a:cubicBezTo>
                  <a:cubicBezTo>
                    <a:pt x="12430" y="10209"/>
                    <a:pt x="11767" y="9540"/>
                    <a:pt x="11767" y="8716"/>
                  </a:cubicBezTo>
                  <a:cubicBezTo>
                    <a:pt x="11767" y="7893"/>
                    <a:pt x="12430" y="7224"/>
                    <a:pt x="13246" y="7224"/>
                  </a:cubicBezTo>
                  <a:close/>
                  <a:moveTo>
                    <a:pt x="7724" y="0"/>
                  </a:moveTo>
                  <a:cubicBezTo>
                    <a:pt x="7014" y="0"/>
                    <a:pt x="6436" y="582"/>
                    <a:pt x="6436" y="1296"/>
                  </a:cubicBezTo>
                  <a:lnTo>
                    <a:pt x="6436" y="1339"/>
                  </a:lnTo>
                  <a:lnTo>
                    <a:pt x="4607" y="1339"/>
                  </a:lnTo>
                  <a:cubicBezTo>
                    <a:pt x="3970" y="1339"/>
                    <a:pt x="3422" y="1683"/>
                    <a:pt x="3142" y="2259"/>
                  </a:cubicBezTo>
                  <a:lnTo>
                    <a:pt x="1821" y="4976"/>
                  </a:lnTo>
                  <a:lnTo>
                    <a:pt x="1117" y="4976"/>
                  </a:lnTo>
                  <a:cubicBezTo>
                    <a:pt x="502" y="4976"/>
                    <a:pt x="1" y="5480"/>
                    <a:pt x="1" y="6100"/>
                  </a:cubicBezTo>
                  <a:lnTo>
                    <a:pt x="1" y="7901"/>
                  </a:lnTo>
                  <a:cubicBezTo>
                    <a:pt x="1" y="8521"/>
                    <a:pt x="502" y="9025"/>
                    <a:pt x="1117" y="9025"/>
                  </a:cubicBezTo>
                  <a:lnTo>
                    <a:pt x="1555" y="9025"/>
                  </a:lnTo>
                  <a:cubicBezTo>
                    <a:pt x="1627" y="9491"/>
                    <a:pt x="1856" y="9904"/>
                    <a:pt x="2187" y="10209"/>
                  </a:cubicBezTo>
                  <a:lnTo>
                    <a:pt x="266" y="10209"/>
                  </a:lnTo>
                  <a:cubicBezTo>
                    <a:pt x="120" y="10209"/>
                    <a:pt x="1" y="10328"/>
                    <a:pt x="1" y="10475"/>
                  </a:cubicBezTo>
                  <a:cubicBezTo>
                    <a:pt x="1" y="10622"/>
                    <a:pt x="120" y="10741"/>
                    <a:pt x="266" y="10741"/>
                  </a:cubicBezTo>
                  <a:lnTo>
                    <a:pt x="5769" y="10741"/>
                  </a:lnTo>
                  <a:cubicBezTo>
                    <a:pt x="5916" y="10741"/>
                    <a:pt x="6035" y="10622"/>
                    <a:pt x="6035" y="10475"/>
                  </a:cubicBezTo>
                  <a:cubicBezTo>
                    <a:pt x="6035" y="10328"/>
                    <a:pt x="5916" y="10209"/>
                    <a:pt x="5769" y="10209"/>
                  </a:cubicBezTo>
                  <a:lnTo>
                    <a:pt x="4899" y="10209"/>
                  </a:lnTo>
                  <a:cubicBezTo>
                    <a:pt x="5230" y="9904"/>
                    <a:pt x="5459" y="9491"/>
                    <a:pt x="5530" y="9025"/>
                  </a:cubicBezTo>
                  <a:lnTo>
                    <a:pt x="11258" y="9025"/>
                  </a:lnTo>
                  <a:cubicBezTo>
                    <a:pt x="11329" y="9491"/>
                    <a:pt x="11559" y="9904"/>
                    <a:pt x="11888" y="10209"/>
                  </a:cubicBezTo>
                  <a:lnTo>
                    <a:pt x="11084" y="10209"/>
                  </a:lnTo>
                  <a:cubicBezTo>
                    <a:pt x="10938" y="10209"/>
                    <a:pt x="10818" y="10328"/>
                    <a:pt x="10818" y="10475"/>
                  </a:cubicBezTo>
                  <a:cubicBezTo>
                    <a:pt x="10818" y="10622"/>
                    <a:pt x="10938" y="10741"/>
                    <a:pt x="11084" y="10741"/>
                  </a:cubicBezTo>
                  <a:lnTo>
                    <a:pt x="17884" y="10741"/>
                  </a:lnTo>
                  <a:cubicBezTo>
                    <a:pt x="18030" y="10741"/>
                    <a:pt x="18149" y="10622"/>
                    <a:pt x="18149" y="10475"/>
                  </a:cubicBezTo>
                  <a:cubicBezTo>
                    <a:pt x="18150" y="10328"/>
                    <a:pt x="18031" y="10209"/>
                    <a:pt x="17885" y="10209"/>
                  </a:cubicBezTo>
                  <a:lnTo>
                    <a:pt x="14602" y="10209"/>
                  </a:lnTo>
                  <a:cubicBezTo>
                    <a:pt x="14933" y="9904"/>
                    <a:pt x="15162" y="9491"/>
                    <a:pt x="15233" y="9025"/>
                  </a:cubicBezTo>
                  <a:lnTo>
                    <a:pt x="15562" y="9025"/>
                  </a:lnTo>
                  <a:cubicBezTo>
                    <a:pt x="15709" y="9025"/>
                    <a:pt x="15828" y="8906"/>
                    <a:pt x="15828" y="8760"/>
                  </a:cubicBezTo>
                  <a:cubicBezTo>
                    <a:pt x="15828" y="8613"/>
                    <a:pt x="15709" y="8494"/>
                    <a:pt x="15562" y="8494"/>
                  </a:cubicBezTo>
                  <a:lnTo>
                    <a:pt x="15244" y="8494"/>
                  </a:lnTo>
                  <a:cubicBezTo>
                    <a:pt x="15133" y="7482"/>
                    <a:pt x="14280" y="6692"/>
                    <a:pt x="13246" y="6692"/>
                  </a:cubicBezTo>
                  <a:cubicBezTo>
                    <a:pt x="12212" y="6692"/>
                    <a:pt x="11359" y="7482"/>
                    <a:pt x="11248" y="8494"/>
                  </a:cubicBezTo>
                  <a:lnTo>
                    <a:pt x="10575" y="8494"/>
                  </a:lnTo>
                  <a:lnTo>
                    <a:pt x="10575" y="8031"/>
                  </a:lnTo>
                  <a:cubicBezTo>
                    <a:pt x="10575" y="7766"/>
                    <a:pt x="10361" y="7550"/>
                    <a:pt x="10097" y="7550"/>
                  </a:cubicBezTo>
                  <a:lnTo>
                    <a:pt x="9714" y="7550"/>
                  </a:lnTo>
                  <a:cubicBezTo>
                    <a:pt x="9567" y="7550"/>
                    <a:pt x="9448" y="7669"/>
                    <a:pt x="9448" y="7816"/>
                  </a:cubicBezTo>
                  <a:cubicBezTo>
                    <a:pt x="9448" y="7963"/>
                    <a:pt x="9567" y="8082"/>
                    <a:pt x="9714" y="8082"/>
                  </a:cubicBezTo>
                  <a:lnTo>
                    <a:pt x="10043" y="8082"/>
                  </a:lnTo>
                  <a:lnTo>
                    <a:pt x="10043" y="8494"/>
                  </a:lnTo>
                  <a:lnTo>
                    <a:pt x="6788" y="8494"/>
                  </a:lnTo>
                  <a:lnTo>
                    <a:pt x="6788" y="8082"/>
                  </a:lnTo>
                  <a:lnTo>
                    <a:pt x="8331" y="8082"/>
                  </a:lnTo>
                  <a:cubicBezTo>
                    <a:pt x="8478" y="8082"/>
                    <a:pt x="8597" y="7963"/>
                    <a:pt x="8597" y="7816"/>
                  </a:cubicBezTo>
                  <a:cubicBezTo>
                    <a:pt x="8597" y="7669"/>
                    <a:pt x="8478" y="7550"/>
                    <a:pt x="8331" y="7550"/>
                  </a:cubicBezTo>
                  <a:lnTo>
                    <a:pt x="6735" y="7550"/>
                  </a:lnTo>
                  <a:cubicBezTo>
                    <a:pt x="6471" y="7550"/>
                    <a:pt x="6257" y="7766"/>
                    <a:pt x="6257" y="8031"/>
                  </a:cubicBezTo>
                  <a:lnTo>
                    <a:pt x="6257" y="8494"/>
                  </a:lnTo>
                  <a:lnTo>
                    <a:pt x="5541" y="8494"/>
                  </a:lnTo>
                  <a:cubicBezTo>
                    <a:pt x="5430" y="7482"/>
                    <a:pt x="4577" y="6692"/>
                    <a:pt x="3543" y="6692"/>
                  </a:cubicBezTo>
                  <a:cubicBezTo>
                    <a:pt x="2509" y="6692"/>
                    <a:pt x="1656" y="7482"/>
                    <a:pt x="1545" y="8494"/>
                  </a:cubicBezTo>
                  <a:lnTo>
                    <a:pt x="1118" y="8494"/>
                  </a:lnTo>
                  <a:cubicBezTo>
                    <a:pt x="794" y="8494"/>
                    <a:pt x="533" y="8228"/>
                    <a:pt x="533" y="7901"/>
                  </a:cubicBezTo>
                  <a:lnTo>
                    <a:pt x="533" y="7713"/>
                  </a:lnTo>
                  <a:cubicBezTo>
                    <a:pt x="1092" y="7486"/>
                    <a:pt x="1468" y="6937"/>
                    <a:pt x="1468" y="6314"/>
                  </a:cubicBezTo>
                  <a:lnTo>
                    <a:pt x="1468" y="5508"/>
                  </a:lnTo>
                  <a:lnTo>
                    <a:pt x="1987" y="5508"/>
                  </a:lnTo>
                  <a:cubicBezTo>
                    <a:pt x="2089" y="5508"/>
                    <a:pt x="2183" y="5449"/>
                    <a:pt x="2227" y="5358"/>
                  </a:cubicBezTo>
                  <a:lnTo>
                    <a:pt x="3620" y="2492"/>
                  </a:lnTo>
                  <a:cubicBezTo>
                    <a:pt x="3711" y="2305"/>
                    <a:pt x="3989" y="1871"/>
                    <a:pt x="4607" y="1871"/>
                  </a:cubicBezTo>
                  <a:lnTo>
                    <a:pt x="11078" y="1871"/>
                  </a:lnTo>
                  <a:cubicBezTo>
                    <a:pt x="11667" y="1871"/>
                    <a:pt x="12010" y="2193"/>
                    <a:pt x="12193" y="2462"/>
                  </a:cubicBezTo>
                  <a:lnTo>
                    <a:pt x="13000" y="3641"/>
                  </a:lnTo>
                  <a:cubicBezTo>
                    <a:pt x="13051" y="3717"/>
                    <a:pt x="13135" y="3757"/>
                    <a:pt x="13220" y="3757"/>
                  </a:cubicBezTo>
                  <a:cubicBezTo>
                    <a:pt x="13271" y="3757"/>
                    <a:pt x="13323" y="3742"/>
                    <a:pt x="13369" y="3711"/>
                  </a:cubicBezTo>
                  <a:cubicBezTo>
                    <a:pt x="13490" y="3628"/>
                    <a:pt x="13522" y="3463"/>
                    <a:pt x="13439" y="3341"/>
                  </a:cubicBezTo>
                  <a:lnTo>
                    <a:pt x="12632" y="2162"/>
                  </a:lnTo>
                  <a:cubicBezTo>
                    <a:pt x="12269" y="1632"/>
                    <a:pt x="11718" y="1339"/>
                    <a:pt x="11078" y="1339"/>
                  </a:cubicBezTo>
                  <a:lnTo>
                    <a:pt x="9011" y="1339"/>
                  </a:lnTo>
                  <a:lnTo>
                    <a:pt x="9011" y="1296"/>
                  </a:lnTo>
                  <a:cubicBezTo>
                    <a:pt x="9011" y="582"/>
                    <a:pt x="8433" y="0"/>
                    <a:pt x="77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2" name="Google Shape;2445;p64">
              <a:extLst>
                <a:ext uri="{FF2B5EF4-FFF2-40B4-BE49-F238E27FC236}">
                  <a16:creationId xmlns:a16="http://schemas.microsoft.com/office/drawing/2014/main" id="{05CB1FA3-6832-4361-9328-200A1A54AC13}"/>
                </a:ext>
              </a:extLst>
            </p:cNvPr>
            <p:cNvSpPr/>
            <p:nvPr/>
          </p:nvSpPr>
          <p:spPr>
            <a:xfrm>
              <a:off x="7718576" y="1657448"/>
              <a:ext cx="189154" cy="109818"/>
            </a:xfrm>
            <a:custGeom>
              <a:avLst/>
              <a:gdLst/>
              <a:ahLst/>
              <a:cxnLst/>
              <a:rect l="l" t="t" r="r" b="b"/>
              <a:pathLst>
                <a:path w="5703" h="3311" extrusionOk="0">
                  <a:moveTo>
                    <a:pt x="724" y="532"/>
                  </a:moveTo>
                  <a:lnTo>
                    <a:pt x="724" y="2779"/>
                  </a:lnTo>
                  <a:lnTo>
                    <a:pt x="533" y="2779"/>
                  </a:lnTo>
                  <a:lnTo>
                    <a:pt x="533" y="532"/>
                  </a:lnTo>
                  <a:close/>
                  <a:moveTo>
                    <a:pt x="3206" y="532"/>
                  </a:moveTo>
                  <a:cubicBezTo>
                    <a:pt x="3343" y="532"/>
                    <a:pt x="3488" y="559"/>
                    <a:pt x="3620" y="751"/>
                  </a:cubicBezTo>
                  <a:lnTo>
                    <a:pt x="5006" y="2779"/>
                  </a:lnTo>
                  <a:lnTo>
                    <a:pt x="1255" y="2779"/>
                  </a:lnTo>
                  <a:lnTo>
                    <a:pt x="1255" y="532"/>
                  </a:lnTo>
                  <a:close/>
                  <a:moveTo>
                    <a:pt x="372" y="1"/>
                  </a:moveTo>
                  <a:cubicBezTo>
                    <a:pt x="167" y="1"/>
                    <a:pt x="1" y="167"/>
                    <a:pt x="1" y="372"/>
                  </a:cubicBezTo>
                  <a:lnTo>
                    <a:pt x="1" y="2939"/>
                  </a:lnTo>
                  <a:cubicBezTo>
                    <a:pt x="1" y="3143"/>
                    <a:pt x="167" y="3311"/>
                    <a:pt x="372" y="3311"/>
                  </a:cubicBezTo>
                  <a:lnTo>
                    <a:pt x="5308" y="3311"/>
                  </a:lnTo>
                  <a:cubicBezTo>
                    <a:pt x="5447" y="3311"/>
                    <a:pt x="5573" y="3235"/>
                    <a:pt x="5638" y="3113"/>
                  </a:cubicBezTo>
                  <a:cubicBezTo>
                    <a:pt x="5702" y="2991"/>
                    <a:pt x="5693" y="2843"/>
                    <a:pt x="5615" y="2729"/>
                  </a:cubicBezTo>
                  <a:lnTo>
                    <a:pt x="4058" y="451"/>
                  </a:lnTo>
                  <a:cubicBezTo>
                    <a:pt x="3854" y="153"/>
                    <a:pt x="3567" y="1"/>
                    <a:pt x="32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3" name="Google Shape;2446;p64">
              <a:extLst>
                <a:ext uri="{FF2B5EF4-FFF2-40B4-BE49-F238E27FC236}">
                  <a16:creationId xmlns:a16="http://schemas.microsoft.com/office/drawing/2014/main" id="{DB097A09-002F-4862-B7FC-829AC8897BED}"/>
                </a:ext>
              </a:extLst>
            </p:cNvPr>
            <p:cNvSpPr/>
            <p:nvPr/>
          </p:nvSpPr>
          <p:spPr>
            <a:xfrm>
              <a:off x="7547465" y="1657448"/>
              <a:ext cx="164080" cy="109818"/>
            </a:xfrm>
            <a:custGeom>
              <a:avLst/>
              <a:gdLst/>
              <a:ahLst/>
              <a:cxnLst/>
              <a:rect l="l" t="t" r="r" b="b"/>
              <a:pathLst>
                <a:path w="4947" h="3311" extrusionOk="0">
                  <a:moveTo>
                    <a:pt x="4415" y="532"/>
                  </a:moveTo>
                  <a:lnTo>
                    <a:pt x="4415" y="2779"/>
                  </a:lnTo>
                  <a:lnTo>
                    <a:pt x="647" y="2779"/>
                  </a:lnTo>
                  <a:lnTo>
                    <a:pt x="1671" y="673"/>
                  </a:lnTo>
                  <a:cubicBezTo>
                    <a:pt x="1719" y="575"/>
                    <a:pt x="1785" y="532"/>
                    <a:pt x="1894" y="532"/>
                  </a:cubicBezTo>
                  <a:close/>
                  <a:moveTo>
                    <a:pt x="1894" y="1"/>
                  </a:moveTo>
                  <a:cubicBezTo>
                    <a:pt x="1584" y="1"/>
                    <a:pt x="1329" y="161"/>
                    <a:pt x="1192" y="440"/>
                  </a:cubicBezTo>
                  <a:lnTo>
                    <a:pt x="57" y="2776"/>
                  </a:lnTo>
                  <a:cubicBezTo>
                    <a:pt x="0" y="2892"/>
                    <a:pt x="8" y="3026"/>
                    <a:pt x="76" y="3136"/>
                  </a:cubicBezTo>
                  <a:cubicBezTo>
                    <a:pt x="145" y="3245"/>
                    <a:pt x="263" y="3311"/>
                    <a:pt x="392" y="3311"/>
                  </a:cubicBezTo>
                  <a:lnTo>
                    <a:pt x="4575" y="3311"/>
                  </a:lnTo>
                  <a:cubicBezTo>
                    <a:pt x="4780" y="3311"/>
                    <a:pt x="4946" y="3143"/>
                    <a:pt x="4946" y="2938"/>
                  </a:cubicBezTo>
                  <a:lnTo>
                    <a:pt x="4946" y="372"/>
                  </a:lnTo>
                  <a:cubicBezTo>
                    <a:pt x="4946" y="167"/>
                    <a:pt x="4780" y="1"/>
                    <a:pt x="45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124" name="Google Shape;2063;p59">
            <a:extLst>
              <a:ext uri="{FF2B5EF4-FFF2-40B4-BE49-F238E27FC236}">
                <a16:creationId xmlns:a16="http://schemas.microsoft.com/office/drawing/2014/main" id="{5B4809E7-3B44-47FE-AED9-992A73211C79}"/>
              </a:ext>
            </a:extLst>
          </p:cNvPr>
          <p:cNvSpPr/>
          <p:nvPr/>
        </p:nvSpPr>
        <p:spPr>
          <a:xfrm rot="5400000">
            <a:off x="6858341" y="5631557"/>
            <a:ext cx="903900" cy="7836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002E8A">
              <a:alpha val="33000"/>
            </a:srgbClr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5" name="Google Shape;2066;p59">
            <a:extLst>
              <a:ext uri="{FF2B5EF4-FFF2-40B4-BE49-F238E27FC236}">
                <a16:creationId xmlns:a16="http://schemas.microsoft.com/office/drawing/2014/main" id="{F57AEE25-D767-4FCB-AC04-860B2F7DB918}"/>
              </a:ext>
            </a:extLst>
          </p:cNvPr>
          <p:cNvSpPr/>
          <p:nvPr/>
        </p:nvSpPr>
        <p:spPr>
          <a:xfrm rot="10800000">
            <a:off x="6351408" y="5882431"/>
            <a:ext cx="1909006" cy="955096"/>
          </a:xfrm>
          <a:custGeom>
            <a:avLst/>
            <a:gdLst/>
            <a:ahLst/>
            <a:cxnLst/>
            <a:rect l="l" t="t" r="r" b="b"/>
            <a:pathLst>
              <a:path w="44065" h="22050" fill="none" extrusionOk="0">
                <a:moveTo>
                  <a:pt x="0" y="22050"/>
                </a:moveTo>
                <a:cubicBezTo>
                  <a:pt x="0" y="9874"/>
                  <a:pt x="9874" y="1"/>
                  <a:pt x="22049" y="1"/>
                </a:cubicBezTo>
                <a:cubicBezTo>
                  <a:pt x="34191" y="1"/>
                  <a:pt x="44065" y="9874"/>
                  <a:pt x="44065" y="22050"/>
                </a:cubicBezTo>
              </a:path>
            </a:pathLst>
          </a:custGeom>
          <a:noFill/>
          <a:ln w="19050" cap="rnd" cmpd="sng">
            <a:solidFill>
              <a:schemeClr val="dk1"/>
            </a:solidFill>
            <a:prstDash val="solid"/>
            <a:miter lim="33357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6" name="Google Shape;2073;p59">
            <a:extLst>
              <a:ext uri="{FF2B5EF4-FFF2-40B4-BE49-F238E27FC236}">
                <a16:creationId xmlns:a16="http://schemas.microsoft.com/office/drawing/2014/main" id="{C6B9980E-0FA2-45E3-91A1-B7C777B781B0}"/>
              </a:ext>
            </a:extLst>
          </p:cNvPr>
          <p:cNvSpPr/>
          <p:nvPr/>
        </p:nvSpPr>
        <p:spPr>
          <a:xfrm rot="10800000">
            <a:off x="6264464" y="5786963"/>
            <a:ext cx="159037" cy="159009"/>
          </a:xfrm>
          <a:custGeom>
            <a:avLst/>
            <a:gdLst/>
            <a:ahLst/>
            <a:cxnLst/>
            <a:rect l="l" t="t" r="r" b="b"/>
            <a:pathLst>
              <a:path w="3671" h="3671" extrusionOk="0">
                <a:moveTo>
                  <a:pt x="1835" y="1"/>
                </a:moveTo>
                <a:cubicBezTo>
                  <a:pt x="835" y="1"/>
                  <a:pt x="1" y="835"/>
                  <a:pt x="1" y="1836"/>
                </a:cubicBezTo>
                <a:cubicBezTo>
                  <a:pt x="1" y="2870"/>
                  <a:pt x="835" y="3670"/>
                  <a:pt x="1835" y="3670"/>
                </a:cubicBezTo>
                <a:cubicBezTo>
                  <a:pt x="2869" y="3670"/>
                  <a:pt x="3670" y="2870"/>
                  <a:pt x="3670" y="1836"/>
                </a:cubicBezTo>
                <a:cubicBezTo>
                  <a:pt x="3670" y="835"/>
                  <a:pt x="2836" y="1"/>
                  <a:pt x="183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7" name="Google Shape;2077;p59">
            <a:extLst>
              <a:ext uri="{FF2B5EF4-FFF2-40B4-BE49-F238E27FC236}">
                <a16:creationId xmlns:a16="http://schemas.microsoft.com/office/drawing/2014/main" id="{803D7AAD-0A15-4707-B2A8-0DA2A69E8FC6}"/>
              </a:ext>
            </a:extLst>
          </p:cNvPr>
          <p:cNvSpPr txBox="1"/>
          <p:nvPr/>
        </p:nvSpPr>
        <p:spPr>
          <a:xfrm>
            <a:off x="6345761" y="5017287"/>
            <a:ext cx="1920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2100" dirty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2013</a:t>
            </a:r>
            <a:endParaRPr sz="2100" dirty="0">
              <a:solidFill>
                <a:schemeClr val="dk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grpSp>
        <p:nvGrpSpPr>
          <p:cNvPr id="128" name="Google Shape;2447;p64">
            <a:extLst>
              <a:ext uri="{FF2B5EF4-FFF2-40B4-BE49-F238E27FC236}">
                <a16:creationId xmlns:a16="http://schemas.microsoft.com/office/drawing/2014/main" id="{62AC1CFF-BA1C-4B09-9C13-0C66F7E468A5}"/>
              </a:ext>
            </a:extLst>
          </p:cNvPr>
          <p:cNvGrpSpPr/>
          <p:nvPr/>
        </p:nvGrpSpPr>
        <p:grpSpPr>
          <a:xfrm>
            <a:off x="7044201" y="5766226"/>
            <a:ext cx="526621" cy="536645"/>
            <a:chOff x="1230449" y="2288393"/>
            <a:chExt cx="590713" cy="601957"/>
          </a:xfrm>
        </p:grpSpPr>
        <p:sp>
          <p:nvSpPr>
            <p:cNvPr id="129" name="Google Shape;2448;p64">
              <a:extLst>
                <a:ext uri="{FF2B5EF4-FFF2-40B4-BE49-F238E27FC236}">
                  <a16:creationId xmlns:a16="http://schemas.microsoft.com/office/drawing/2014/main" id="{6894938C-8109-4CC2-A317-680E86C95384}"/>
                </a:ext>
              </a:extLst>
            </p:cNvPr>
            <p:cNvSpPr/>
            <p:nvPr/>
          </p:nvSpPr>
          <p:spPr>
            <a:xfrm>
              <a:off x="1293202" y="2564645"/>
              <a:ext cx="80995" cy="55556"/>
            </a:xfrm>
            <a:custGeom>
              <a:avLst/>
              <a:gdLst/>
              <a:ahLst/>
              <a:cxnLst/>
              <a:rect l="l" t="t" r="r" b="b"/>
              <a:pathLst>
                <a:path w="2442" h="1675" extrusionOk="0">
                  <a:moveTo>
                    <a:pt x="265" y="0"/>
                  </a:moveTo>
                  <a:cubicBezTo>
                    <a:pt x="118" y="0"/>
                    <a:pt x="0" y="119"/>
                    <a:pt x="0" y="266"/>
                  </a:cubicBezTo>
                  <a:cubicBezTo>
                    <a:pt x="0" y="1042"/>
                    <a:pt x="635" y="1675"/>
                    <a:pt x="1414" y="1675"/>
                  </a:cubicBezTo>
                  <a:lnTo>
                    <a:pt x="2177" y="1675"/>
                  </a:lnTo>
                  <a:cubicBezTo>
                    <a:pt x="2324" y="1675"/>
                    <a:pt x="2442" y="1556"/>
                    <a:pt x="2442" y="1409"/>
                  </a:cubicBezTo>
                  <a:cubicBezTo>
                    <a:pt x="2442" y="1262"/>
                    <a:pt x="2324" y="1143"/>
                    <a:pt x="2176" y="1143"/>
                  </a:cubicBezTo>
                  <a:lnTo>
                    <a:pt x="1414" y="1143"/>
                  </a:lnTo>
                  <a:cubicBezTo>
                    <a:pt x="927" y="1143"/>
                    <a:pt x="531" y="750"/>
                    <a:pt x="531" y="266"/>
                  </a:cubicBezTo>
                  <a:cubicBezTo>
                    <a:pt x="531" y="119"/>
                    <a:pt x="412" y="0"/>
                    <a:pt x="2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0" name="Google Shape;2449;p64">
              <a:extLst>
                <a:ext uri="{FF2B5EF4-FFF2-40B4-BE49-F238E27FC236}">
                  <a16:creationId xmlns:a16="http://schemas.microsoft.com/office/drawing/2014/main" id="{37CDBBF6-9BA0-4E83-B96F-E0A320C23543}"/>
                </a:ext>
              </a:extLst>
            </p:cNvPr>
            <p:cNvSpPr/>
            <p:nvPr/>
          </p:nvSpPr>
          <p:spPr>
            <a:xfrm>
              <a:off x="1327796" y="2667796"/>
              <a:ext cx="129287" cy="53798"/>
            </a:xfrm>
            <a:custGeom>
              <a:avLst/>
              <a:gdLst/>
              <a:ahLst/>
              <a:cxnLst/>
              <a:rect l="l" t="t" r="r" b="b"/>
              <a:pathLst>
                <a:path w="3898" h="1622" extrusionOk="0">
                  <a:moveTo>
                    <a:pt x="1361" y="0"/>
                  </a:moveTo>
                  <a:cubicBezTo>
                    <a:pt x="610" y="0"/>
                    <a:pt x="0" y="608"/>
                    <a:pt x="0" y="1355"/>
                  </a:cubicBezTo>
                  <a:cubicBezTo>
                    <a:pt x="0" y="1502"/>
                    <a:pt x="118" y="1621"/>
                    <a:pt x="266" y="1621"/>
                  </a:cubicBezTo>
                  <a:cubicBezTo>
                    <a:pt x="412" y="1621"/>
                    <a:pt x="531" y="1502"/>
                    <a:pt x="531" y="1355"/>
                  </a:cubicBezTo>
                  <a:cubicBezTo>
                    <a:pt x="531" y="902"/>
                    <a:pt x="903" y="532"/>
                    <a:pt x="1361" y="532"/>
                  </a:cubicBezTo>
                  <a:lnTo>
                    <a:pt x="3631" y="532"/>
                  </a:lnTo>
                  <a:cubicBezTo>
                    <a:pt x="3779" y="532"/>
                    <a:pt x="3897" y="413"/>
                    <a:pt x="3897" y="266"/>
                  </a:cubicBezTo>
                  <a:cubicBezTo>
                    <a:pt x="3898" y="119"/>
                    <a:pt x="3779" y="0"/>
                    <a:pt x="36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1" name="Google Shape;2450;p64">
              <a:extLst>
                <a:ext uri="{FF2B5EF4-FFF2-40B4-BE49-F238E27FC236}">
                  <a16:creationId xmlns:a16="http://schemas.microsoft.com/office/drawing/2014/main" id="{13370634-A761-487D-A799-6291BC9DB513}"/>
                </a:ext>
              </a:extLst>
            </p:cNvPr>
            <p:cNvSpPr/>
            <p:nvPr/>
          </p:nvSpPr>
          <p:spPr>
            <a:xfrm>
              <a:off x="1474695" y="2667796"/>
              <a:ext cx="54229" cy="17645"/>
            </a:xfrm>
            <a:custGeom>
              <a:avLst/>
              <a:gdLst/>
              <a:ahLst/>
              <a:cxnLst/>
              <a:rect l="l" t="t" r="r" b="b"/>
              <a:pathLst>
                <a:path w="1635" h="532" extrusionOk="0">
                  <a:moveTo>
                    <a:pt x="266" y="0"/>
                  </a:moveTo>
                  <a:cubicBezTo>
                    <a:pt x="119" y="0"/>
                    <a:pt x="1" y="119"/>
                    <a:pt x="1" y="266"/>
                  </a:cubicBezTo>
                  <a:cubicBezTo>
                    <a:pt x="1" y="413"/>
                    <a:pt x="119" y="532"/>
                    <a:pt x="266" y="532"/>
                  </a:cubicBezTo>
                  <a:lnTo>
                    <a:pt x="1368" y="532"/>
                  </a:lnTo>
                  <a:cubicBezTo>
                    <a:pt x="1515" y="532"/>
                    <a:pt x="1634" y="413"/>
                    <a:pt x="1634" y="266"/>
                  </a:cubicBezTo>
                  <a:cubicBezTo>
                    <a:pt x="1634" y="119"/>
                    <a:pt x="1515" y="0"/>
                    <a:pt x="13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" name="Google Shape;2451;p64">
              <a:extLst>
                <a:ext uri="{FF2B5EF4-FFF2-40B4-BE49-F238E27FC236}">
                  <a16:creationId xmlns:a16="http://schemas.microsoft.com/office/drawing/2014/main" id="{B4D3947C-92E0-4B6A-A3E9-466F7FC056C5}"/>
                </a:ext>
              </a:extLst>
            </p:cNvPr>
            <p:cNvSpPr/>
            <p:nvPr/>
          </p:nvSpPr>
          <p:spPr>
            <a:xfrm>
              <a:off x="1394429" y="2496453"/>
              <a:ext cx="72504" cy="72206"/>
            </a:xfrm>
            <a:custGeom>
              <a:avLst/>
              <a:gdLst/>
              <a:ahLst/>
              <a:cxnLst/>
              <a:rect l="l" t="t" r="r" b="b"/>
              <a:pathLst>
                <a:path w="2186" h="2177" extrusionOk="0">
                  <a:moveTo>
                    <a:pt x="1920" y="1"/>
                  </a:moveTo>
                  <a:cubicBezTo>
                    <a:pt x="1773" y="1"/>
                    <a:pt x="1654" y="120"/>
                    <a:pt x="1654" y="266"/>
                  </a:cubicBezTo>
                  <a:cubicBezTo>
                    <a:pt x="1654" y="1026"/>
                    <a:pt x="1031" y="1645"/>
                    <a:pt x="267" y="1645"/>
                  </a:cubicBezTo>
                  <a:cubicBezTo>
                    <a:pt x="120" y="1645"/>
                    <a:pt x="1" y="1763"/>
                    <a:pt x="1" y="1910"/>
                  </a:cubicBezTo>
                  <a:cubicBezTo>
                    <a:pt x="1" y="2058"/>
                    <a:pt x="120" y="2176"/>
                    <a:pt x="267" y="2176"/>
                  </a:cubicBezTo>
                  <a:cubicBezTo>
                    <a:pt x="1324" y="2176"/>
                    <a:pt x="2186" y="1320"/>
                    <a:pt x="2186" y="266"/>
                  </a:cubicBezTo>
                  <a:cubicBezTo>
                    <a:pt x="2186" y="120"/>
                    <a:pt x="2066" y="1"/>
                    <a:pt x="19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3" name="Google Shape;2452;p64">
              <a:extLst>
                <a:ext uri="{FF2B5EF4-FFF2-40B4-BE49-F238E27FC236}">
                  <a16:creationId xmlns:a16="http://schemas.microsoft.com/office/drawing/2014/main" id="{FBBA1F71-36A2-452A-AB77-05EE413179DB}"/>
                </a:ext>
              </a:extLst>
            </p:cNvPr>
            <p:cNvSpPr/>
            <p:nvPr/>
          </p:nvSpPr>
          <p:spPr>
            <a:xfrm>
              <a:off x="1400798" y="2363053"/>
              <a:ext cx="49585" cy="45141"/>
            </a:xfrm>
            <a:custGeom>
              <a:avLst/>
              <a:gdLst/>
              <a:ahLst/>
              <a:cxnLst/>
              <a:rect l="l" t="t" r="r" b="b"/>
              <a:pathLst>
                <a:path w="1495" h="1361" extrusionOk="0">
                  <a:moveTo>
                    <a:pt x="1163" y="0"/>
                  </a:moveTo>
                  <a:cubicBezTo>
                    <a:pt x="560" y="0"/>
                    <a:pt x="50" y="469"/>
                    <a:pt x="11" y="1077"/>
                  </a:cubicBezTo>
                  <a:cubicBezTo>
                    <a:pt x="1" y="1224"/>
                    <a:pt x="112" y="1350"/>
                    <a:pt x="258" y="1359"/>
                  </a:cubicBezTo>
                  <a:cubicBezTo>
                    <a:pt x="264" y="1360"/>
                    <a:pt x="271" y="1360"/>
                    <a:pt x="276" y="1360"/>
                  </a:cubicBezTo>
                  <a:cubicBezTo>
                    <a:pt x="414" y="1360"/>
                    <a:pt x="531" y="1252"/>
                    <a:pt x="541" y="1112"/>
                  </a:cubicBezTo>
                  <a:cubicBezTo>
                    <a:pt x="562" y="784"/>
                    <a:pt x="837" y="532"/>
                    <a:pt x="1163" y="532"/>
                  </a:cubicBezTo>
                  <a:cubicBezTo>
                    <a:pt x="1176" y="532"/>
                    <a:pt x="1190" y="533"/>
                    <a:pt x="1203" y="534"/>
                  </a:cubicBezTo>
                  <a:cubicBezTo>
                    <a:pt x="1209" y="534"/>
                    <a:pt x="1215" y="534"/>
                    <a:pt x="1222" y="534"/>
                  </a:cubicBezTo>
                  <a:cubicBezTo>
                    <a:pt x="1360" y="534"/>
                    <a:pt x="1476" y="426"/>
                    <a:pt x="1485" y="286"/>
                  </a:cubicBezTo>
                  <a:cubicBezTo>
                    <a:pt x="1495" y="139"/>
                    <a:pt x="1384" y="13"/>
                    <a:pt x="1237" y="3"/>
                  </a:cubicBezTo>
                  <a:cubicBezTo>
                    <a:pt x="1212" y="1"/>
                    <a:pt x="1188" y="0"/>
                    <a:pt x="11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4" name="Google Shape;2453;p64">
              <a:extLst>
                <a:ext uri="{FF2B5EF4-FFF2-40B4-BE49-F238E27FC236}">
                  <a16:creationId xmlns:a16="http://schemas.microsoft.com/office/drawing/2014/main" id="{3C243484-5F15-479B-9CE2-28C3CEEBB7FA}"/>
                </a:ext>
              </a:extLst>
            </p:cNvPr>
            <p:cNvSpPr/>
            <p:nvPr/>
          </p:nvSpPr>
          <p:spPr>
            <a:xfrm>
              <a:off x="1403351" y="2707033"/>
              <a:ext cx="52902" cy="87761"/>
            </a:xfrm>
            <a:custGeom>
              <a:avLst/>
              <a:gdLst/>
              <a:ahLst/>
              <a:cxnLst/>
              <a:rect l="l" t="t" r="r" b="b"/>
              <a:pathLst>
                <a:path w="1595" h="2646" extrusionOk="0">
                  <a:moveTo>
                    <a:pt x="267" y="1"/>
                  </a:moveTo>
                  <a:cubicBezTo>
                    <a:pt x="120" y="1"/>
                    <a:pt x="1" y="120"/>
                    <a:pt x="1" y="267"/>
                  </a:cubicBezTo>
                  <a:cubicBezTo>
                    <a:pt x="1" y="414"/>
                    <a:pt x="120" y="533"/>
                    <a:pt x="267" y="533"/>
                  </a:cubicBezTo>
                  <a:cubicBezTo>
                    <a:pt x="705" y="533"/>
                    <a:pt x="1062" y="888"/>
                    <a:pt x="1062" y="1323"/>
                  </a:cubicBezTo>
                  <a:cubicBezTo>
                    <a:pt x="1062" y="1760"/>
                    <a:pt x="705" y="2115"/>
                    <a:pt x="267" y="2115"/>
                  </a:cubicBezTo>
                  <a:cubicBezTo>
                    <a:pt x="120" y="2115"/>
                    <a:pt x="1" y="2234"/>
                    <a:pt x="1" y="2380"/>
                  </a:cubicBezTo>
                  <a:cubicBezTo>
                    <a:pt x="1" y="2528"/>
                    <a:pt x="120" y="2646"/>
                    <a:pt x="267" y="2646"/>
                  </a:cubicBezTo>
                  <a:cubicBezTo>
                    <a:pt x="999" y="2646"/>
                    <a:pt x="1594" y="2052"/>
                    <a:pt x="1594" y="1323"/>
                  </a:cubicBezTo>
                  <a:cubicBezTo>
                    <a:pt x="1594" y="594"/>
                    <a:pt x="999" y="1"/>
                    <a:pt x="2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" name="Google Shape;2454;p64">
              <a:extLst>
                <a:ext uri="{FF2B5EF4-FFF2-40B4-BE49-F238E27FC236}">
                  <a16:creationId xmlns:a16="http://schemas.microsoft.com/office/drawing/2014/main" id="{605B8986-E56F-4AAA-8785-0ABC15CA1EFB}"/>
                </a:ext>
              </a:extLst>
            </p:cNvPr>
            <p:cNvSpPr/>
            <p:nvPr/>
          </p:nvSpPr>
          <p:spPr>
            <a:xfrm>
              <a:off x="1493600" y="2499405"/>
              <a:ext cx="47695" cy="77413"/>
            </a:xfrm>
            <a:custGeom>
              <a:avLst/>
              <a:gdLst/>
              <a:ahLst/>
              <a:cxnLst/>
              <a:rect l="l" t="t" r="r" b="b"/>
              <a:pathLst>
                <a:path w="1438" h="2334" extrusionOk="0">
                  <a:moveTo>
                    <a:pt x="266" y="1"/>
                  </a:moveTo>
                  <a:cubicBezTo>
                    <a:pt x="120" y="1"/>
                    <a:pt x="0" y="120"/>
                    <a:pt x="0" y="267"/>
                  </a:cubicBezTo>
                  <a:cubicBezTo>
                    <a:pt x="0" y="414"/>
                    <a:pt x="120" y="533"/>
                    <a:pt x="266" y="533"/>
                  </a:cubicBezTo>
                  <a:cubicBezTo>
                    <a:pt x="619" y="533"/>
                    <a:pt x="906" y="817"/>
                    <a:pt x="906" y="1167"/>
                  </a:cubicBezTo>
                  <a:cubicBezTo>
                    <a:pt x="906" y="1517"/>
                    <a:pt x="619" y="1803"/>
                    <a:pt x="266" y="1803"/>
                  </a:cubicBezTo>
                  <a:cubicBezTo>
                    <a:pt x="120" y="1803"/>
                    <a:pt x="0" y="1922"/>
                    <a:pt x="0" y="2069"/>
                  </a:cubicBezTo>
                  <a:cubicBezTo>
                    <a:pt x="0" y="2216"/>
                    <a:pt x="120" y="2334"/>
                    <a:pt x="266" y="2334"/>
                  </a:cubicBezTo>
                  <a:cubicBezTo>
                    <a:pt x="912" y="2334"/>
                    <a:pt x="1437" y="1811"/>
                    <a:pt x="1437" y="1167"/>
                  </a:cubicBezTo>
                  <a:cubicBezTo>
                    <a:pt x="1438" y="524"/>
                    <a:pt x="912" y="1"/>
                    <a:pt x="2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6" name="Google Shape;2455;p64">
              <a:extLst>
                <a:ext uri="{FF2B5EF4-FFF2-40B4-BE49-F238E27FC236}">
                  <a16:creationId xmlns:a16="http://schemas.microsoft.com/office/drawing/2014/main" id="{7C3B5901-C925-4AF4-A829-6E35A66093FD}"/>
                </a:ext>
              </a:extLst>
            </p:cNvPr>
            <p:cNvSpPr/>
            <p:nvPr/>
          </p:nvSpPr>
          <p:spPr>
            <a:xfrm>
              <a:off x="1338244" y="2443319"/>
              <a:ext cx="62919" cy="107761"/>
            </a:xfrm>
            <a:custGeom>
              <a:avLst/>
              <a:gdLst/>
              <a:ahLst/>
              <a:cxnLst/>
              <a:rect l="l" t="t" r="r" b="b"/>
              <a:pathLst>
                <a:path w="1897" h="3249" extrusionOk="0">
                  <a:moveTo>
                    <a:pt x="266" y="1"/>
                  </a:moveTo>
                  <a:cubicBezTo>
                    <a:pt x="120" y="1"/>
                    <a:pt x="1" y="120"/>
                    <a:pt x="1" y="267"/>
                  </a:cubicBezTo>
                  <a:cubicBezTo>
                    <a:pt x="1" y="414"/>
                    <a:pt x="120" y="533"/>
                    <a:pt x="266" y="533"/>
                  </a:cubicBezTo>
                  <a:cubicBezTo>
                    <a:pt x="872" y="533"/>
                    <a:pt x="1365" y="1022"/>
                    <a:pt x="1365" y="1625"/>
                  </a:cubicBezTo>
                  <a:cubicBezTo>
                    <a:pt x="1365" y="2228"/>
                    <a:pt x="872" y="2718"/>
                    <a:pt x="266" y="2718"/>
                  </a:cubicBezTo>
                  <a:cubicBezTo>
                    <a:pt x="120" y="2718"/>
                    <a:pt x="1" y="2837"/>
                    <a:pt x="1" y="2982"/>
                  </a:cubicBezTo>
                  <a:cubicBezTo>
                    <a:pt x="1" y="3130"/>
                    <a:pt x="120" y="3248"/>
                    <a:pt x="266" y="3248"/>
                  </a:cubicBezTo>
                  <a:cubicBezTo>
                    <a:pt x="1166" y="3248"/>
                    <a:pt x="1897" y="2520"/>
                    <a:pt x="1897" y="1625"/>
                  </a:cubicBezTo>
                  <a:cubicBezTo>
                    <a:pt x="1897" y="730"/>
                    <a:pt x="1166" y="1"/>
                    <a:pt x="2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7" name="Google Shape;2456;p64">
              <a:extLst>
                <a:ext uri="{FF2B5EF4-FFF2-40B4-BE49-F238E27FC236}">
                  <a16:creationId xmlns:a16="http://schemas.microsoft.com/office/drawing/2014/main" id="{7744D38C-7F82-4ABB-B31E-7B1017D10196}"/>
                </a:ext>
              </a:extLst>
            </p:cNvPr>
            <p:cNvSpPr/>
            <p:nvPr/>
          </p:nvSpPr>
          <p:spPr>
            <a:xfrm>
              <a:off x="1731544" y="2442954"/>
              <a:ext cx="60166" cy="59934"/>
            </a:xfrm>
            <a:custGeom>
              <a:avLst/>
              <a:gdLst/>
              <a:ahLst/>
              <a:cxnLst/>
              <a:rect l="l" t="t" r="r" b="b"/>
              <a:pathLst>
                <a:path w="1814" h="1807" extrusionOk="0">
                  <a:moveTo>
                    <a:pt x="907" y="532"/>
                  </a:moveTo>
                  <a:cubicBezTo>
                    <a:pt x="1113" y="532"/>
                    <a:pt x="1282" y="699"/>
                    <a:pt x="1282" y="903"/>
                  </a:cubicBezTo>
                  <a:cubicBezTo>
                    <a:pt x="1282" y="1108"/>
                    <a:pt x="1113" y="1275"/>
                    <a:pt x="907" y="1275"/>
                  </a:cubicBezTo>
                  <a:cubicBezTo>
                    <a:pt x="701" y="1275"/>
                    <a:pt x="532" y="1108"/>
                    <a:pt x="532" y="903"/>
                  </a:cubicBezTo>
                  <a:cubicBezTo>
                    <a:pt x="532" y="699"/>
                    <a:pt x="701" y="532"/>
                    <a:pt x="907" y="532"/>
                  </a:cubicBezTo>
                  <a:close/>
                  <a:moveTo>
                    <a:pt x="907" y="0"/>
                  </a:moveTo>
                  <a:cubicBezTo>
                    <a:pt x="407" y="0"/>
                    <a:pt x="0" y="405"/>
                    <a:pt x="0" y="903"/>
                  </a:cubicBezTo>
                  <a:cubicBezTo>
                    <a:pt x="0" y="1401"/>
                    <a:pt x="407" y="1807"/>
                    <a:pt x="907" y="1807"/>
                  </a:cubicBezTo>
                  <a:cubicBezTo>
                    <a:pt x="1407" y="1807"/>
                    <a:pt x="1814" y="1401"/>
                    <a:pt x="1814" y="903"/>
                  </a:cubicBezTo>
                  <a:cubicBezTo>
                    <a:pt x="1814" y="405"/>
                    <a:pt x="1407" y="0"/>
                    <a:pt x="9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8" name="Google Shape;2457;p64">
              <a:extLst>
                <a:ext uri="{FF2B5EF4-FFF2-40B4-BE49-F238E27FC236}">
                  <a16:creationId xmlns:a16="http://schemas.microsoft.com/office/drawing/2014/main" id="{C52831EF-04FE-4A12-9130-080FB58BB9EC}"/>
                </a:ext>
              </a:extLst>
            </p:cNvPr>
            <p:cNvSpPr/>
            <p:nvPr/>
          </p:nvSpPr>
          <p:spPr>
            <a:xfrm>
              <a:off x="1761030" y="2668626"/>
              <a:ext cx="60133" cy="59934"/>
            </a:xfrm>
            <a:custGeom>
              <a:avLst/>
              <a:gdLst/>
              <a:ahLst/>
              <a:cxnLst/>
              <a:rect l="l" t="t" r="r" b="b"/>
              <a:pathLst>
                <a:path w="1813" h="1807" extrusionOk="0">
                  <a:moveTo>
                    <a:pt x="906" y="533"/>
                  </a:moveTo>
                  <a:cubicBezTo>
                    <a:pt x="1112" y="533"/>
                    <a:pt x="1281" y="699"/>
                    <a:pt x="1281" y="903"/>
                  </a:cubicBezTo>
                  <a:cubicBezTo>
                    <a:pt x="1281" y="1109"/>
                    <a:pt x="1112" y="1275"/>
                    <a:pt x="906" y="1275"/>
                  </a:cubicBezTo>
                  <a:cubicBezTo>
                    <a:pt x="700" y="1275"/>
                    <a:pt x="531" y="1109"/>
                    <a:pt x="531" y="903"/>
                  </a:cubicBezTo>
                  <a:cubicBezTo>
                    <a:pt x="531" y="699"/>
                    <a:pt x="700" y="533"/>
                    <a:pt x="906" y="533"/>
                  </a:cubicBezTo>
                  <a:close/>
                  <a:moveTo>
                    <a:pt x="906" y="1"/>
                  </a:moveTo>
                  <a:cubicBezTo>
                    <a:pt x="407" y="1"/>
                    <a:pt x="1" y="405"/>
                    <a:pt x="1" y="903"/>
                  </a:cubicBezTo>
                  <a:cubicBezTo>
                    <a:pt x="1" y="1401"/>
                    <a:pt x="407" y="1807"/>
                    <a:pt x="906" y="1807"/>
                  </a:cubicBezTo>
                  <a:cubicBezTo>
                    <a:pt x="1406" y="1807"/>
                    <a:pt x="1813" y="1401"/>
                    <a:pt x="1813" y="903"/>
                  </a:cubicBezTo>
                  <a:cubicBezTo>
                    <a:pt x="1813" y="405"/>
                    <a:pt x="1406" y="1"/>
                    <a:pt x="9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9" name="Google Shape;2458;p64">
              <a:extLst>
                <a:ext uri="{FF2B5EF4-FFF2-40B4-BE49-F238E27FC236}">
                  <a16:creationId xmlns:a16="http://schemas.microsoft.com/office/drawing/2014/main" id="{318F9D44-6BA4-4083-A9CE-E02CF55FC9DA}"/>
                </a:ext>
              </a:extLst>
            </p:cNvPr>
            <p:cNvSpPr/>
            <p:nvPr/>
          </p:nvSpPr>
          <p:spPr>
            <a:xfrm>
              <a:off x="1725408" y="2546768"/>
              <a:ext cx="77280" cy="76119"/>
            </a:xfrm>
            <a:custGeom>
              <a:avLst/>
              <a:gdLst/>
              <a:ahLst/>
              <a:cxnLst/>
              <a:rect l="l" t="t" r="r" b="b"/>
              <a:pathLst>
                <a:path w="2330" h="2295" extrusionOk="0">
                  <a:moveTo>
                    <a:pt x="1423" y="1020"/>
                  </a:moveTo>
                  <a:cubicBezTo>
                    <a:pt x="1629" y="1020"/>
                    <a:pt x="1797" y="1187"/>
                    <a:pt x="1797" y="1391"/>
                  </a:cubicBezTo>
                  <a:cubicBezTo>
                    <a:pt x="1797" y="1596"/>
                    <a:pt x="1629" y="1763"/>
                    <a:pt x="1423" y="1763"/>
                  </a:cubicBezTo>
                  <a:cubicBezTo>
                    <a:pt x="1216" y="1763"/>
                    <a:pt x="1048" y="1596"/>
                    <a:pt x="1048" y="1391"/>
                  </a:cubicBezTo>
                  <a:cubicBezTo>
                    <a:pt x="1048" y="1187"/>
                    <a:pt x="1216" y="1020"/>
                    <a:pt x="1423" y="1020"/>
                  </a:cubicBezTo>
                  <a:close/>
                  <a:moveTo>
                    <a:pt x="292" y="0"/>
                  </a:moveTo>
                  <a:cubicBezTo>
                    <a:pt x="224" y="0"/>
                    <a:pt x="156" y="27"/>
                    <a:pt x="104" y="79"/>
                  </a:cubicBezTo>
                  <a:cubicBezTo>
                    <a:pt x="1" y="183"/>
                    <a:pt x="1" y="351"/>
                    <a:pt x="104" y="455"/>
                  </a:cubicBezTo>
                  <a:lnTo>
                    <a:pt x="622" y="969"/>
                  </a:lnTo>
                  <a:cubicBezTo>
                    <a:pt x="555" y="1096"/>
                    <a:pt x="516" y="1239"/>
                    <a:pt x="516" y="1391"/>
                  </a:cubicBezTo>
                  <a:cubicBezTo>
                    <a:pt x="516" y="1889"/>
                    <a:pt x="923" y="2295"/>
                    <a:pt x="1423" y="2295"/>
                  </a:cubicBezTo>
                  <a:cubicBezTo>
                    <a:pt x="1923" y="2295"/>
                    <a:pt x="2328" y="1889"/>
                    <a:pt x="2328" y="1391"/>
                  </a:cubicBezTo>
                  <a:cubicBezTo>
                    <a:pt x="2329" y="893"/>
                    <a:pt x="1923" y="488"/>
                    <a:pt x="1423" y="488"/>
                  </a:cubicBezTo>
                  <a:cubicBezTo>
                    <a:pt x="1270" y="488"/>
                    <a:pt x="1125" y="527"/>
                    <a:pt x="997" y="593"/>
                  </a:cubicBezTo>
                  <a:lnTo>
                    <a:pt x="480" y="78"/>
                  </a:lnTo>
                  <a:cubicBezTo>
                    <a:pt x="428" y="26"/>
                    <a:pt x="360" y="0"/>
                    <a:pt x="2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9" name="Google Shape;2459;p64">
              <a:extLst>
                <a:ext uri="{FF2B5EF4-FFF2-40B4-BE49-F238E27FC236}">
                  <a16:creationId xmlns:a16="http://schemas.microsoft.com/office/drawing/2014/main" id="{6D6D3B9C-6F53-4B4F-8801-ACA11BF50E4F}"/>
                </a:ext>
              </a:extLst>
            </p:cNvPr>
            <p:cNvSpPr/>
            <p:nvPr/>
          </p:nvSpPr>
          <p:spPr>
            <a:xfrm>
              <a:off x="1722655" y="2760698"/>
              <a:ext cx="60133" cy="59934"/>
            </a:xfrm>
            <a:custGeom>
              <a:avLst/>
              <a:gdLst/>
              <a:ahLst/>
              <a:cxnLst/>
              <a:rect l="l" t="t" r="r" b="b"/>
              <a:pathLst>
                <a:path w="1813" h="1807" extrusionOk="0">
                  <a:moveTo>
                    <a:pt x="906" y="532"/>
                  </a:moveTo>
                  <a:cubicBezTo>
                    <a:pt x="1113" y="532"/>
                    <a:pt x="1281" y="698"/>
                    <a:pt x="1281" y="903"/>
                  </a:cubicBezTo>
                  <a:cubicBezTo>
                    <a:pt x="1281" y="1108"/>
                    <a:pt x="1113" y="1274"/>
                    <a:pt x="906" y="1274"/>
                  </a:cubicBezTo>
                  <a:cubicBezTo>
                    <a:pt x="700" y="1274"/>
                    <a:pt x="532" y="1108"/>
                    <a:pt x="532" y="903"/>
                  </a:cubicBezTo>
                  <a:cubicBezTo>
                    <a:pt x="532" y="698"/>
                    <a:pt x="700" y="532"/>
                    <a:pt x="906" y="532"/>
                  </a:cubicBezTo>
                  <a:close/>
                  <a:moveTo>
                    <a:pt x="906" y="0"/>
                  </a:moveTo>
                  <a:cubicBezTo>
                    <a:pt x="407" y="0"/>
                    <a:pt x="0" y="405"/>
                    <a:pt x="0" y="903"/>
                  </a:cubicBezTo>
                  <a:cubicBezTo>
                    <a:pt x="0" y="1400"/>
                    <a:pt x="407" y="1806"/>
                    <a:pt x="906" y="1806"/>
                  </a:cubicBezTo>
                  <a:cubicBezTo>
                    <a:pt x="1406" y="1806"/>
                    <a:pt x="1813" y="1400"/>
                    <a:pt x="1813" y="903"/>
                  </a:cubicBezTo>
                  <a:cubicBezTo>
                    <a:pt x="1813" y="405"/>
                    <a:pt x="1406" y="0"/>
                    <a:pt x="9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0" name="Google Shape;2460;p64">
              <a:extLst>
                <a:ext uri="{FF2B5EF4-FFF2-40B4-BE49-F238E27FC236}">
                  <a16:creationId xmlns:a16="http://schemas.microsoft.com/office/drawing/2014/main" id="{3FEA4E65-083A-4AD3-A73C-AF3255AEB631}"/>
                </a:ext>
              </a:extLst>
            </p:cNvPr>
            <p:cNvSpPr/>
            <p:nvPr/>
          </p:nvSpPr>
          <p:spPr>
            <a:xfrm>
              <a:off x="1230449" y="2288393"/>
              <a:ext cx="510547" cy="601957"/>
            </a:xfrm>
            <a:custGeom>
              <a:avLst/>
              <a:gdLst/>
              <a:ahLst/>
              <a:cxnLst/>
              <a:rect l="l" t="t" r="r" b="b"/>
              <a:pathLst>
                <a:path w="15393" h="18149" extrusionOk="0">
                  <a:moveTo>
                    <a:pt x="11924" y="2067"/>
                  </a:moveTo>
                  <a:cubicBezTo>
                    <a:pt x="12131" y="2067"/>
                    <a:pt x="12299" y="2234"/>
                    <a:pt x="12299" y="2439"/>
                  </a:cubicBezTo>
                  <a:cubicBezTo>
                    <a:pt x="12299" y="2643"/>
                    <a:pt x="12131" y="2810"/>
                    <a:pt x="11924" y="2810"/>
                  </a:cubicBezTo>
                  <a:cubicBezTo>
                    <a:pt x="11718" y="2810"/>
                    <a:pt x="11550" y="2643"/>
                    <a:pt x="11550" y="2439"/>
                  </a:cubicBezTo>
                  <a:cubicBezTo>
                    <a:pt x="11550" y="2234"/>
                    <a:pt x="11718" y="2067"/>
                    <a:pt x="11924" y="2067"/>
                  </a:cubicBezTo>
                  <a:close/>
                  <a:moveTo>
                    <a:pt x="14486" y="2561"/>
                  </a:moveTo>
                  <a:cubicBezTo>
                    <a:pt x="14693" y="2561"/>
                    <a:pt x="14861" y="2727"/>
                    <a:pt x="14861" y="2932"/>
                  </a:cubicBezTo>
                  <a:cubicBezTo>
                    <a:pt x="14861" y="3137"/>
                    <a:pt x="14693" y="3303"/>
                    <a:pt x="14486" y="3303"/>
                  </a:cubicBezTo>
                  <a:cubicBezTo>
                    <a:pt x="14280" y="3303"/>
                    <a:pt x="14111" y="3137"/>
                    <a:pt x="14111" y="2932"/>
                  </a:cubicBezTo>
                  <a:cubicBezTo>
                    <a:pt x="14111" y="2727"/>
                    <a:pt x="14280" y="2561"/>
                    <a:pt x="14486" y="2561"/>
                  </a:cubicBezTo>
                  <a:close/>
                  <a:moveTo>
                    <a:pt x="11967" y="8060"/>
                  </a:moveTo>
                  <a:cubicBezTo>
                    <a:pt x="12173" y="8060"/>
                    <a:pt x="12340" y="8226"/>
                    <a:pt x="12340" y="8431"/>
                  </a:cubicBezTo>
                  <a:cubicBezTo>
                    <a:pt x="12340" y="8636"/>
                    <a:pt x="12173" y="8802"/>
                    <a:pt x="11967" y="8802"/>
                  </a:cubicBezTo>
                  <a:cubicBezTo>
                    <a:pt x="11759" y="8802"/>
                    <a:pt x="11592" y="8636"/>
                    <a:pt x="11592" y="8431"/>
                  </a:cubicBezTo>
                  <a:cubicBezTo>
                    <a:pt x="11592" y="8226"/>
                    <a:pt x="11759" y="8060"/>
                    <a:pt x="11967" y="8060"/>
                  </a:cubicBezTo>
                  <a:close/>
                  <a:moveTo>
                    <a:pt x="14073" y="10526"/>
                  </a:moveTo>
                  <a:cubicBezTo>
                    <a:pt x="14280" y="10526"/>
                    <a:pt x="14448" y="10693"/>
                    <a:pt x="14448" y="10898"/>
                  </a:cubicBezTo>
                  <a:cubicBezTo>
                    <a:pt x="14448" y="11102"/>
                    <a:pt x="14280" y="11269"/>
                    <a:pt x="14073" y="11269"/>
                  </a:cubicBezTo>
                  <a:cubicBezTo>
                    <a:pt x="13867" y="11269"/>
                    <a:pt x="13699" y="11102"/>
                    <a:pt x="13699" y="10898"/>
                  </a:cubicBezTo>
                  <a:cubicBezTo>
                    <a:pt x="13699" y="10693"/>
                    <a:pt x="13867" y="10526"/>
                    <a:pt x="14073" y="10526"/>
                  </a:cubicBezTo>
                  <a:close/>
                  <a:moveTo>
                    <a:pt x="13619" y="12838"/>
                  </a:moveTo>
                  <a:cubicBezTo>
                    <a:pt x="13825" y="12838"/>
                    <a:pt x="13993" y="13006"/>
                    <a:pt x="13993" y="13210"/>
                  </a:cubicBezTo>
                  <a:cubicBezTo>
                    <a:pt x="13993" y="13416"/>
                    <a:pt x="13825" y="13582"/>
                    <a:pt x="13619" y="13582"/>
                  </a:cubicBezTo>
                  <a:cubicBezTo>
                    <a:pt x="13412" y="13582"/>
                    <a:pt x="13244" y="13416"/>
                    <a:pt x="13244" y="13210"/>
                  </a:cubicBezTo>
                  <a:cubicBezTo>
                    <a:pt x="13244" y="13006"/>
                    <a:pt x="13412" y="12838"/>
                    <a:pt x="13619" y="12838"/>
                  </a:cubicBezTo>
                  <a:close/>
                  <a:moveTo>
                    <a:pt x="13371" y="16210"/>
                  </a:moveTo>
                  <a:cubicBezTo>
                    <a:pt x="13577" y="16210"/>
                    <a:pt x="13745" y="16377"/>
                    <a:pt x="13745" y="16582"/>
                  </a:cubicBezTo>
                  <a:cubicBezTo>
                    <a:pt x="13745" y="16786"/>
                    <a:pt x="13577" y="16953"/>
                    <a:pt x="13371" y="16953"/>
                  </a:cubicBezTo>
                  <a:cubicBezTo>
                    <a:pt x="13165" y="16953"/>
                    <a:pt x="12996" y="16786"/>
                    <a:pt x="12996" y="16582"/>
                  </a:cubicBezTo>
                  <a:cubicBezTo>
                    <a:pt x="12996" y="16377"/>
                    <a:pt x="13165" y="16210"/>
                    <a:pt x="13371" y="16210"/>
                  </a:cubicBezTo>
                  <a:close/>
                  <a:moveTo>
                    <a:pt x="8299" y="0"/>
                  </a:moveTo>
                  <a:cubicBezTo>
                    <a:pt x="7455" y="0"/>
                    <a:pt x="6697" y="492"/>
                    <a:pt x="6352" y="1245"/>
                  </a:cubicBezTo>
                  <a:cubicBezTo>
                    <a:pt x="6299" y="1240"/>
                    <a:pt x="6246" y="1238"/>
                    <a:pt x="6193" y="1238"/>
                  </a:cubicBezTo>
                  <a:cubicBezTo>
                    <a:pt x="4966" y="1238"/>
                    <a:pt x="3964" y="2219"/>
                    <a:pt x="3935" y="3435"/>
                  </a:cubicBezTo>
                  <a:cubicBezTo>
                    <a:pt x="3830" y="3419"/>
                    <a:pt x="3722" y="3411"/>
                    <a:pt x="3615" y="3411"/>
                  </a:cubicBezTo>
                  <a:cubicBezTo>
                    <a:pt x="2370" y="3411"/>
                    <a:pt x="1356" y="4420"/>
                    <a:pt x="1356" y="5660"/>
                  </a:cubicBezTo>
                  <a:cubicBezTo>
                    <a:pt x="1356" y="5933"/>
                    <a:pt x="1403" y="6195"/>
                    <a:pt x="1498" y="6446"/>
                  </a:cubicBezTo>
                  <a:cubicBezTo>
                    <a:pt x="569" y="6997"/>
                    <a:pt x="1" y="7983"/>
                    <a:pt x="1" y="9074"/>
                  </a:cubicBezTo>
                  <a:cubicBezTo>
                    <a:pt x="1" y="9661"/>
                    <a:pt x="168" y="10231"/>
                    <a:pt x="483" y="10721"/>
                  </a:cubicBezTo>
                  <a:cubicBezTo>
                    <a:pt x="744" y="11127"/>
                    <a:pt x="1094" y="11464"/>
                    <a:pt x="1507" y="11708"/>
                  </a:cubicBezTo>
                  <a:cubicBezTo>
                    <a:pt x="1408" y="11965"/>
                    <a:pt x="1356" y="12239"/>
                    <a:pt x="1356" y="12515"/>
                  </a:cubicBezTo>
                  <a:cubicBezTo>
                    <a:pt x="1356" y="13062"/>
                    <a:pt x="1555" y="13590"/>
                    <a:pt x="1919" y="14001"/>
                  </a:cubicBezTo>
                  <a:cubicBezTo>
                    <a:pt x="1971" y="14060"/>
                    <a:pt x="2044" y="14090"/>
                    <a:pt x="2118" y="14090"/>
                  </a:cubicBezTo>
                  <a:cubicBezTo>
                    <a:pt x="2180" y="14090"/>
                    <a:pt x="2243" y="14068"/>
                    <a:pt x="2294" y="14023"/>
                  </a:cubicBezTo>
                  <a:cubicBezTo>
                    <a:pt x="2404" y="13926"/>
                    <a:pt x="2415" y="13758"/>
                    <a:pt x="2317" y="13649"/>
                  </a:cubicBezTo>
                  <a:cubicBezTo>
                    <a:pt x="2040" y="13335"/>
                    <a:pt x="1888" y="12933"/>
                    <a:pt x="1888" y="12515"/>
                  </a:cubicBezTo>
                  <a:cubicBezTo>
                    <a:pt x="1888" y="12234"/>
                    <a:pt x="1954" y="11966"/>
                    <a:pt x="2085" y="11718"/>
                  </a:cubicBezTo>
                  <a:cubicBezTo>
                    <a:pt x="2241" y="11423"/>
                    <a:pt x="2484" y="11172"/>
                    <a:pt x="2791" y="11006"/>
                  </a:cubicBezTo>
                  <a:cubicBezTo>
                    <a:pt x="2919" y="10936"/>
                    <a:pt x="2967" y="10775"/>
                    <a:pt x="2897" y="10645"/>
                  </a:cubicBezTo>
                  <a:cubicBezTo>
                    <a:pt x="2849" y="10557"/>
                    <a:pt x="2758" y="10507"/>
                    <a:pt x="2663" y="10507"/>
                  </a:cubicBezTo>
                  <a:cubicBezTo>
                    <a:pt x="2621" y="10507"/>
                    <a:pt x="2577" y="10517"/>
                    <a:pt x="2537" y="10539"/>
                  </a:cubicBezTo>
                  <a:cubicBezTo>
                    <a:pt x="2220" y="10711"/>
                    <a:pt x="1955" y="10952"/>
                    <a:pt x="1757" y="11238"/>
                  </a:cubicBezTo>
                  <a:cubicBezTo>
                    <a:pt x="997" y="10780"/>
                    <a:pt x="533" y="9972"/>
                    <a:pt x="533" y="9074"/>
                  </a:cubicBezTo>
                  <a:cubicBezTo>
                    <a:pt x="533" y="8115"/>
                    <a:pt x="1065" y="7255"/>
                    <a:pt x="1922" y="6820"/>
                  </a:cubicBezTo>
                  <a:cubicBezTo>
                    <a:pt x="1922" y="6820"/>
                    <a:pt x="2419" y="6544"/>
                    <a:pt x="3077" y="6544"/>
                  </a:cubicBezTo>
                  <a:cubicBezTo>
                    <a:pt x="3225" y="6544"/>
                    <a:pt x="3343" y="6424"/>
                    <a:pt x="3343" y="6278"/>
                  </a:cubicBezTo>
                  <a:cubicBezTo>
                    <a:pt x="3343" y="6131"/>
                    <a:pt x="3224" y="6013"/>
                    <a:pt x="3077" y="6013"/>
                  </a:cubicBezTo>
                  <a:cubicBezTo>
                    <a:pt x="2691" y="6013"/>
                    <a:pt x="2321" y="6084"/>
                    <a:pt x="1980" y="6214"/>
                  </a:cubicBezTo>
                  <a:cubicBezTo>
                    <a:pt x="1920" y="6036"/>
                    <a:pt x="1888" y="5852"/>
                    <a:pt x="1888" y="5661"/>
                  </a:cubicBezTo>
                  <a:cubicBezTo>
                    <a:pt x="1888" y="4714"/>
                    <a:pt x="2662" y="3943"/>
                    <a:pt x="3615" y="3943"/>
                  </a:cubicBezTo>
                  <a:cubicBezTo>
                    <a:pt x="3794" y="3943"/>
                    <a:pt x="3971" y="3971"/>
                    <a:pt x="4141" y="4025"/>
                  </a:cubicBezTo>
                  <a:cubicBezTo>
                    <a:pt x="4167" y="4033"/>
                    <a:pt x="4194" y="4037"/>
                    <a:pt x="4221" y="4037"/>
                  </a:cubicBezTo>
                  <a:cubicBezTo>
                    <a:pt x="4283" y="4037"/>
                    <a:pt x="4344" y="4015"/>
                    <a:pt x="4393" y="3974"/>
                  </a:cubicBezTo>
                  <a:cubicBezTo>
                    <a:pt x="4463" y="3915"/>
                    <a:pt x="4498" y="3824"/>
                    <a:pt x="4485" y="3733"/>
                  </a:cubicBezTo>
                  <a:cubicBezTo>
                    <a:pt x="4472" y="3651"/>
                    <a:pt x="4467" y="3568"/>
                    <a:pt x="4467" y="3487"/>
                  </a:cubicBezTo>
                  <a:cubicBezTo>
                    <a:pt x="4467" y="2540"/>
                    <a:pt x="5241" y="1770"/>
                    <a:pt x="6193" y="1770"/>
                  </a:cubicBezTo>
                  <a:cubicBezTo>
                    <a:pt x="6287" y="1770"/>
                    <a:pt x="6383" y="1778"/>
                    <a:pt x="6478" y="1794"/>
                  </a:cubicBezTo>
                  <a:cubicBezTo>
                    <a:pt x="7295" y="1929"/>
                    <a:pt x="7920" y="2637"/>
                    <a:pt x="7920" y="3487"/>
                  </a:cubicBezTo>
                  <a:cubicBezTo>
                    <a:pt x="7920" y="3635"/>
                    <a:pt x="8039" y="3753"/>
                    <a:pt x="8186" y="3753"/>
                  </a:cubicBezTo>
                  <a:cubicBezTo>
                    <a:pt x="8333" y="3753"/>
                    <a:pt x="8452" y="3634"/>
                    <a:pt x="8452" y="3487"/>
                  </a:cubicBezTo>
                  <a:cubicBezTo>
                    <a:pt x="8452" y="2491"/>
                    <a:pt x="7798" y="1645"/>
                    <a:pt x="6894" y="1350"/>
                  </a:cubicBezTo>
                  <a:cubicBezTo>
                    <a:pt x="7176" y="851"/>
                    <a:pt x="7709" y="532"/>
                    <a:pt x="8299" y="532"/>
                  </a:cubicBezTo>
                  <a:cubicBezTo>
                    <a:pt x="9187" y="532"/>
                    <a:pt x="9910" y="1250"/>
                    <a:pt x="9910" y="2133"/>
                  </a:cubicBezTo>
                  <a:lnTo>
                    <a:pt x="9910" y="2162"/>
                  </a:lnTo>
                  <a:lnTo>
                    <a:pt x="9399" y="2162"/>
                  </a:lnTo>
                  <a:cubicBezTo>
                    <a:pt x="9251" y="2162"/>
                    <a:pt x="9133" y="2281"/>
                    <a:pt x="9133" y="2428"/>
                  </a:cubicBezTo>
                  <a:cubicBezTo>
                    <a:pt x="9133" y="2575"/>
                    <a:pt x="9251" y="2694"/>
                    <a:pt x="9399" y="2694"/>
                  </a:cubicBezTo>
                  <a:lnTo>
                    <a:pt x="9910" y="2694"/>
                  </a:lnTo>
                  <a:lnTo>
                    <a:pt x="9910" y="4464"/>
                  </a:lnTo>
                  <a:lnTo>
                    <a:pt x="7759" y="4464"/>
                  </a:lnTo>
                  <a:cubicBezTo>
                    <a:pt x="7273" y="4464"/>
                    <a:pt x="6877" y="4071"/>
                    <a:pt x="6877" y="3588"/>
                  </a:cubicBezTo>
                  <a:cubicBezTo>
                    <a:pt x="6877" y="3441"/>
                    <a:pt x="6758" y="3322"/>
                    <a:pt x="6611" y="3322"/>
                  </a:cubicBezTo>
                  <a:cubicBezTo>
                    <a:pt x="6464" y="3322"/>
                    <a:pt x="6345" y="3441"/>
                    <a:pt x="6345" y="3588"/>
                  </a:cubicBezTo>
                  <a:cubicBezTo>
                    <a:pt x="6345" y="4365"/>
                    <a:pt x="6980" y="4996"/>
                    <a:pt x="7760" y="4996"/>
                  </a:cubicBezTo>
                  <a:lnTo>
                    <a:pt x="9910" y="4996"/>
                  </a:lnTo>
                  <a:lnTo>
                    <a:pt x="9910" y="9472"/>
                  </a:lnTo>
                  <a:lnTo>
                    <a:pt x="5597" y="9472"/>
                  </a:lnTo>
                  <a:cubicBezTo>
                    <a:pt x="5450" y="9472"/>
                    <a:pt x="5331" y="9591"/>
                    <a:pt x="5331" y="9738"/>
                  </a:cubicBezTo>
                  <a:cubicBezTo>
                    <a:pt x="5331" y="9885"/>
                    <a:pt x="5450" y="10004"/>
                    <a:pt x="5597" y="10004"/>
                  </a:cubicBezTo>
                  <a:lnTo>
                    <a:pt x="9910" y="10004"/>
                  </a:lnTo>
                  <a:lnTo>
                    <a:pt x="9910" y="13654"/>
                  </a:lnTo>
                  <a:lnTo>
                    <a:pt x="9088" y="13654"/>
                  </a:lnTo>
                  <a:cubicBezTo>
                    <a:pt x="8338" y="13654"/>
                    <a:pt x="7727" y="14262"/>
                    <a:pt x="7727" y="15009"/>
                  </a:cubicBezTo>
                  <a:cubicBezTo>
                    <a:pt x="7727" y="15156"/>
                    <a:pt x="7846" y="15275"/>
                    <a:pt x="7993" y="15275"/>
                  </a:cubicBezTo>
                  <a:cubicBezTo>
                    <a:pt x="8140" y="15275"/>
                    <a:pt x="8259" y="15156"/>
                    <a:pt x="8259" y="15009"/>
                  </a:cubicBezTo>
                  <a:cubicBezTo>
                    <a:pt x="8259" y="14555"/>
                    <a:pt x="8631" y="14186"/>
                    <a:pt x="9088" y="14186"/>
                  </a:cubicBezTo>
                  <a:lnTo>
                    <a:pt x="9909" y="14186"/>
                  </a:lnTo>
                  <a:lnTo>
                    <a:pt x="9909" y="16016"/>
                  </a:lnTo>
                  <a:cubicBezTo>
                    <a:pt x="9909" y="16058"/>
                    <a:pt x="9907" y="16099"/>
                    <a:pt x="9904" y="16141"/>
                  </a:cubicBezTo>
                  <a:lnTo>
                    <a:pt x="9398" y="16141"/>
                  </a:lnTo>
                  <a:cubicBezTo>
                    <a:pt x="9251" y="16141"/>
                    <a:pt x="9133" y="16260"/>
                    <a:pt x="9133" y="16406"/>
                  </a:cubicBezTo>
                  <a:cubicBezTo>
                    <a:pt x="9133" y="16553"/>
                    <a:pt x="9251" y="16672"/>
                    <a:pt x="9398" y="16672"/>
                  </a:cubicBezTo>
                  <a:lnTo>
                    <a:pt x="9767" y="16672"/>
                  </a:lnTo>
                  <a:cubicBezTo>
                    <a:pt x="9515" y="17229"/>
                    <a:pt x="8952" y="17618"/>
                    <a:pt x="8299" y="17618"/>
                  </a:cubicBezTo>
                  <a:cubicBezTo>
                    <a:pt x="7713" y="17618"/>
                    <a:pt x="7181" y="17302"/>
                    <a:pt x="6899" y="16807"/>
                  </a:cubicBezTo>
                  <a:cubicBezTo>
                    <a:pt x="7220" y="16702"/>
                    <a:pt x="7516" y="16526"/>
                    <a:pt x="7765" y="16285"/>
                  </a:cubicBezTo>
                  <a:cubicBezTo>
                    <a:pt x="7871" y="16184"/>
                    <a:pt x="7873" y="16015"/>
                    <a:pt x="7771" y="15909"/>
                  </a:cubicBezTo>
                  <a:cubicBezTo>
                    <a:pt x="7719" y="15855"/>
                    <a:pt x="7650" y="15828"/>
                    <a:pt x="7580" y="15828"/>
                  </a:cubicBezTo>
                  <a:cubicBezTo>
                    <a:pt x="7513" y="15828"/>
                    <a:pt x="7447" y="15853"/>
                    <a:pt x="7395" y="15902"/>
                  </a:cubicBezTo>
                  <a:cubicBezTo>
                    <a:pt x="7142" y="16148"/>
                    <a:pt x="6825" y="16306"/>
                    <a:pt x="6482" y="16363"/>
                  </a:cubicBezTo>
                  <a:cubicBezTo>
                    <a:pt x="6385" y="16379"/>
                    <a:pt x="6288" y="16387"/>
                    <a:pt x="6193" y="16387"/>
                  </a:cubicBezTo>
                  <a:cubicBezTo>
                    <a:pt x="5241" y="16387"/>
                    <a:pt x="4466" y="15617"/>
                    <a:pt x="4466" y="14670"/>
                  </a:cubicBezTo>
                  <a:cubicBezTo>
                    <a:pt x="4466" y="14647"/>
                    <a:pt x="4468" y="14621"/>
                    <a:pt x="4469" y="14596"/>
                  </a:cubicBezTo>
                  <a:cubicBezTo>
                    <a:pt x="4684" y="14509"/>
                    <a:pt x="4885" y="14389"/>
                    <a:pt x="5065" y="14239"/>
                  </a:cubicBezTo>
                  <a:cubicBezTo>
                    <a:pt x="5178" y="14145"/>
                    <a:pt x="5193" y="13977"/>
                    <a:pt x="5099" y="13864"/>
                  </a:cubicBezTo>
                  <a:cubicBezTo>
                    <a:pt x="5046" y="13802"/>
                    <a:pt x="4972" y="13771"/>
                    <a:pt x="4897" y="13771"/>
                  </a:cubicBezTo>
                  <a:cubicBezTo>
                    <a:pt x="4837" y="13771"/>
                    <a:pt x="4775" y="13791"/>
                    <a:pt x="4724" y="13831"/>
                  </a:cubicBezTo>
                  <a:cubicBezTo>
                    <a:pt x="4286" y="14176"/>
                    <a:pt x="3858" y="14232"/>
                    <a:pt x="3606" y="14232"/>
                  </a:cubicBezTo>
                  <a:cubicBezTo>
                    <a:pt x="3551" y="14232"/>
                    <a:pt x="3505" y="14230"/>
                    <a:pt x="3468" y="14227"/>
                  </a:cubicBezTo>
                  <a:cubicBezTo>
                    <a:pt x="3461" y="14226"/>
                    <a:pt x="3453" y="14226"/>
                    <a:pt x="3446" y="14226"/>
                  </a:cubicBezTo>
                  <a:cubicBezTo>
                    <a:pt x="3308" y="14226"/>
                    <a:pt x="3192" y="14331"/>
                    <a:pt x="3182" y="14469"/>
                  </a:cubicBezTo>
                  <a:cubicBezTo>
                    <a:pt x="3169" y="14616"/>
                    <a:pt x="3278" y="14744"/>
                    <a:pt x="3424" y="14756"/>
                  </a:cubicBezTo>
                  <a:cubicBezTo>
                    <a:pt x="3487" y="14761"/>
                    <a:pt x="3551" y="14764"/>
                    <a:pt x="3614" y="14764"/>
                  </a:cubicBezTo>
                  <a:cubicBezTo>
                    <a:pt x="3722" y="14764"/>
                    <a:pt x="3829" y="14757"/>
                    <a:pt x="3935" y="14741"/>
                  </a:cubicBezTo>
                  <a:cubicBezTo>
                    <a:pt x="3973" y="15949"/>
                    <a:pt x="4971" y="16919"/>
                    <a:pt x="6193" y="16919"/>
                  </a:cubicBezTo>
                  <a:cubicBezTo>
                    <a:pt x="6247" y="16919"/>
                    <a:pt x="6301" y="16917"/>
                    <a:pt x="6355" y="16913"/>
                  </a:cubicBezTo>
                  <a:cubicBezTo>
                    <a:pt x="6703" y="17660"/>
                    <a:pt x="7459" y="18149"/>
                    <a:pt x="8299" y="18149"/>
                  </a:cubicBezTo>
                  <a:cubicBezTo>
                    <a:pt x="9480" y="18149"/>
                    <a:pt x="10441" y="17193"/>
                    <a:pt x="10441" y="16016"/>
                  </a:cubicBezTo>
                  <a:lnTo>
                    <a:pt x="10441" y="15429"/>
                  </a:lnTo>
                  <a:lnTo>
                    <a:pt x="11850" y="15429"/>
                  </a:lnTo>
                  <a:cubicBezTo>
                    <a:pt x="11879" y="15430"/>
                    <a:pt x="11945" y="15457"/>
                    <a:pt x="11965" y="15476"/>
                  </a:cubicBezTo>
                  <a:lnTo>
                    <a:pt x="12600" y="16108"/>
                  </a:lnTo>
                  <a:cubicBezTo>
                    <a:pt x="12514" y="16245"/>
                    <a:pt x="12464" y="16407"/>
                    <a:pt x="12464" y="16582"/>
                  </a:cubicBezTo>
                  <a:cubicBezTo>
                    <a:pt x="12464" y="17080"/>
                    <a:pt x="12871" y="17485"/>
                    <a:pt x="13370" y="17485"/>
                  </a:cubicBezTo>
                  <a:cubicBezTo>
                    <a:pt x="13870" y="17485"/>
                    <a:pt x="14277" y="17080"/>
                    <a:pt x="14277" y="16582"/>
                  </a:cubicBezTo>
                  <a:cubicBezTo>
                    <a:pt x="14277" y="16084"/>
                    <a:pt x="13870" y="15678"/>
                    <a:pt x="13370" y="15678"/>
                  </a:cubicBezTo>
                  <a:cubicBezTo>
                    <a:pt x="13239" y="15678"/>
                    <a:pt x="13114" y="15707"/>
                    <a:pt x="13001" y="15758"/>
                  </a:cubicBezTo>
                  <a:lnTo>
                    <a:pt x="12340" y="15099"/>
                  </a:lnTo>
                  <a:cubicBezTo>
                    <a:pt x="12221" y="14980"/>
                    <a:pt x="12019" y="14897"/>
                    <a:pt x="11850" y="14897"/>
                  </a:cubicBezTo>
                  <a:lnTo>
                    <a:pt x="10442" y="14897"/>
                  </a:lnTo>
                  <a:lnTo>
                    <a:pt x="10442" y="13476"/>
                  </a:lnTo>
                  <a:lnTo>
                    <a:pt x="12753" y="13476"/>
                  </a:lnTo>
                  <a:cubicBezTo>
                    <a:pt x="12867" y="13845"/>
                    <a:pt x="13212" y="14114"/>
                    <a:pt x="13619" y="14114"/>
                  </a:cubicBezTo>
                  <a:cubicBezTo>
                    <a:pt x="14119" y="14114"/>
                    <a:pt x="14525" y="13708"/>
                    <a:pt x="14525" y="13210"/>
                  </a:cubicBezTo>
                  <a:cubicBezTo>
                    <a:pt x="14525" y="12712"/>
                    <a:pt x="14119" y="12308"/>
                    <a:pt x="13619" y="12308"/>
                  </a:cubicBezTo>
                  <a:cubicBezTo>
                    <a:pt x="13212" y="12308"/>
                    <a:pt x="12867" y="12576"/>
                    <a:pt x="12753" y="12944"/>
                  </a:cubicBezTo>
                  <a:lnTo>
                    <a:pt x="10442" y="12944"/>
                  </a:lnTo>
                  <a:lnTo>
                    <a:pt x="10442" y="11164"/>
                  </a:lnTo>
                  <a:lnTo>
                    <a:pt x="13207" y="11164"/>
                  </a:lnTo>
                  <a:cubicBezTo>
                    <a:pt x="13321" y="11532"/>
                    <a:pt x="13667" y="11801"/>
                    <a:pt x="14073" y="11801"/>
                  </a:cubicBezTo>
                  <a:cubicBezTo>
                    <a:pt x="14573" y="11801"/>
                    <a:pt x="14980" y="11396"/>
                    <a:pt x="14980" y="10898"/>
                  </a:cubicBezTo>
                  <a:cubicBezTo>
                    <a:pt x="14980" y="10400"/>
                    <a:pt x="14572" y="9994"/>
                    <a:pt x="14073" y="9994"/>
                  </a:cubicBezTo>
                  <a:cubicBezTo>
                    <a:pt x="13667" y="9994"/>
                    <a:pt x="13321" y="10263"/>
                    <a:pt x="13207" y="10632"/>
                  </a:cubicBezTo>
                  <a:lnTo>
                    <a:pt x="10442" y="10632"/>
                  </a:lnTo>
                  <a:lnTo>
                    <a:pt x="10442" y="8697"/>
                  </a:lnTo>
                  <a:lnTo>
                    <a:pt x="11100" y="8697"/>
                  </a:lnTo>
                  <a:cubicBezTo>
                    <a:pt x="11214" y="9065"/>
                    <a:pt x="11559" y="9334"/>
                    <a:pt x="11967" y="9334"/>
                  </a:cubicBezTo>
                  <a:cubicBezTo>
                    <a:pt x="12466" y="9334"/>
                    <a:pt x="12872" y="8929"/>
                    <a:pt x="12872" y="8431"/>
                  </a:cubicBezTo>
                  <a:cubicBezTo>
                    <a:pt x="12872" y="7933"/>
                    <a:pt x="12466" y="7528"/>
                    <a:pt x="11967" y="7528"/>
                  </a:cubicBezTo>
                  <a:cubicBezTo>
                    <a:pt x="11559" y="7528"/>
                    <a:pt x="11214" y="7796"/>
                    <a:pt x="11100" y="8165"/>
                  </a:cubicBezTo>
                  <a:lnTo>
                    <a:pt x="10442" y="8165"/>
                  </a:lnTo>
                  <a:lnTo>
                    <a:pt x="10442" y="6631"/>
                  </a:lnTo>
                  <a:lnTo>
                    <a:pt x="13338" y="6631"/>
                  </a:lnTo>
                  <a:cubicBezTo>
                    <a:pt x="13367" y="6632"/>
                    <a:pt x="13433" y="6659"/>
                    <a:pt x="13453" y="6679"/>
                  </a:cubicBezTo>
                  <a:lnTo>
                    <a:pt x="13999" y="7222"/>
                  </a:lnTo>
                  <a:cubicBezTo>
                    <a:pt x="14052" y="7274"/>
                    <a:pt x="14120" y="7299"/>
                    <a:pt x="14187" y="7299"/>
                  </a:cubicBezTo>
                  <a:cubicBezTo>
                    <a:pt x="14255" y="7299"/>
                    <a:pt x="14324" y="7274"/>
                    <a:pt x="14375" y="7221"/>
                  </a:cubicBezTo>
                  <a:cubicBezTo>
                    <a:pt x="14479" y="7117"/>
                    <a:pt x="14479" y="6949"/>
                    <a:pt x="14374" y="6845"/>
                  </a:cubicBezTo>
                  <a:lnTo>
                    <a:pt x="13828" y="6302"/>
                  </a:lnTo>
                  <a:cubicBezTo>
                    <a:pt x="13709" y="6182"/>
                    <a:pt x="13508" y="6099"/>
                    <a:pt x="13338" y="6099"/>
                  </a:cubicBezTo>
                  <a:lnTo>
                    <a:pt x="10442" y="6099"/>
                  </a:lnTo>
                  <a:lnTo>
                    <a:pt x="10442" y="4996"/>
                  </a:lnTo>
                  <a:lnTo>
                    <a:pt x="12636" y="4996"/>
                  </a:lnTo>
                  <a:cubicBezTo>
                    <a:pt x="12804" y="4996"/>
                    <a:pt x="13007" y="4913"/>
                    <a:pt x="13126" y="4794"/>
                  </a:cubicBezTo>
                  <a:lnTo>
                    <a:pt x="14153" y="3771"/>
                  </a:lnTo>
                  <a:cubicBezTo>
                    <a:pt x="14256" y="3812"/>
                    <a:pt x="14369" y="3835"/>
                    <a:pt x="14486" y="3835"/>
                  </a:cubicBezTo>
                  <a:cubicBezTo>
                    <a:pt x="14986" y="3835"/>
                    <a:pt x="15393" y="3429"/>
                    <a:pt x="15393" y="2931"/>
                  </a:cubicBezTo>
                  <a:cubicBezTo>
                    <a:pt x="15393" y="2433"/>
                    <a:pt x="14986" y="2029"/>
                    <a:pt x="14486" y="2029"/>
                  </a:cubicBezTo>
                  <a:cubicBezTo>
                    <a:pt x="13987" y="2029"/>
                    <a:pt x="13581" y="2433"/>
                    <a:pt x="13581" y="2931"/>
                  </a:cubicBezTo>
                  <a:cubicBezTo>
                    <a:pt x="13581" y="3119"/>
                    <a:pt x="13637" y="3293"/>
                    <a:pt x="13736" y="3438"/>
                  </a:cubicBezTo>
                  <a:lnTo>
                    <a:pt x="12751" y="4416"/>
                  </a:lnTo>
                  <a:cubicBezTo>
                    <a:pt x="12730" y="4437"/>
                    <a:pt x="12665" y="4464"/>
                    <a:pt x="12636" y="4464"/>
                  </a:cubicBezTo>
                  <a:lnTo>
                    <a:pt x="10442" y="4464"/>
                  </a:lnTo>
                  <a:lnTo>
                    <a:pt x="10442" y="2705"/>
                  </a:lnTo>
                  <a:lnTo>
                    <a:pt x="11059" y="2705"/>
                  </a:lnTo>
                  <a:cubicBezTo>
                    <a:pt x="11173" y="3073"/>
                    <a:pt x="11518" y="3342"/>
                    <a:pt x="11924" y="3342"/>
                  </a:cubicBezTo>
                  <a:cubicBezTo>
                    <a:pt x="12424" y="3342"/>
                    <a:pt x="12831" y="2937"/>
                    <a:pt x="12831" y="2439"/>
                  </a:cubicBezTo>
                  <a:cubicBezTo>
                    <a:pt x="12831" y="1941"/>
                    <a:pt x="12424" y="1535"/>
                    <a:pt x="11924" y="1535"/>
                  </a:cubicBezTo>
                  <a:cubicBezTo>
                    <a:pt x="11518" y="1535"/>
                    <a:pt x="11173" y="1804"/>
                    <a:pt x="11059" y="2173"/>
                  </a:cubicBezTo>
                  <a:lnTo>
                    <a:pt x="10441" y="2173"/>
                  </a:lnTo>
                  <a:lnTo>
                    <a:pt x="10441" y="2133"/>
                  </a:lnTo>
                  <a:cubicBezTo>
                    <a:pt x="10441" y="956"/>
                    <a:pt x="9481" y="0"/>
                    <a:pt x="82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</p:spTree>
    <p:extLst>
      <p:ext uri="{BB962C8B-B14F-4D97-AF65-F5344CB8AC3E}">
        <p14:creationId xmlns:p14="http://schemas.microsoft.com/office/powerpoint/2010/main" val="37247237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2146;p59">
            <a:extLst>
              <a:ext uri="{FF2B5EF4-FFF2-40B4-BE49-F238E27FC236}">
                <a16:creationId xmlns:a16="http://schemas.microsoft.com/office/drawing/2014/main" id="{1E111F92-10C0-451A-B33F-7BDCEA0FB72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18647" t="7960" r="8852" b="8336"/>
          <a:stretch/>
        </p:blipFill>
        <p:spPr>
          <a:xfrm rot="-1406513">
            <a:off x="7999804" y="4279605"/>
            <a:ext cx="1175233" cy="7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2148;p59">
            <a:extLst>
              <a:ext uri="{FF2B5EF4-FFF2-40B4-BE49-F238E27FC236}">
                <a16:creationId xmlns:a16="http://schemas.microsoft.com/office/drawing/2014/main" id="{0AA7D8E9-509B-4074-8CFD-82BB1B0AC9E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18647" t="7960" r="8852" b="8336"/>
          <a:stretch/>
        </p:blipFill>
        <p:spPr>
          <a:xfrm rot="9084173">
            <a:off x="7658317" y="3663286"/>
            <a:ext cx="1175231" cy="763226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0091CB7-CA36-4770-914E-7D19D5698634}"/>
              </a:ext>
            </a:extLst>
          </p:cNvPr>
          <p:cNvSpPr/>
          <p:nvPr/>
        </p:nvSpPr>
        <p:spPr>
          <a:xfrm>
            <a:off x="6243535" y="238105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9A6977-8A69-4790-9F80-D7FA3D77EE7F}"/>
              </a:ext>
            </a:extLst>
          </p:cNvPr>
          <p:cNvSpPr txBox="1"/>
          <p:nvPr/>
        </p:nvSpPr>
        <p:spPr>
          <a:xfrm>
            <a:off x="6241939" y="338876"/>
            <a:ext cx="194638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معرفی ماشین های خودران</a:t>
            </a:r>
            <a:endParaRPr lang="en-US" sz="1200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4C1F26F-3BD8-45F9-8DE2-C6525954E657}"/>
              </a:ext>
            </a:extLst>
          </p:cNvPr>
          <p:cNvSpPr/>
          <p:nvPr/>
        </p:nvSpPr>
        <p:spPr>
          <a:xfrm>
            <a:off x="4240681" y="247651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4A3B8E-C842-42BB-A29A-E7F0159973FE}"/>
              </a:ext>
            </a:extLst>
          </p:cNvPr>
          <p:cNvSpPr txBox="1"/>
          <p:nvPr/>
        </p:nvSpPr>
        <p:spPr>
          <a:xfrm>
            <a:off x="4237489" y="389622"/>
            <a:ext cx="1946382" cy="49244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lang="fa-IR" b="1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تاریخچه و تکامل</a:t>
            </a:r>
            <a:endParaRPr lang="en-US" b="1" dirty="0">
              <a:solidFill>
                <a:schemeClr val="tx1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  <a:p>
            <a:pPr algn="ctr"/>
            <a:endParaRPr lang="en-US" sz="1200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017BE0F-C67A-4BF8-942C-BE1EA6114CAF}"/>
              </a:ext>
            </a:extLst>
          </p:cNvPr>
          <p:cNvSpPr/>
          <p:nvPr/>
        </p:nvSpPr>
        <p:spPr>
          <a:xfrm>
            <a:off x="2236231" y="238105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DD2E0-8E3A-45CE-A502-E6B019C669F7}"/>
              </a:ext>
            </a:extLst>
          </p:cNvPr>
          <p:cNvSpPr txBox="1"/>
          <p:nvPr/>
        </p:nvSpPr>
        <p:spPr>
          <a:xfrm>
            <a:off x="2234635" y="338876"/>
            <a:ext cx="194638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چرا ماشین های خودران؟</a:t>
            </a:r>
            <a:endParaRPr lang="en-US" sz="1200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B8BAE95-58CE-4AEC-8853-F06A3D0F56C6}"/>
              </a:ext>
            </a:extLst>
          </p:cNvPr>
          <p:cNvSpPr/>
          <p:nvPr/>
        </p:nvSpPr>
        <p:spPr>
          <a:xfrm>
            <a:off x="230185" y="234416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11E10AD-8419-44CC-B738-1B13A708A5F7}"/>
              </a:ext>
            </a:extLst>
          </p:cNvPr>
          <p:cNvSpPr txBox="1"/>
          <p:nvPr/>
        </p:nvSpPr>
        <p:spPr>
          <a:xfrm>
            <a:off x="228589" y="335187"/>
            <a:ext cx="194638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Segoe UI Variable Text Semiligh" pitchFamily="2" charset="0"/>
                <a:ea typeface="Source Sans Pro" panose="020B0503030403020204" pitchFamily="34" charset="0"/>
                <a:cs typeface="Vazir" panose="020B0603030804020204" pitchFamily="34" charset="-78"/>
              </a:rPr>
              <a:t>اجزای اصلی</a:t>
            </a:r>
            <a:endParaRPr lang="en-US" sz="1200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E05C835-93B3-4885-B983-7FB3DD8669D9}"/>
              </a:ext>
            </a:extLst>
          </p:cNvPr>
          <p:cNvSpPr/>
          <p:nvPr/>
        </p:nvSpPr>
        <p:spPr>
          <a:xfrm>
            <a:off x="6243535" y="816539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5DAC9AE-BAF0-4A89-B8D1-DCB5E3865E95}"/>
              </a:ext>
            </a:extLst>
          </p:cNvPr>
          <p:cNvSpPr txBox="1"/>
          <p:nvPr/>
        </p:nvSpPr>
        <p:spPr>
          <a:xfrm>
            <a:off x="6241939" y="917310"/>
            <a:ext cx="194638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نحوه عملکرد</a:t>
            </a:r>
            <a:endParaRPr lang="en-US" sz="1200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317C9A1-89BC-42A2-A1CE-85FDBE18830F}"/>
              </a:ext>
            </a:extLst>
          </p:cNvPr>
          <p:cNvSpPr/>
          <p:nvPr/>
        </p:nvSpPr>
        <p:spPr>
          <a:xfrm>
            <a:off x="4240681" y="826085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66D9E9B-43CF-425B-8B2B-5F27C5E72B1C}"/>
              </a:ext>
            </a:extLst>
          </p:cNvPr>
          <p:cNvSpPr txBox="1"/>
          <p:nvPr/>
        </p:nvSpPr>
        <p:spPr>
          <a:xfrm>
            <a:off x="4239085" y="926856"/>
            <a:ext cx="194638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چالش ها و موانع</a:t>
            </a:r>
            <a:endParaRPr lang="en-US" sz="1200" dirty="0">
              <a:solidFill>
                <a:schemeClr val="tx1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79901CD-2ECB-423D-B08D-98B43A07E0E0}"/>
              </a:ext>
            </a:extLst>
          </p:cNvPr>
          <p:cNvSpPr/>
          <p:nvPr/>
        </p:nvSpPr>
        <p:spPr>
          <a:xfrm>
            <a:off x="2236231" y="816539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34B8175-5E0D-40E4-A86D-ECED6888F1D1}"/>
              </a:ext>
            </a:extLst>
          </p:cNvPr>
          <p:cNvSpPr txBox="1"/>
          <p:nvPr/>
        </p:nvSpPr>
        <p:spPr>
          <a:xfrm>
            <a:off x="2234635" y="917310"/>
            <a:ext cx="194638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آینده ماشین های خودران</a:t>
            </a:r>
            <a:endParaRPr lang="en-US" sz="1200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06FCCD35-0675-4A7E-9D4F-20D2BB856718}"/>
              </a:ext>
            </a:extLst>
          </p:cNvPr>
          <p:cNvSpPr/>
          <p:nvPr/>
        </p:nvSpPr>
        <p:spPr>
          <a:xfrm>
            <a:off x="230185" y="812850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C994D92-8AAD-471E-83AF-873AF9F07D80}"/>
              </a:ext>
            </a:extLst>
          </p:cNvPr>
          <p:cNvSpPr txBox="1"/>
          <p:nvPr/>
        </p:nvSpPr>
        <p:spPr>
          <a:xfrm>
            <a:off x="228589" y="913621"/>
            <a:ext cx="194638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منابع</a:t>
            </a:r>
            <a:endParaRPr lang="en-US" sz="1200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grpSp>
        <p:nvGrpSpPr>
          <p:cNvPr id="22" name="Google Shape;1265;p36">
            <a:extLst>
              <a:ext uri="{FF2B5EF4-FFF2-40B4-BE49-F238E27FC236}">
                <a16:creationId xmlns:a16="http://schemas.microsoft.com/office/drawing/2014/main" id="{E820EEC6-A2F8-4E40-9E03-0B9ECF93BA6A}"/>
              </a:ext>
            </a:extLst>
          </p:cNvPr>
          <p:cNvGrpSpPr/>
          <p:nvPr/>
        </p:nvGrpSpPr>
        <p:grpSpPr>
          <a:xfrm>
            <a:off x="4947220" y="4343173"/>
            <a:ext cx="76825" cy="76800"/>
            <a:chOff x="3104875" y="1099400"/>
            <a:chExt cx="76825" cy="76800"/>
          </a:xfrm>
        </p:grpSpPr>
        <p:sp>
          <p:nvSpPr>
            <p:cNvPr id="23" name="Google Shape;1266;p36">
              <a:extLst>
                <a:ext uri="{FF2B5EF4-FFF2-40B4-BE49-F238E27FC236}">
                  <a16:creationId xmlns:a16="http://schemas.microsoft.com/office/drawing/2014/main" id="{6BAD57EF-00BE-4B93-9B31-8C10374D1E54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" name="Google Shape;1267;p36">
              <a:extLst>
                <a:ext uri="{FF2B5EF4-FFF2-40B4-BE49-F238E27FC236}">
                  <a16:creationId xmlns:a16="http://schemas.microsoft.com/office/drawing/2014/main" id="{D2797C79-3A56-403C-9424-8F17CC908674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25" name="Google Shape;2061;p59">
            <a:extLst>
              <a:ext uri="{FF2B5EF4-FFF2-40B4-BE49-F238E27FC236}">
                <a16:creationId xmlns:a16="http://schemas.microsoft.com/office/drawing/2014/main" id="{8895A749-F601-4E16-9556-0FE599C25A6E}"/>
              </a:ext>
            </a:extLst>
          </p:cNvPr>
          <p:cNvSpPr/>
          <p:nvPr/>
        </p:nvSpPr>
        <p:spPr>
          <a:xfrm rot="5400000">
            <a:off x="1041866" y="2184464"/>
            <a:ext cx="903900" cy="7836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002E8A">
              <a:alpha val="33000"/>
            </a:srgbClr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6" name="Google Shape;2062;p59">
            <a:extLst>
              <a:ext uri="{FF2B5EF4-FFF2-40B4-BE49-F238E27FC236}">
                <a16:creationId xmlns:a16="http://schemas.microsoft.com/office/drawing/2014/main" id="{D43409C3-568C-478B-AC1B-47ECC7AA3A85}"/>
              </a:ext>
            </a:extLst>
          </p:cNvPr>
          <p:cNvSpPr/>
          <p:nvPr/>
        </p:nvSpPr>
        <p:spPr>
          <a:xfrm rot="5400000">
            <a:off x="4864769" y="2184464"/>
            <a:ext cx="903900" cy="7836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002E8A">
              <a:alpha val="33000"/>
            </a:srgbClr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" name="Google Shape;2063;p59">
            <a:extLst>
              <a:ext uri="{FF2B5EF4-FFF2-40B4-BE49-F238E27FC236}">
                <a16:creationId xmlns:a16="http://schemas.microsoft.com/office/drawing/2014/main" id="{C5FF4CBE-D063-4B08-BC61-B0B01A5D01BC}"/>
              </a:ext>
            </a:extLst>
          </p:cNvPr>
          <p:cNvSpPr/>
          <p:nvPr/>
        </p:nvSpPr>
        <p:spPr>
          <a:xfrm rot="5400000">
            <a:off x="6776221" y="2490562"/>
            <a:ext cx="903900" cy="7836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002E8A">
              <a:alpha val="33000"/>
            </a:srgbClr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8" name="Google Shape;2064;p59">
            <a:extLst>
              <a:ext uri="{FF2B5EF4-FFF2-40B4-BE49-F238E27FC236}">
                <a16:creationId xmlns:a16="http://schemas.microsoft.com/office/drawing/2014/main" id="{E20F0E23-E801-4E00-BC89-22CF2FCB4203}"/>
              </a:ext>
            </a:extLst>
          </p:cNvPr>
          <p:cNvSpPr/>
          <p:nvPr/>
        </p:nvSpPr>
        <p:spPr>
          <a:xfrm rot="5400000">
            <a:off x="2953318" y="2490562"/>
            <a:ext cx="903900" cy="7836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002E8A">
              <a:alpha val="33000"/>
            </a:srgbClr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9" name="Google Shape;2066;p59">
            <a:extLst>
              <a:ext uri="{FF2B5EF4-FFF2-40B4-BE49-F238E27FC236}">
                <a16:creationId xmlns:a16="http://schemas.microsoft.com/office/drawing/2014/main" id="{14C19D94-22C7-42EE-A68C-FB6A6A03B402}"/>
              </a:ext>
            </a:extLst>
          </p:cNvPr>
          <p:cNvSpPr/>
          <p:nvPr/>
        </p:nvSpPr>
        <p:spPr>
          <a:xfrm rot="10800000">
            <a:off x="6273668" y="2732021"/>
            <a:ext cx="1909006" cy="955096"/>
          </a:xfrm>
          <a:custGeom>
            <a:avLst/>
            <a:gdLst/>
            <a:ahLst/>
            <a:cxnLst/>
            <a:rect l="l" t="t" r="r" b="b"/>
            <a:pathLst>
              <a:path w="44065" h="22050" fill="none" extrusionOk="0">
                <a:moveTo>
                  <a:pt x="0" y="22050"/>
                </a:moveTo>
                <a:cubicBezTo>
                  <a:pt x="0" y="9874"/>
                  <a:pt x="9874" y="1"/>
                  <a:pt x="22049" y="1"/>
                </a:cubicBezTo>
                <a:cubicBezTo>
                  <a:pt x="34191" y="1"/>
                  <a:pt x="44065" y="9874"/>
                  <a:pt x="44065" y="22050"/>
                </a:cubicBezTo>
              </a:path>
            </a:pathLst>
          </a:custGeom>
          <a:noFill/>
          <a:ln w="19050" cap="rnd" cmpd="sng">
            <a:solidFill>
              <a:schemeClr val="dk1"/>
            </a:solidFill>
            <a:prstDash val="solid"/>
            <a:miter lim="33357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0" name="Google Shape;2067;p59">
            <a:extLst>
              <a:ext uri="{FF2B5EF4-FFF2-40B4-BE49-F238E27FC236}">
                <a16:creationId xmlns:a16="http://schemas.microsoft.com/office/drawing/2014/main" id="{1FB8ABA1-2126-43BD-AD36-9D453A34D917}"/>
              </a:ext>
            </a:extLst>
          </p:cNvPr>
          <p:cNvSpPr txBox="1"/>
          <p:nvPr/>
        </p:nvSpPr>
        <p:spPr>
          <a:xfrm>
            <a:off x="533666" y="3126384"/>
            <a:ext cx="1920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2100" dirty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1925</a:t>
            </a:r>
            <a:endParaRPr sz="2100" dirty="0">
              <a:solidFill>
                <a:schemeClr val="dk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31" name="Google Shape;2068;p59">
            <a:extLst>
              <a:ext uri="{FF2B5EF4-FFF2-40B4-BE49-F238E27FC236}">
                <a16:creationId xmlns:a16="http://schemas.microsoft.com/office/drawing/2014/main" id="{3774BD85-CD76-4108-A645-A34A3BEBDE4B}"/>
              </a:ext>
            </a:extLst>
          </p:cNvPr>
          <p:cNvSpPr txBox="1"/>
          <p:nvPr/>
        </p:nvSpPr>
        <p:spPr>
          <a:xfrm>
            <a:off x="2445118" y="1866877"/>
            <a:ext cx="1920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2100" dirty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1950</a:t>
            </a:r>
            <a:endParaRPr sz="2100" dirty="0">
              <a:solidFill>
                <a:schemeClr val="dk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32" name="Google Shape;2070;p59">
            <a:extLst>
              <a:ext uri="{FF2B5EF4-FFF2-40B4-BE49-F238E27FC236}">
                <a16:creationId xmlns:a16="http://schemas.microsoft.com/office/drawing/2014/main" id="{5C2F4E1C-4958-406C-87BB-ECE32AF80D1D}"/>
              </a:ext>
            </a:extLst>
          </p:cNvPr>
          <p:cNvSpPr/>
          <p:nvPr/>
        </p:nvSpPr>
        <p:spPr>
          <a:xfrm rot="10800000">
            <a:off x="4362195" y="1788428"/>
            <a:ext cx="1909049" cy="953666"/>
          </a:xfrm>
          <a:custGeom>
            <a:avLst/>
            <a:gdLst/>
            <a:ahLst/>
            <a:cxnLst/>
            <a:rect l="l" t="t" r="r" b="b"/>
            <a:pathLst>
              <a:path w="44066" h="22017" fill="none" extrusionOk="0">
                <a:moveTo>
                  <a:pt x="44065" y="1"/>
                </a:moveTo>
                <a:cubicBezTo>
                  <a:pt x="44065" y="12176"/>
                  <a:pt x="34191" y="22016"/>
                  <a:pt x="22049" y="22016"/>
                </a:cubicBezTo>
                <a:cubicBezTo>
                  <a:pt x="9874" y="22016"/>
                  <a:pt x="0" y="12176"/>
                  <a:pt x="0" y="1"/>
                </a:cubicBezTo>
              </a:path>
            </a:pathLst>
          </a:custGeom>
          <a:noFill/>
          <a:ln w="19050" cap="rnd" cmpd="sng">
            <a:solidFill>
              <a:schemeClr val="dk1"/>
            </a:solidFill>
            <a:prstDash val="solid"/>
            <a:miter lim="33357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3" name="Google Shape;2071;p59">
            <a:extLst>
              <a:ext uri="{FF2B5EF4-FFF2-40B4-BE49-F238E27FC236}">
                <a16:creationId xmlns:a16="http://schemas.microsoft.com/office/drawing/2014/main" id="{29581F5B-D888-44CA-978C-754FE9DE85C6}"/>
              </a:ext>
            </a:extLst>
          </p:cNvPr>
          <p:cNvSpPr/>
          <p:nvPr/>
        </p:nvSpPr>
        <p:spPr>
          <a:xfrm rot="10800000">
            <a:off x="2450765" y="2732021"/>
            <a:ext cx="1909006" cy="955096"/>
          </a:xfrm>
          <a:custGeom>
            <a:avLst/>
            <a:gdLst/>
            <a:ahLst/>
            <a:cxnLst/>
            <a:rect l="l" t="t" r="r" b="b"/>
            <a:pathLst>
              <a:path w="44065" h="22050" fill="none" extrusionOk="0">
                <a:moveTo>
                  <a:pt x="0" y="22050"/>
                </a:moveTo>
                <a:cubicBezTo>
                  <a:pt x="0" y="9874"/>
                  <a:pt x="9874" y="1"/>
                  <a:pt x="22049" y="1"/>
                </a:cubicBezTo>
                <a:cubicBezTo>
                  <a:pt x="34191" y="1"/>
                  <a:pt x="44065" y="9874"/>
                  <a:pt x="44065" y="22050"/>
                </a:cubicBezTo>
              </a:path>
            </a:pathLst>
          </a:custGeom>
          <a:noFill/>
          <a:ln w="19050" cap="rnd" cmpd="sng">
            <a:solidFill>
              <a:schemeClr val="dk1"/>
            </a:solidFill>
            <a:prstDash val="solid"/>
            <a:miter lim="33357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4" name="Google Shape;2072;p59">
            <a:extLst>
              <a:ext uri="{FF2B5EF4-FFF2-40B4-BE49-F238E27FC236}">
                <a16:creationId xmlns:a16="http://schemas.microsoft.com/office/drawing/2014/main" id="{7CC1B611-F201-4FD5-8A44-7D03E9890E6C}"/>
              </a:ext>
            </a:extLst>
          </p:cNvPr>
          <p:cNvSpPr/>
          <p:nvPr/>
        </p:nvSpPr>
        <p:spPr>
          <a:xfrm rot="10800000">
            <a:off x="539292" y="1788428"/>
            <a:ext cx="1909049" cy="953666"/>
          </a:xfrm>
          <a:custGeom>
            <a:avLst/>
            <a:gdLst/>
            <a:ahLst/>
            <a:cxnLst/>
            <a:rect l="l" t="t" r="r" b="b"/>
            <a:pathLst>
              <a:path w="44066" h="22017" fill="none" extrusionOk="0">
                <a:moveTo>
                  <a:pt x="44066" y="1"/>
                </a:moveTo>
                <a:cubicBezTo>
                  <a:pt x="44066" y="12176"/>
                  <a:pt x="34192" y="22016"/>
                  <a:pt x="22017" y="22016"/>
                </a:cubicBezTo>
                <a:cubicBezTo>
                  <a:pt x="9875" y="22016"/>
                  <a:pt x="1" y="12176"/>
                  <a:pt x="1" y="1"/>
                </a:cubicBezTo>
              </a:path>
            </a:pathLst>
          </a:custGeom>
          <a:noFill/>
          <a:ln w="19050" cap="rnd" cmpd="sng">
            <a:solidFill>
              <a:schemeClr val="dk1"/>
            </a:solidFill>
            <a:prstDash val="solid"/>
            <a:miter lim="33357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5" name="Google Shape;2073;p59">
            <a:extLst>
              <a:ext uri="{FF2B5EF4-FFF2-40B4-BE49-F238E27FC236}">
                <a16:creationId xmlns:a16="http://schemas.microsoft.com/office/drawing/2014/main" id="{231BB18A-B47C-40EF-BA66-B56981773B55}"/>
              </a:ext>
            </a:extLst>
          </p:cNvPr>
          <p:cNvSpPr/>
          <p:nvPr/>
        </p:nvSpPr>
        <p:spPr>
          <a:xfrm rot="10800000">
            <a:off x="6186724" y="2636553"/>
            <a:ext cx="159037" cy="159009"/>
          </a:xfrm>
          <a:custGeom>
            <a:avLst/>
            <a:gdLst/>
            <a:ahLst/>
            <a:cxnLst/>
            <a:rect l="l" t="t" r="r" b="b"/>
            <a:pathLst>
              <a:path w="3671" h="3671" extrusionOk="0">
                <a:moveTo>
                  <a:pt x="1835" y="1"/>
                </a:moveTo>
                <a:cubicBezTo>
                  <a:pt x="835" y="1"/>
                  <a:pt x="1" y="835"/>
                  <a:pt x="1" y="1836"/>
                </a:cubicBezTo>
                <a:cubicBezTo>
                  <a:pt x="1" y="2870"/>
                  <a:pt x="835" y="3670"/>
                  <a:pt x="1835" y="3670"/>
                </a:cubicBezTo>
                <a:cubicBezTo>
                  <a:pt x="2869" y="3670"/>
                  <a:pt x="3670" y="2870"/>
                  <a:pt x="3670" y="1836"/>
                </a:cubicBezTo>
                <a:cubicBezTo>
                  <a:pt x="3670" y="835"/>
                  <a:pt x="2836" y="1"/>
                  <a:pt x="183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6" name="Google Shape;2074;p59">
            <a:extLst>
              <a:ext uri="{FF2B5EF4-FFF2-40B4-BE49-F238E27FC236}">
                <a16:creationId xmlns:a16="http://schemas.microsoft.com/office/drawing/2014/main" id="{8CC47715-C235-44F8-80D9-2A1A6C57E6CE}"/>
              </a:ext>
            </a:extLst>
          </p:cNvPr>
          <p:cNvSpPr/>
          <p:nvPr/>
        </p:nvSpPr>
        <p:spPr>
          <a:xfrm rot="10800000">
            <a:off x="4277796" y="2636553"/>
            <a:ext cx="158994" cy="159009"/>
          </a:xfrm>
          <a:custGeom>
            <a:avLst/>
            <a:gdLst/>
            <a:ahLst/>
            <a:cxnLst/>
            <a:rect l="l" t="t" r="r" b="b"/>
            <a:pathLst>
              <a:path w="3670" h="3671" extrusionOk="0">
                <a:moveTo>
                  <a:pt x="1835" y="1"/>
                </a:moveTo>
                <a:cubicBezTo>
                  <a:pt x="834" y="1"/>
                  <a:pt x="1" y="835"/>
                  <a:pt x="1" y="1836"/>
                </a:cubicBezTo>
                <a:cubicBezTo>
                  <a:pt x="1" y="2870"/>
                  <a:pt x="834" y="3670"/>
                  <a:pt x="1835" y="3670"/>
                </a:cubicBezTo>
                <a:cubicBezTo>
                  <a:pt x="2836" y="3670"/>
                  <a:pt x="3670" y="2870"/>
                  <a:pt x="3670" y="1836"/>
                </a:cubicBezTo>
                <a:cubicBezTo>
                  <a:pt x="3670" y="835"/>
                  <a:pt x="2869" y="1"/>
                  <a:pt x="183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7" name="Google Shape;2075;p59">
            <a:extLst>
              <a:ext uri="{FF2B5EF4-FFF2-40B4-BE49-F238E27FC236}">
                <a16:creationId xmlns:a16="http://schemas.microsoft.com/office/drawing/2014/main" id="{6C3D2F1D-594D-4255-B8E2-401E00EF7421}"/>
              </a:ext>
            </a:extLst>
          </p:cNvPr>
          <p:cNvSpPr/>
          <p:nvPr/>
        </p:nvSpPr>
        <p:spPr>
          <a:xfrm rot="10800000">
            <a:off x="2368826" y="2636553"/>
            <a:ext cx="158994" cy="159009"/>
          </a:xfrm>
          <a:custGeom>
            <a:avLst/>
            <a:gdLst/>
            <a:ahLst/>
            <a:cxnLst/>
            <a:rect l="l" t="t" r="r" b="b"/>
            <a:pathLst>
              <a:path w="3670" h="3671" extrusionOk="0">
                <a:moveTo>
                  <a:pt x="1835" y="1"/>
                </a:moveTo>
                <a:cubicBezTo>
                  <a:pt x="834" y="1"/>
                  <a:pt x="0" y="835"/>
                  <a:pt x="0" y="1836"/>
                </a:cubicBezTo>
                <a:cubicBezTo>
                  <a:pt x="0" y="2870"/>
                  <a:pt x="834" y="3670"/>
                  <a:pt x="1835" y="3670"/>
                </a:cubicBezTo>
                <a:cubicBezTo>
                  <a:pt x="2836" y="3670"/>
                  <a:pt x="3670" y="2870"/>
                  <a:pt x="3670" y="1836"/>
                </a:cubicBezTo>
                <a:cubicBezTo>
                  <a:pt x="3670" y="835"/>
                  <a:pt x="2836" y="1"/>
                  <a:pt x="183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8" name="Google Shape;2076;p59">
            <a:extLst>
              <a:ext uri="{FF2B5EF4-FFF2-40B4-BE49-F238E27FC236}">
                <a16:creationId xmlns:a16="http://schemas.microsoft.com/office/drawing/2014/main" id="{39A4663A-04A3-43C5-A9AC-5974FA276BF8}"/>
              </a:ext>
            </a:extLst>
          </p:cNvPr>
          <p:cNvSpPr txBox="1"/>
          <p:nvPr/>
        </p:nvSpPr>
        <p:spPr>
          <a:xfrm>
            <a:off x="4356570" y="3126384"/>
            <a:ext cx="1920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2100" dirty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1980</a:t>
            </a:r>
            <a:endParaRPr sz="2100" dirty="0">
              <a:solidFill>
                <a:schemeClr val="dk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39" name="Google Shape;2077;p59">
            <a:extLst>
              <a:ext uri="{FF2B5EF4-FFF2-40B4-BE49-F238E27FC236}">
                <a16:creationId xmlns:a16="http://schemas.microsoft.com/office/drawing/2014/main" id="{70A7AD67-FDEC-4381-ABF3-CADB835E9BCC}"/>
              </a:ext>
            </a:extLst>
          </p:cNvPr>
          <p:cNvSpPr txBox="1"/>
          <p:nvPr/>
        </p:nvSpPr>
        <p:spPr>
          <a:xfrm>
            <a:off x="6268021" y="1866877"/>
            <a:ext cx="1920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2100" dirty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2013</a:t>
            </a:r>
            <a:endParaRPr sz="2100" dirty="0">
              <a:solidFill>
                <a:schemeClr val="dk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grpSp>
        <p:nvGrpSpPr>
          <p:cNvPr id="96" name="Google Shape;2447;p64">
            <a:extLst>
              <a:ext uri="{FF2B5EF4-FFF2-40B4-BE49-F238E27FC236}">
                <a16:creationId xmlns:a16="http://schemas.microsoft.com/office/drawing/2014/main" id="{B7ADCAE7-2664-4800-8F73-02955D27F5B6}"/>
              </a:ext>
            </a:extLst>
          </p:cNvPr>
          <p:cNvGrpSpPr/>
          <p:nvPr/>
        </p:nvGrpSpPr>
        <p:grpSpPr>
          <a:xfrm>
            <a:off x="6966461" y="2615816"/>
            <a:ext cx="526621" cy="536645"/>
            <a:chOff x="1230449" y="2288393"/>
            <a:chExt cx="590713" cy="601957"/>
          </a:xfrm>
        </p:grpSpPr>
        <p:sp>
          <p:nvSpPr>
            <p:cNvPr id="97" name="Google Shape;2448;p64">
              <a:extLst>
                <a:ext uri="{FF2B5EF4-FFF2-40B4-BE49-F238E27FC236}">
                  <a16:creationId xmlns:a16="http://schemas.microsoft.com/office/drawing/2014/main" id="{8D185606-84C4-475E-B773-89622A0FE128}"/>
                </a:ext>
              </a:extLst>
            </p:cNvPr>
            <p:cNvSpPr/>
            <p:nvPr/>
          </p:nvSpPr>
          <p:spPr>
            <a:xfrm>
              <a:off x="1293202" y="2564645"/>
              <a:ext cx="80995" cy="55556"/>
            </a:xfrm>
            <a:custGeom>
              <a:avLst/>
              <a:gdLst/>
              <a:ahLst/>
              <a:cxnLst/>
              <a:rect l="l" t="t" r="r" b="b"/>
              <a:pathLst>
                <a:path w="2442" h="1675" extrusionOk="0">
                  <a:moveTo>
                    <a:pt x="265" y="0"/>
                  </a:moveTo>
                  <a:cubicBezTo>
                    <a:pt x="118" y="0"/>
                    <a:pt x="0" y="119"/>
                    <a:pt x="0" y="266"/>
                  </a:cubicBezTo>
                  <a:cubicBezTo>
                    <a:pt x="0" y="1042"/>
                    <a:pt x="635" y="1675"/>
                    <a:pt x="1414" y="1675"/>
                  </a:cubicBezTo>
                  <a:lnTo>
                    <a:pt x="2177" y="1675"/>
                  </a:lnTo>
                  <a:cubicBezTo>
                    <a:pt x="2324" y="1675"/>
                    <a:pt x="2442" y="1556"/>
                    <a:pt x="2442" y="1409"/>
                  </a:cubicBezTo>
                  <a:cubicBezTo>
                    <a:pt x="2442" y="1262"/>
                    <a:pt x="2324" y="1143"/>
                    <a:pt x="2176" y="1143"/>
                  </a:cubicBezTo>
                  <a:lnTo>
                    <a:pt x="1414" y="1143"/>
                  </a:lnTo>
                  <a:cubicBezTo>
                    <a:pt x="927" y="1143"/>
                    <a:pt x="531" y="750"/>
                    <a:pt x="531" y="266"/>
                  </a:cubicBezTo>
                  <a:cubicBezTo>
                    <a:pt x="531" y="119"/>
                    <a:pt x="412" y="0"/>
                    <a:pt x="2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8" name="Google Shape;2449;p64">
              <a:extLst>
                <a:ext uri="{FF2B5EF4-FFF2-40B4-BE49-F238E27FC236}">
                  <a16:creationId xmlns:a16="http://schemas.microsoft.com/office/drawing/2014/main" id="{F67E35DD-CBE3-4B8C-BF61-E1687DEBED35}"/>
                </a:ext>
              </a:extLst>
            </p:cNvPr>
            <p:cNvSpPr/>
            <p:nvPr/>
          </p:nvSpPr>
          <p:spPr>
            <a:xfrm>
              <a:off x="1327796" y="2667796"/>
              <a:ext cx="129287" cy="53798"/>
            </a:xfrm>
            <a:custGeom>
              <a:avLst/>
              <a:gdLst/>
              <a:ahLst/>
              <a:cxnLst/>
              <a:rect l="l" t="t" r="r" b="b"/>
              <a:pathLst>
                <a:path w="3898" h="1622" extrusionOk="0">
                  <a:moveTo>
                    <a:pt x="1361" y="0"/>
                  </a:moveTo>
                  <a:cubicBezTo>
                    <a:pt x="610" y="0"/>
                    <a:pt x="0" y="608"/>
                    <a:pt x="0" y="1355"/>
                  </a:cubicBezTo>
                  <a:cubicBezTo>
                    <a:pt x="0" y="1502"/>
                    <a:pt x="118" y="1621"/>
                    <a:pt x="266" y="1621"/>
                  </a:cubicBezTo>
                  <a:cubicBezTo>
                    <a:pt x="412" y="1621"/>
                    <a:pt x="531" y="1502"/>
                    <a:pt x="531" y="1355"/>
                  </a:cubicBezTo>
                  <a:cubicBezTo>
                    <a:pt x="531" y="902"/>
                    <a:pt x="903" y="532"/>
                    <a:pt x="1361" y="532"/>
                  </a:cubicBezTo>
                  <a:lnTo>
                    <a:pt x="3631" y="532"/>
                  </a:lnTo>
                  <a:cubicBezTo>
                    <a:pt x="3779" y="532"/>
                    <a:pt x="3897" y="413"/>
                    <a:pt x="3897" y="266"/>
                  </a:cubicBezTo>
                  <a:cubicBezTo>
                    <a:pt x="3898" y="119"/>
                    <a:pt x="3779" y="0"/>
                    <a:pt x="36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9" name="Google Shape;2450;p64">
              <a:extLst>
                <a:ext uri="{FF2B5EF4-FFF2-40B4-BE49-F238E27FC236}">
                  <a16:creationId xmlns:a16="http://schemas.microsoft.com/office/drawing/2014/main" id="{3066A028-E86A-4A43-93D2-F8678BFDA9DA}"/>
                </a:ext>
              </a:extLst>
            </p:cNvPr>
            <p:cNvSpPr/>
            <p:nvPr/>
          </p:nvSpPr>
          <p:spPr>
            <a:xfrm>
              <a:off x="1474695" y="2667796"/>
              <a:ext cx="54229" cy="17645"/>
            </a:xfrm>
            <a:custGeom>
              <a:avLst/>
              <a:gdLst/>
              <a:ahLst/>
              <a:cxnLst/>
              <a:rect l="l" t="t" r="r" b="b"/>
              <a:pathLst>
                <a:path w="1635" h="532" extrusionOk="0">
                  <a:moveTo>
                    <a:pt x="266" y="0"/>
                  </a:moveTo>
                  <a:cubicBezTo>
                    <a:pt x="119" y="0"/>
                    <a:pt x="1" y="119"/>
                    <a:pt x="1" y="266"/>
                  </a:cubicBezTo>
                  <a:cubicBezTo>
                    <a:pt x="1" y="413"/>
                    <a:pt x="119" y="532"/>
                    <a:pt x="266" y="532"/>
                  </a:cubicBezTo>
                  <a:lnTo>
                    <a:pt x="1368" y="532"/>
                  </a:lnTo>
                  <a:cubicBezTo>
                    <a:pt x="1515" y="532"/>
                    <a:pt x="1634" y="413"/>
                    <a:pt x="1634" y="266"/>
                  </a:cubicBezTo>
                  <a:cubicBezTo>
                    <a:pt x="1634" y="119"/>
                    <a:pt x="1515" y="0"/>
                    <a:pt x="13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0" name="Google Shape;2451;p64">
              <a:extLst>
                <a:ext uri="{FF2B5EF4-FFF2-40B4-BE49-F238E27FC236}">
                  <a16:creationId xmlns:a16="http://schemas.microsoft.com/office/drawing/2014/main" id="{229510EE-E9EF-45E0-9730-B2300F64F2D3}"/>
                </a:ext>
              </a:extLst>
            </p:cNvPr>
            <p:cNvSpPr/>
            <p:nvPr/>
          </p:nvSpPr>
          <p:spPr>
            <a:xfrm>
              <a:off x="1394429" y="2496453"/>
              <a:ext cx="72504" cy="72206"/>
            </a:xfrm>
            <a:custGeom>
              <a:avLst/>
              <a:gdLst/>
              <a:ahLst/>
              <a:cxnLst/>
              <a:rect l="l" t="t" r="r" b="b"/>
              <a:pathLst>
                <a:path w="2186" h="2177" extrusionOk="0">
                  <a:moveTo>
                    <a:pt x="1920" y="1"/>
                  </a:moveTo>
                  <a:cubicBezTo>
                    <a:pt x="1773" y="1"/>
                    <a:pt x="1654" y="120"/>
                    <a:pt x="1654" y="266"/>
                  </a:cubicBezTo>
                  <a:cubicBezTo>
                    <a:pt x="1654" y="1026"/>
                    <a:pt x="1031" y="1645"/>
                    <a:pt x="267" y="1645"/>
                  </a:cubicBezTo>
                  <a:cubicBezTo>
                    <a:pt x="120" y="1645"/>
                    <a:pt x="1" y="1763"/>
                    <a:pt x="1" y="1910"/>
                  </a:cubicBezTo>
                  <a:cubicBezTo>
                    <a:pt x="1" y="2058"/>
                    <a:pt x="120" y="2176"/>
                    <a:pt x="267" y="2176"/>
                  </a:cubicBezTo>
                  <a:cubicBezTo>
                    <a:pt x="1324" y="2176"/>
                    <a:pt x="2186" y="1320"/>
                    <a:pt x="2186" y="266"/>
                  </a:cubicBezTo>
                  <a:cubicBezTo>
                    <a:pt x="2186" y="120"/>
                    <a:pt x="2066" y="1"/>
                    <a:pt x="19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1" name="Google Shape;2452;p64">
              <a:extLst>
                <a:ext uri="{FF2B5EF4-FFF2-40B4-BE49-F238E27FC236}">
                  <a16:creationId xmlns:a16="http://schemas.microsoft.com/office/drawing/2014/main" id="{28E5381B-6CF9-4673-B83D-C8893E3D25DD}"/>
                </a:ext>
              </a:extLst>
            </p:cNvPr>
            <p:cNvSpPr/>
            <p:nvPr/>
          </p:nvSpPr>
          <p:spPr>
            <a:xfrm>
              <a:off x="1400798" y="2363053"/>
              <a:ext cx="49585" cy="45141"/>
            </a:xfrm>
            <a:custGeom>
              <a:avLst/>
              <a:gdLst/>
              <a:ahLst/>
              <a:cxnLst/>
              <a:rect l="l" t="t" r="r" b="b"/>
              <a:pathLst>
                <a:path w="1495" h="1361" extrusionOk="0">
                  <a:moveTo>
                    <a:pt x="1163" y="0"/>
                  </a:moveTo>
                  <a:cubicBezTo>
                    <a:pt x="560" y="0"/>
                    <a:pt x="50" y="469"/>
                    <a:pt x="11" y="1077"/>
                  </a:cubicBezTo>
                  <a:cubicBezTo>
                    <a:pt x="1" y="1224"/>
                    <a:pt x="112" y="1350"/>
                    <a:pt x="258" y="1359"/>
                  </a:cubicBezTo>
                  <a:cubicBezTo>
                    <a:pt x="264" y="1360"/>
                    <a:pt x="271" y="1360"/>
                    <a:pt x="276" y="1360"/>
                  </a:cubicBezTo>
                  <a:cubicBezTo>
                    <a:pt x="414" y="1360"/>
                    <a:pt x="531" y="1252"/>
                    <a:pt x="541" y="1112"/>
                  </a:cubicBezTo>
                  <a:cubicBezTo>
                    <a:pt x="562" y="784"/>
                    <a:pt x="837" y="532"/>
                    <a:pt x="1163" y="532"/>
                  </a:cubicBezTo>
                  <a:cubicBezTo>
                    <a:pt x="1176" y="532"/>
                    <a:pt x="1190" y="533"/>
                    <a:pt x="1203" y="534"/>
                  </a:cubicBezTo>
                  <a:cubicBezTo>
                    <a:pt x="1209" y="534"/>
                    <a:pt x="1215" y="534"/>
                    <a:pt x="1222" y="534"/>
                  </a:cubicBezTo>
                  <a:cubicBezTo>
                    <a:pt x="1360" y="534"/>
                    <a:pt x="1476" y="426"/>
                    <a:pt x="1485" y="286"/>
                  </a:cubicBezTo>
                  <a:cubicBezTo>
                    <a:pt x="1495" y="139"/>
                    <a:pt x="1384" y="13"/>
                    <a:pt x="1237" y="3"/>
                  </a:cubicBezTo>
                  <a:cubicBezTo>
                    <a:pt x="1212" y="1"/>
                    <a:pt x="1188" y="0"/>
                    <a:pt x="11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2" name="Google Shape;2453;p64">
              <a:extLst>
                <a:ext uri="{FF2B5EF4-FFF2-40B4-BE49-F238E27FC236}">
                  <a16:creationId xmlns:a16="http://schemas.microsoft.com/office/drawing/2014/main" id="{C058A8EC-0D36-4517-82EE-66EF931206CF}"/>
                </a:ext>
              </a:extLst>
            </p:cNvPr>
            <p:cNvSpPr/>
            <p:nvPr/>
          </p:nvSpPr>
          <p:spPr>
            <a:xfrm>
              <a:off x="1403351" y="2707033"/>
              <a:ext cx="52902" cy="87761"/>
            </a:xfrm>
            <a:custGeom>
              <a:avLst/>
              <a:gdLst/>
              <a:ahLst/>
              <a:cxnLst/>
              <a:rect l="l" t="t" r="r" b="b"/>
              <a:pathLst>
                <a:path w="1595" h="2646" extrusionOk="0">
                  <a:moveTo>
                    <a:pt x="267" y="1"/>
                  </a:moveTo>
                  <a:cubicBezTo>
                    <a:pt x="120" y="1"/>
                    <a:pt x="1" y="120"/>
                    <a:pt x="1" y="267"/>
                  </a:cubicBezTo>
                  <a:cubicBezTo>
                    <a:pt x="1" y="414"/>
                    <a:pt x="120" y="533"/>
                    <a:pt x="267" y="533"/>
                  </a:cubicBezTo>
                  <a:cubicBezTo>
                    <a:pt x="705" y="533"/>
                    <a:pt x="1062" y="888"/>
                    <a:pt x="1062" y="1323"/>
                  </a:cubicBezTo>
                  <a:cubicBezTo>
                    <a:pt x="1062" y="1760"/>
                    <a:pt x="705" y="2115"/>
                    <a:pt x="267" y="2115"/>
                  </a:cubicBezTo>
                  <a:cubicBezTo>
                    <a:pt x="120" y="2115"/>
                    <a:pt x="1" y="2234"/>
                    <a:pt x="1" y="2380"/>
                  </a:cubicBezTo>
                  <a:cubicBezTo>
                    <a:pt x="1" y="2528"/>
                    <a:pt x="120" y="2646"/>
                    <a:pt x="267" y="2646"/>
                  </a:cubicBezTo>
                  <a:cubicBezTo>
                    <a:pt x="999" y="2646"/>
                    <a:pt x="1594" y="2052"/>
                    <a:pt x="1594" y="1323"/>
                  </a:cubicBezTo>
                  <a:cubicBezTo>
                    <a:pt x="1594" y="594"/>
                    <a:pt x="999" y="1"/>
                    <a:pt x="2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3" name="Google Shape;2454;p64">
              <a:extLst>
                <a:ext uri="{FF2B5EF4-FFF2-40B4-BE49-F238E27FC236}">
                  <a16:creationId xmlns:a16="http://schemas.microsoft.com/office/drawing/2014/main" id="{D4D2B1DB-2D30-4ED9-AAFB-9428516BBFB3}"/>
                </a:ext>
              </a:extLst>
            </p:cNvPr>
            <p:cNvSpPr/>
            <p:nvPr/>
          </p:nvSpPr>
          <p:spPr>
            <a:xfrm>
              <a:off x="1493600" y="2499405"/>
              <a:ext cx="47695" cy="77413"/>
            </a:xfrm>
            <a:custGeom>
              <a:avLst/>
              <a:gdLst/>
              <a:ahLst/>
              <a:cxnLst/>
              <a:rect l="l" t="t" r="r" b="b"/>
              <a:pathLst>
                <a:path w="1438" h="2334" extrusionOk="0">
                  <a:moveTo>
                    <a:pt x="266" y="1"/>
                  </a:moveTo>
                  <a:cubicBezTo>
                    <a:pt x="120" y="1"/>
                    <a:pt x="0" y="120"/>
                    <a:pt x="0" y="267"/>
                  </a:cubicBezTo>
                  <a:cubicBezTo>
                    <a:pt x="0" y="414"/>
                    <a:pt x="120" y="533"/>
                    <a:pt x="266" y="533"/>
                  </a:cubicBezTo>
                  <a:cubicBezTo>
                    <a:pt x="619" y="533"/>
                    <a:pt x="906" y="817"/>
                    <a:pt x="906" y="1167"/>
                  </a:cubicBezTo>
                  <a:cubicBezTo>
                    <a:pt x="906" y="1517"/>
                    <a:pt x="619" y="1803"/>
                    <a:pt x="266" y="1803"/>
                  </a:cubicBezTo>
                  <a:cubicBezTo>
                    <a:pt x="120" y="1803"/>
                    <a:pt x="0" y="1922"/>
                    <a:pt x="0" y="2069"/>
                  </a:cubicBezTo>
                  <a:cubicBezTo>
                    <a:pt x="0" y="2216"/>
                    <a:pt x="120" y="2334"/>
                    <a:pt x="266" y="2334"/>
                  </a:cubicBezTo>
                  <a:cubicBezTo>
                    <a:pt x="912" y="2334"/>
                    <a:pt x="1437" y="1811"/>
                    <a:pt x="1437" y="1167"/>
                  </a:cubicBezTo>
                  <a:cubicBezTo>
                    <a:pt x="1438" y="524"/>
                    <a:pt x="912" y="1"/>
                    <a:pt x="2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4" name="Google Shape;2455;p64">
              <a:extLst>
                <a:ext uri="{FF2B5EF4-FFF2-40B4-BE49-F238E27FC236}">
                  <a16:creationId xmlns:a16="http://schemas.microsoft.com/office/drawing/2014/main" id="{B0BD7C93-E926-4F87-A320-47505D5CBC61}"/>
                </a:ext>
              </a:extLst>
            </p:cNvPr>
            <p:cNvSpPr/>
            <p:nvPr/>
          </p:nvSpPr>
          <p:spPr>
            <a:xfrm>
              <a:off x="1338244" y="2443319"/>
              <a:ext cx="62919" cy="107761"/>
            </a:xfrm>
            <a:custGeom>
              <a:avLst/>
              <a:gdLst/>
              <a:ahLst/>
              <a:cxnLst/>
              <a:rect l="l" t="t" r="r" b="b"/>
              <a:pathLst>
                <a:path w="1897" h="3249" extrusionOk="0">
                  <a:moveTo>
                    <a:pt x="266" y="1"/>
                  </a:moveTo>
                  <a:cubicBezTo>
                    <a:pt x="120" y="1"/>
                    <a:pt x="1" y="120"/>
                    <a:pt x="1" y="267"/>
                  </a:cubicBezTo>
                  <a:cubicBezTo>
                    <a:pt x="1" y="414"/>
                    <a:pt x="120" y="533"/>
                    <a:pt x="266" y="533"/>
                  </a:cubicBezTo>
                  <a:cubicBezTo>
                    <a:pt x="872" y="533"/>
                    <a:pt x="1365" y="1022"/>
                    <a:pt x="1365" y="1625"/>
                  </a:cubicBezTo>
                  <a:cubicBezTo>
                    <a:pt x="1365" y="2228"/>
                    <a:pt x="872" y="2718"/>
                    <a:pt x="266" y="2718"/>
                  </a:cubicBezTo>
                  <a:cubicBezTo>
                    <a:pt x="120" y="2718"/>
                    <a:pt x="1" y="2837"/>
                    <a:pt x="1" y="2982"/>
                  </a:cubicBezTo>
                  <a:cubicBezTo>
                    <a:pt x="1" y="3130"/>
                    <a:pt x="120" y="3248"/>
                    <a:pt x="266" y="3248"/>
                  </a:cubicBezTo>
                  <a:cubicBezTo>
                    <a:pt x="1166" y="3248"/>
                    <a:pt x="1897" y="2520"/>
                    <a:pt x="1897" y="1625"/>
                  </a:cubicBezTo>
                  <a:cubicBezTo>
                    <a:pt x="1897" y="730"/>
                    <a:pt x="1166" y="1"/>
                    <a:pt x="2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5" name="Google Shape;2456;p64">
              <a:extLst>
                <a:ext uri="{FF2B5EF4-FFF2-40B4-BE49-F238E27FC236}">
                  <a16:creationId xmlns:a16="http://schemas.microsoft.com/office/drawing/2014/main" id="{35A96E51-5994-435B-86F3-B83A225ACC8D}"/>
                </a:ext>
              </a:extLst>
            </p:cNvPr>
            <p:cNvSpPr/>
            <p:nvPr/>
          </p:nvSpPr>
          <p:spPr>
            <a:xfrm>
              <a:off x="1731544" y="2442954"/>
              <a:ext cx="60166" cy="59934"/>
            </a:xfrm>
            <a:custGeom>
              <a:avLst/>
              <a:gdLst/>
              <a:ahLst/>
              <a:cxnLst/>
              <a:rect l="l" t="t" r="r" b="b"/>
              <a:pathLst>
                <a:path w="1814" h="1807" extrusionOk="0">
                  <a:moveTo>
                    <a:pt x="907" y="532"/>
                  </a:moveTo>
                  <a:cubicBezTo>
                    <a:pt x="1113" y="532"/>
                    <a:pt x="1282" y="699"/>
                    <a:pt x="1282" y="903"/>
                  </a:cubicBezTo>
                  <a:cubicBezTo>
                    <a:pt x="1282" y="1108"/>
                    <a:pt x="1113" y="1275"/>
                    <a:pt x="907" y="1275"/>
                  </a:cubicBezTo>
                  <a:cubicBezTo>
                    <a:pt x="701" y="1275"/>
                    <a:pt x="532" y="1108"/>
                    <a:pt x="532" y="903"/>
                  </a:cubicBezTo>
                  <a:cubicBezTo>
                    <a:pt x="532" y="699"/>
                    <a:pt x="701" y="532"/>
                    <a:pt x="907" y="532"/>
                  </a:cubicBezTo>
                  <a:close/>
                  <a:moveTo>
                    <a:pt x="907" y="0"/>
                  </a:moveTo>
                  <a:cubicBezTo>
                    <a:pt x="407" y="0"/>
                    <a:pt x="0" y="405"/>
                    <a:pt x="0" y="903"/>
                  </a:cubicBezTo>
                  <a:cubicBezTo>
                    <a:pt x="0" y="1401"/>
                    <a:pt x="407" y="1807"/>
                    <a:pt x="907" y="1807"/>
                  </a:cubicBezTo>
                  <a:cubicBezTo>
                    <a:pt x="1407" y="1807"/>
                    <a:pt x="1814" y="1401"/>
                    <a:pt x="1814" y="903"/>
                  </a:cubicBezTo>
                  <a:cubicBezTo>
                    <a:pt x="1814" y="405"/>
                    <a:pt x="1407" y="0"/>
                    <a:pt x="9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6" name="Google Shape;2457;p64">
              <a:extLst>
                <a:ext uri="{FF2B5EF4-FFF2-40B4-BE49-F238E27FC236}">
                  <a16:creationId xmlns:a16="http://schemas.microsoft.com/office/drawing/2014/main" id="{26F09639-6110-4E7B-B55C-50E312532EE7}"/>
                </a:ext>
              </a:extLst>
            </p:cNvPr>
            <p:cNvSpPr/>
            <p:nvPr/>
          </p:nvSpPr>
          <p:spPr>
            <a:xfrm>
              <a:off x="1761030" y="2668626"/>
              <a:ext cx="60133" cy="59934"/>
            </a:xfrm>
            <a:custGeom>
              <a:avLst/>
              <a:gdLst/>
              <a:ahLst/>
              <a:cxnLst/>
              <a:rect l="l" t="t" r="r" b="b"/>
              <a:pathLst>
                <a:path w="1813" h="1807" extrusionOk="0">
                  <a:moveTo>
                    <a:pt x="906" y="533"/>
                  </a:moveTo>
                  <a:cubicBezTo>
                    <a:pt x="1112" y="533"/>
                    <a:pt x="1281" y="699"/>
                    <a:pt x="1281" y="903"/>
                  </a:cubicBezTo>
                  <a:cubicBezTo>
                    <a:pt x="1281" y="1109"/>
                    <a:pt x="1112" y="1275"/>
                    <a:pt x="906" y="1275"/>
                  </a:cubicBezTo>
                  <a:cubicBezTo>
                    <a:pt x="700" y="1275"/>
                    <a:pt x="531" y="1109"/>
                    <a:pt x="531" y="903"/>
                  </a:cubicBezTo>
                  <a:cubicBezTo>
                    <a:pt x="531" y="699"/>
                    <a:pt x="700" y="533"/>
                    <a:pt x="906" y="533"/>
                  </a:cubicBezTo>
                  <a:close/>
                  <a:moveTo>
                    <a:pt x="906" y="1"/>
                  </a:moveTo>
                  <a:cubicBezTo>
                    <a:pt x="407" y="1"/>
                    <a:pt x="1" y="405"/>
                    <a:pt x="1" y="903"/>
                  </a:cubicBezTo>
                  <a:cubicBezTo>
                    <a:pt x="1" y="1401"/>
                    <a:pt x="407" y="1807"/>
                    <a:pt x="906" y="1807"/>
                  </a:cubicBezTo>
                  <a:cubicBezTo>
                    <a:pt x="1406" y="1807"/>
                    <a:pt x="1813" y="1401"/>
                    <a:pt x="1813" y="903"/>
                  </a:cubicBezTo>
                  <a:cubicBezTo>
                    <a:pt x="1813" y="405"/>
                    <a:pt x="1406" y="1"/>
                    <a:pt x="9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7" name="Google Shape;2458;p64">
              <a:extLst>
                <a:ext uri="{FF2B5EF4-FFF2-40B4-BE49-F238E27FC236}">
                  <a16:creationId xmlns:a16="http://schemas.microsoft.com/office/drawing/2014/main" id="{B6B43C96-224A-4071-81A0-6966BBD8EECA}"/>
                </a:ext>
              </a:extLst>
            </p:cNvPr>
            <p:cNvSpPr/>
            <p:nvPr/>
          </p:nvSpPr>
          <p:spPr>
            <a:xfrm>
              <a:off x="1725408" y="2546768"/>
              <a:ext cx="77280" cy="76119"/>
            </a:xfrm>
            <a:custGeom>
              <a:avLst/>
              <a:gdLst/>
              <a:ahLst/>
              <a:cxnLst/>
              <a:rect l="l" t="t" r="r" b="b"/>
              <a:pathLst>
                <a:path w="2330" h="2295" extrusionOk="0">
                  <a:moveTo>
                    <a:pt x="1423" y="1020"/>
                  </a:moveTo>
                  <a:cubicBezTo>
                    <a:pt x="1629" y="1020"/>
                    <a:pt x="1797" y="1187"/>
                    <a:pt x="1797" y="1391"/>
                  </a:cubicBezTo>
                  <a:cubicBezTo>
                    <a:pt x="1797" y="1596"/>
                    <a:pt x="1629" y="1763"/>
                    <a:pt x="1423" y="1763"/>
                  </a:cubicBezTo>
                  <a:cubicBezTo>
                    <a:pt x="1216" y="1763"/>
                    <a:pt x="1048" y="1596"/>
                    <a:pt x="1048" y="1391"/>
                  </a:cubicBezTo>
                  <a:cubicBezTo>
                    <a:pt x="1048" y="1187"/>
                    <a:pt x="1216" y="1020"/>
                    <a:pt x="1423" y="1020"/>
                  </a:cubicBezTo>
                  <a:close/>
                  <a:moveTo>
                    <a:pt x="292" y="0"/>
                  </a:moveTo>
                  <a:cubicBezTo>
                    <a:pt x="224" y="0"/>
                    <a:pt x="156" y="27"/>
                    <a:pt x="104" y="79"/>
                  </a:cubicBezTo>
                  <a:cubicBezTo>
                    <a:pt x="1" y="183"/>
                    <a:pt x="1" y="351"/>
                    <a:pt x="104" y="455"/>
                  </a:cubicBezTo>
                  <a:lnTo>
                    <a:pt x="622" y="969"/>
                  </a:lnTo>
                  <a:cubicBezTo>
                    <a:pt x="555" y="1096"/>
                    <a:pt x="516" y="1239"/>
                    <a:pt x="516" y="1391"/>
                  </a:cubicBezTo>
                  <a:cubicBezTo>
                    <a:pt x="516" y="1889"/>
                    <a:pt x="923" y="2295"/>
                    <a:pt x="1423" y="2295"/>
                  </a:cubicBezTo>
                  <a:cubicBezTo>
                    <a:pt x="1923" y="2295"/>
                    <a:pt x="2328" y="1889"/>
                    <a:pt x="2328" y="1391"/>
                  </a:cubicBezTo>
                  <a:cubicBezTo>
                    <a:pt x="2329" y="893"/>
                    <a:pt x="1923" y="488"/>
                    <a:pt x="1423" y="488"/>
                  </a:cubicBezTo>
                  <a:cubicBezTo>
                    <a:pt x="1270" y="488"/>
                    <a:pt x="1125" y="527"/>
                    <a:pt x="997" y="593"/>
                  </a:cubicBezTo>
                  <a:lnTo>
                    <a:pt x="480" y="78"/>
                  </a:lnTo>
                  <a:cubicBezTo>
                    <a:pt x="428" y="26"/>
                    <a:pt x="360" y="0"/>
                    <a:pt x="2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8" name="Google Shape;2459;p64">
              <a:extLst>
                <a:ext uri="{FF2B5EF4-FFF2-40B4-BE49-F238E27FC236}">
                  <a16:creationId xmlns:a16="http://schemas.microsoft.com/office/drawing/2014/main" id="{46F77412-6720-4FA1-885A-1332ED0D6779}"/>
                </a:ext>
              </a:extLst>
            </p:cNvPr>
            <p:cNvSpPr/>
            <p:nvPr/>
          </p:nvSpPr>
          <p:spPr>
            <a:xfrm>
              <a:off x="1722655" y="2760698"/>
              <a:ext cx="60133" cy="59934"/>
            </a:xfrm>
            <a:custGeom>
              <a:avLst/>
              <a:gdLst/>
              <a:ahLst/>
              <a:cxnLst/>
              <a:rect l="l" t="t" r="r" b="b"/>
              <a:pathLst>
                <a:path w="1813" h="1807" extrusionOk="0">
                  <a:moveTo>
                    <a:pt x="906" y="532"/>
                  </a:moveTo>
                  <a:cubicBezTo>
                    <a:pt x="1113" y="532"/>
                    <a:pt x="1281" y="698"/>
                    <a:pt x="1281" y="903"/>
                  </a:cubicBezTo>
                  <a:cubicBezTo>
                    <a:pt x="1281" y="1108"/>
                    <a:pt x="1113" y="1274"/>
                    <a:pt x="906" y="1274"/>
                  </a:cubicBezTo>
                  <a:cubicBezTo>
                    <a:pt x="700" y="1274"/>
                    <a:pt x="532" y="1108"/>
                    <a:pt x="532" y="903"/>
                  </a:cubicBezTo>
                  <a:cubicBezTo>
                    <a:pt x="532" y="698"/>
                    <a:pt x="700" y="532"/>
                    <a:pt x="906" y="532"/>
                  </a:cubicBezTo>
                  <a:close/>
                  <a:moveTo>
                    <a:pt x="906" y="0"/>
                  </a:moveTo>
                  <a:cubicBezTo>
                    <a:pt x="407" y="0"/>
                    <a:pt x="0" y="405"/>
                    <a:pt x="0" y="903"/>
                  </a:cubicBezTo>
                  <a:cubicBezTo>
                    <a:pt x="0" y="1400"/>
                    <a:pt x="407" y="1806"/>
                    <a:pt x="906" y="1806"/>
                  </a:cubicBezTo>
                  <a:cubicBezTo>
                    <a:pt x="1406" y="1806"/>
                    <a:pt x="1813" y="1400"/>
                    <a:pt x="1813" y="903"/>
                  </a:cubicBezTo>
                  <a:cubicBezTo>
                    <a:pt x="1813" y="405"/>
                    <a:pt x="1406" y="0"/>
                    <a:pt x="9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9" name="Google Shape;2460;p64">
              <a:extLst>
                <a:ext uri="{FF2B5EF4-FFF2-40B4-BE49-F238E27FC236}">
                  <a16:creationId xmlns:a16="http://schemas.microsoft.com/office/drawing/2014/main" id="{6568479E-2BEB-4154-BD09-EDBF6745E001}"/>
                </a:ext>
              </a:extLst>
            </p:cNvPr>
            <p:cNvSpPr/>
            <p:nvPr/>
          </p:nvSpPr>
          <p:spPr>
            <a:xfrm>
              <a:off x="1230449" y="2288393"/>
              <a:ext cx="510547" cy="601957"/>
            </a:xfrm>
            <a:custGeom>
              <a:avLst/>
              <a:gdLst/>
              <a:ahLst/>
              <a:cxnLst/>
              <a:rect l="l" t="t" r="r" b="b"/>
              <a:pathLst>
                <a:path w="15393" h="18149" extrusionOk="0">
                  <a:moveTo>
                    <a:pt x="11924" y="2067"/>
                  </a:moveTo>
                  <a:cubicBezTo>
                    <a:pt x="12131" y="2067"/>
                    <a:pt x="12299" y="2234"/>
                    <a:pt x="12299" y="2439"/>
                  </a:cubicBezTo>
                  <a:cubicBezTo>
                    <a:pt x="12299" y="2643"/>
                    <a:pt x="12131" y="2810"/>
                    <a:pt x="11924" y="2810"/>
                  </a:cubicBezTo>
                  <a:cubicBezTo>
                    <a:pt x="11718" y="2810"/>
                    <a:pt x="11550" y="2643"/>
                    <a:pt x="11550" y="2439"/>
                  </a:cubicBezTo>
                  <a:cubicBezTo>
                    <a:pt x="11550" y="2234"/>
                    <a:pt x="11718" y="2067"/>
                    <a:pt x="11924" y="2067"/>
                  </a:cubicBezTo>
                  <a:close/>
                  <a:moveTo>
                    <a:pt x="14486" y="2561"/>
                  </a:moveTo>
                  <a:cubicBezTo>
                    <a:pt x="14693" y="2561"/>
                    <a:pt x="14861" y="2727"/>
                    <a:pt x="14861" y="2932"/>
                  </a:cubicBezTo>
                  <a:cubicBezTo>
                    <a:pt x="14861" y="3137"/>
                    <a:pt x="14693" y="3303"/>
                    <a:pt x="14486" y="3303"/>
                  </a:cubicBezTo>
                  <a:cubicBezTo>
                    <a:pt x="14280" y="3303"/>
                    <a:pt x="14111" y="3137"/>
                    <a:pt x="14111" y="2932"/>
                  </a:cubicBezTo>
                  <a:cubicBezTo>
                    <a:pt x="14111" y="2727"/>
                    <a:pt x="14280" y="2561"/>
                    <a:pt x="14486" y="2561"/>
                  </a:cubicBezTo>
                  <a:close/>
                  <a:moveTo>
                    <a:pt x="11967" y="8060"/>
                  </a:moveTo>
                  <a:cubicBezTo>
                    <a:pt x="12173" y="8060"/>
                    <a:pt x="12340" y="8226"/>
                    <a:pt x="12340" y="8431"/>
                  </a:cubicBezTo>
                  <a:cubicBezTo>
                    <a:pt x="12340" y="8636"/>
                    <a:pt x="12173" y="8802"/>
                    <a:pt x="11967" y="8802"/>
                  </a:cubicBezTo>
                  <a:cubicBezTo>
                    <a:pt x="11759" y="8802"/>
                    <a:pt x="11592" y="8636"/>
                    <a:pt x="11592" y="8431"/>
                  </a:cubicBezTo>
                  <a:cubicBezTo>
                    <a:pt x="11592" y="8226"/>
                    <a:pt x="11759" y="8060"/>
                    <a:pt x="11967" y="8060"/>
                  </a:cubicBezTo>
                  <a:close/>
                  <a:moveTo>
                    <a:pt x="14073" y="10526"/>
                  </a:moveTo>
                  <a:cubicBezTo>
                    <a:pt x="14280" y="10526"/>
                    <a:pt x="14448" y="10693"/>
                    <a:pt x="14448" y="10898"/>
                  </a:cubicBezTo>
                  <a:cubicBezTo>
                    <a:pt x="14448" y="11102"/>
                    <a:pt x="14280" y="11269"/>
                    <a:pt x="14073" y="11269"/>
                  </a:cubicBezTo>
                  <a:cubicBezTo>
                    <a:pt x="13867" y="11269"/>
                    <a:pt x="13699" y="11102"/>
                    <a:pt x="13699" y="10898"/>
                  </a:cubicBezTo>
                  <a:cubicBezTo>
                    <a:pt x="13699" y="10693"/>
                    <a:pt x="13867" y="10526"/>
                    <a:pt x="14073" y="10526"/>
                  </a:cubicBezTo>
                  <a:close/>
                  <a:moveTo>
                    <a:pt x="13619" y="12838"/>
                  </a:moveTo>
                  <a:cubicBezTo>
                    <a:pt x="13825" y="12838"/>
                    <a:pt x="13993" y="13006"/>
                    <a:pt x="13993" y="13210"/>
                  </a:cubicBezTo>
                  <a:cubicBezTo>
                    <a:pt x="13993" y="13416"/>
                    <a:pt x="13825" y="13582"/>
                    <a:pt x="13619" y="13582"/>
                  </a:cubicBezTo>
                  <a:cubicBezTo>
                    <a:pt x="13412" y="13582"/>
                    <a:pt x="13244" y="13416"/>
                    <a:pt x="13244" y="13210"/>
                  </a:cubicBezTo>
                  <a:cubicBezTo>
                    <a:pt x="13244" y="13006"/>
                    <a:pt x="13412" y="12838"/>
                    <a:pt x="13619" y="12838"/>
                  </a:cubicBezTo>
                  <a:close/>
                  <a:moveTo>
                    <a:pt x="13371" y="16210"/>
                  </a:moveTo>
                  <a:cubicBezTo>
                    <a:pt x="13577" y="16210"/>
                    <a:pt x="13745" y="16377"/>
                    <a:pt x="13745" y="16582"/>
                  </a:cubicBezTo>
                  <a:cubicBezTo>
                    <a:pt x="13745" y="16786"/>
                    <a:pt x="13577" y="16953"/>
                    <a:pt x="13371" y="16953"/>
                  </a:cubicBezTo>
                  <a:cubicBezTo>
                    <a:pt x="13165" y="16953"/>
                    <a:pt x="12996" y="16786"/>
                    <a:pt x="12996" y="16582"/>
                  </a:cubicBezTo>
                  <a:cubicBezTo>
                    <a:pt x="12996" y="16377"/>
                    <a:pt x="13165" y="16210"/>
                    <a:pt x="13371" y="16210"/>
                  </a:cubicBezTo>
                  <a:close/>
                  <a:moveTo>
                    <a:pt x="8299" y="0"/>
                  </a:moveTo>
                  <a:cubicBezTo>
                    <a:pt x="7455" y="0"/>
                    <a:pt x="6697" y="492"/>
                    <a:pt x="6352" y="1245"/>
                  </a:cubicBezTo>
                  <a:cubicBezTo>
                    <a:pt x="6299" y="1240"/>
                    <a:pt x="6246" y="1238"/>
                    <a:pt x="6193" y="1238"/>
                  </a:cubicBezTo>
                  <a:cubicBezTo>
                    <a:pt x="4966" y="1238"/>
                    <a:pt x="3964" y="2219"/>
                    <a:pt x="3935" y="3435"/>
                  </a:cubicBezTo>
                  <a:cubicBezTo>
                    <a:pt x="3830" y="3419"/>
                    <a:pt x="3722" y="3411"/>
                    <a:pt x="3615" y="3411"/>
                  </a:cubicBezTo>
                  <a:cubicBezTo>
                    <a:pt x="2370" y="3411"/>
                    <a:pt x="1356" y="4420"/>
                    <a:pt x="1356" y="5660"/>
                  </a:cubicBezTo>
                  <a:cubicBezTo>
                    <a:pt x="1356" y="5933"/>
                    <a:pt x="1403" y="6195"/>
                    <a:pt x="1498" y="6446"/>
                  </a:cubicBezTo>
                  <a:cubicBezTo>
                    <a:pt x="569" y="6997"/>
                    <a:pt x="1" y="7983"/>
                    <a:pt x="1" y="9074"/>
                  </a:cubicBezTo>
                  <a:cubicBezTo>
                    <a:pt x="1" y="9661"/>
                    <a:pt x="168" y="10231"/>
                    <a:pt x="483" y="10721"/>
                  </a:cubicBezTo>
                  <a:cubicBezTo>
                    <a:pt x="744" y="11127"/>
                    <a:pt x="1094" y="11464"/>
                    <a:pt x="1507" y="11708"/>
                  </a:cubicBezTo>
                  <a:cubicBezTo>
                    <a:pt x="1408" y="11965"/>
                    <a:pt x="1356" y="12239"/>
                    <a:pt x="1356" y="12515"/>
                  </a:cubicBezTo>
                  <a:cubicBezTo>
                    <a:pt x="1356" y="13062"/>
                    <a:pt x="1555" y="13590"/>
                    <a:pt x="1919" y="14001"/>
                  </a:cubicBezTo>
                  <a:cubicBezTo>
                    <a:pt x="1971" y="14060"/>
                    <a:pt x="2044" y="14090"/>
                    <a:pt x="2118" y="14090"/>
                  </a:cubicBezTo>
                  <a:cubicBezTo>
                    <a:pt x="2180" y="14090"/>
                    <a:pt x="2243" y="14068"/>
                    <a:pt x="2294" y="14023"/>
                  </a:cubicBezTo>
                  <a:cubicBezTo>
                    <a:pt x="2404" y="13926"/>
                    <a:pt x="2415" y="13758"/>
                    <a:pt x="2317" y="13649"/>
                  </a:cubicBezTo>
                  <a:cubicBezTo>
                    <a:pt x="2040" y="13335"/>
                    <a:pt x="1888" y="12933"/>
                    <a:pt x="1888" y="12515"/>
                  </a:cubicBezTo>
                  <a:cubicBezTo>
                    <a:pt x="1888" y="12234"/>
                    <a:pt x="1954" y="11966"/>
                    <a:pt x="2085" y="11718"/>
                  </a:cubicBezTo>
                  <a:cubicBezTo>
                    <a:pt x="2241" y="11423"/>
                    <a:pt x="2484" y="11172"/>
                    <a:pt x="2791" y="11006"/>
                  </a:cubicBezTo>
                  <a:cubicBezTo>
                    <a:pt x="2919" y="10936"/>
                    <a:pt x="2967" y="10775"/>
                    <a:pt x="2897" y="10645"/>
                  </a:cubicBezTo>
                  <a:cubicBezTo>
                    <a:pt x="2849" y="10557"/>
                    <a:pt x="2758" y="10507"/>
                    <a:pt x="2663" y="10507"/>
                  </a:cubicBezTo>
                  <a:cubicBezTo>
                    <a:pt x="2621" y="10507"/>
                    <a:pt x="2577" y="10517"/>
                    <a:pt x="2537" y="10539"/>
                  </a:cubicBezTo>
                  <a:cubicBezTo>
                    <a:pt x="2220" y="10711"/>
                    <a:pt x="1955" y="10952"/>
                    <a:pt x="1757" y="11238"/>
                  </a:cubicBezTo>
                  <a:cubicBezTo>
                    <a:pt x="997" y="10780"/>
                    <a:pt x="533" y="9972"/>
                    <a:pt x="533" y="9074"/>
                  </a:cubicBezTo>
                  <a:cubicBezTo>
                    <a:pt x="533" y="8115"/>
                    <a:pt x="1065" y="7255"/>
                    <a:pt x="1922" y="6820"/>
                  </a:cubicBezTo>
                  <a:cubicBezTo>
                    <a:pt x="1922" y="6820"/>
                    <a:pt x="2419" y="6544"/>
                    <a:pt x="3077" y="6544"/>
                  </a:cubicBezTo>
                  <a:cubicBezTo>
                    <a:pt x="3225" y="6544"/>
                    <a:pt x="3343" y="6424"/>
                    <a:pt x="3343" y="6278"/>
                  </a:cubicBezTo>
                  <a:cubicBezTo>
                    <a:pt x="3343" y="6131"/>
                    <a:pt x="3224" y="6013"/>
                    <a:pt x="3077" y="6013"/>
                  </a:cubicBezTo>
                  <a:cubicBezTo>
                    <a:pt x="2691" y="6013"/>
                    <a:pt x="2321" y="6084"/>
                    <a:pt x="1980" y="6214"/>
                  </a:cubicBezTo>
                  <a:cubicBezTo>
                    <a:pt x="1920" y="6036"/>
                    <a:pt x="1888" y="5852"/>
                    <a:pt x="1888" y="5661"/>
                  </a:cubicBezTo>
                  <a:cubicBezTo>
                    <a:pt x="1888" y="4714"/>
                    <a:pt x="2662" y="3943"/>
                    <a:pt x="3615" y="3943"/>
                  </a:cubicBezTo>
                  <a:cubicBezTo>
                    <a:pt x="3794" y="3943"/>
                    <a:pt x="3971" y="3971"/>
                    <a:pt x="4141" y="4025"/>
                  </a:cubicBezTo>
                  <a:cubicBezTo>
                    <a:pt x="4167" y="4033"/>
                    <a:pt x="4194" y="4037"/>
                    <a:pt x="4221" y="4037"/>
                  </a:cubicBezTo>
                  <a:cubicBezTo>
                    <a:pt x="4283" y="4037"/>
                    <a:pt x="4344" y="4015"/>
                    <a:pt x="4393" y="3974"/>
                  </a:cubicBezTo>
                  <a:cubicBezTo>
                    <a:pt x="4463" y="3915"/>
                    <a:pt x="4498" y="3824"/>
                    <a:pt x="4485" y="3733"/>
                  </a:cubicBezTo>
                  <a:cubicBezTo>
                    <a:pt x="4472" y="3651"/>
                    <a:pt x="4467" y="3568"/>
                    <a:pt x="4467" y="3487"/>
                  </a:cubicBezTo>
                  <a:cubicBezTo>
                    <a:pt x="4467" y="2540"/>
                    <a:pt x="5241" y="1770"/>
                    <a:pt x="6193" y="1770"/>
                  </a:cubicBezTo>
                  <a:cubicBezTo>
                    <a:pt x="6287" y="1770"/>
                    <a:pt x="6383" y="1778"/>
                    <a:pt x="6478" y="1794"/>
                  </a:cubicBezTo>
                  <a:cubicBezTo>
                    <a:pt x="7295" y="1929"/>
                    <a:pt x="7920" y="2637"/>
                    <a:pt x="7920" y="3487"/>
                  </a:cubicBezTo>
                  <a:cubicBezTo>
                    <a:pt x="7920" y="3635"/>
                    <a:pt x="8039" y="3753"/>
                    <a:pt x="8186" y="3753"/>
                  </a:cubicBezTo>
                  <a:cubicBezTo>
                    <a:pt x="8333" y="3753"/>
                    <a:pt x="8452" y="3634"/>
                    <a:pt x="8452" y="3487"/>
                  </a:cubicBezTo>
                  <a:cubicBezTo>
                    <a:pt x="8452" y="2491"/>
                    <a:pt x="7798" y="1645"/>
                    <a:pt x="6894" y="1350"/>
                  </a:cubicBezTo>
                  <a:cubicBezTo>
                    <a:pt x="7176" y="851"/>
                    <a:pt x="7709" y="532"/>
                    <a:pt x="8299" y="532"/>
                  </a:cubicBezTo>
                  <a:cubicBezTo>
                    <a:pt x="9187" y="532"/>
                    <a:pt x="9910" y="1250"/>
                    <a:pt x="9910" y="2133"/>
                  </a:cubicBezTo>
                  <a:lnTo>
                    <a:pt x="9910" y="2162"/>
                  </a:lnTo>
                  <a:lnTo>
                    <a:pt x="9399" y="2162"/>
                  </a:lnTo>
                  <a:cubicBezTo>
                    <a:pt x="9251" y="2162"/>
                    <a:pt x="9133" y="2281"/>
                    <a:pt x="9133" y="2428"/>
                  </a:cubicBezTo>
                  <a:cubicBezTo>
                    <a:pt x="9133" y="2575"/>
                    <a:pt x="9251" y="2694"/>
                    <a:pt x="9399" y="2694"/>
                  </a:cubicBezTo>
                  <a:lnTo>
                    <a:pt x="9910" y="2694"/>
                  </a:lnTo>
                  <a:lnTo>
                    <a:pt x="9910" y="4464"/>
                  </a:lnTo>
                  <a:lnTo>
                    <a:pt x="7759" y="4464"/>
                  </a:lnTo>
                  <a:cubicBezTo>
                    <a:pt x="7273" y="4464"/>
                    <a:pt x="6877" y="4071"/>
                    <a:pt x="6877" y="3588"/>
                  </a:cubicBezTo>
                  <a:cubicBezTo>
                    <a:pt x="6877" y="3441"/>
                    <a:pt x="6758" y="3322"/>
                    <a:pt x="6611" y="3322"/>
                  </a:cubicBezTo>
                  <a:cubicBezTo>
                    <a:pt x="6464" y="3322"/>
                    <a:pt x="6345" y="3441"/>
                    <a:pt x="6345" y="3588"/>
                  </a:cubicBezTo>
                  <a:cubicBezTo>
                    <a:pt x="6345" y="4365"/>
                    <a:pt x="6980" y="4996"/>
                    <a:pt x="7760" y="4996"/>
                  </a:cubicBezTo>
                  <a:lnTo>
                    <a:pt x="9910" y="4996"/>
                  </a:lnTo>
                  <a:lnTo>
                    <a:pt x="9910" y="9472"/>
                  </a:lnTo>
                  <a:lnTo>
                    <a:pt x="5597" y="9472"/>
                  </a:lnTo>
                  <a:cubicBezTo>
                    <a:pt x="5450" y="9472"/>
                    <a:pt x="5331" y="9591"/>
                    <a:pt x="5331" y="9738"/>
                  </a:cubicBezTo>
                  <a:cubicBezTo>
                    <a:pt x="5331" y="9885"/>
                    <a:pt x="5450" y="10004"/>
                    <a:pt x="5597" y="10004"/>
                  </a:cubicBezTo>
                  <a:lnTo>
                    <a:pt x="9910" y="10004"/>
                  </a:lnTo>
                  <a:lnTo>
                    <a:pt x="9910" y="13654"/>
                  </a:lnTo>
                  <a:lnTo>
                    <a:pt x="9088" y="13654"/>
                  </a:lnTo>
                  <a:cubicBezTo>
                    <a:pt x="8338" y="13654"/>
                    <a:pt x="7727" y="14262"/>
                    <a:pt x="7727" y="15009"/>
                  </a:cubicBezTo>
                  <a:cubicBezTo>
                    <a:pt x="7727" y="15156"/>
                    <a:pt x="7846" y="15275"/>
                    <a:pt x="7993" y="15275"/>
                  </a:cubicBezTo>
                  <a:cubicBezTo>
                    <a:pt x="8140" y="15275"/>
                    <a:pt x="8259" y="15156"/>
                    <a:pt x="8259" y="15009"/>
                  </a:cubicBezTo>
                  <a:cubicBezTo>
                    <a:pt x="8259" y="14555"/>
                    <a:pt x="8631" y="14186"/>
                    <a:pt x="9088" y="14186"/>
                  </a:cubicBezTo>
                  <a:lnTo>
                    <a:pt x="9909" y="14186"/>
                  </a:lnTo>
                  <a:lnTo>
                    <a:pt x="9909" y="16016"/>
                  </a:lnTo>
                  <a:cubicBezTo>
                    <a:pt x="9909" y="16058"/>
                    <a:pt x="9907" y="16099"/>
                    <a:pt x="9904" y="16141"/>
                  </a:cubicBezTo>
                  <a:lnTo>
                    <a:pt x="9398" y="16141"/>
                  </a:lnTo>
                  <a:cubicBezTo>
                    <a:pt x="9251" y="16141"/>
                    <a:pt x="9133" y="16260"/>
                    <a:pt x="9133" y="16406"/>
                  </a:cubicBezTo>
                  <a:cubicBezTo>
                    <a:pt x="9133" y="16553"/>
                    <a:pt x="9251" y="16672"/>
                    <a:pt x="9398" y="16672"/>
                  </a:cubicBezTo>
                  <a:lnTo>
                    <a:pt x="9767" y="16672"/>
                  </a:lnTo>
                  <a:cubicBezTo>
                    <a:pt x="9515" y="17229"/>
                    <a:pt x="8952" y="17618"/>
                    <a:pt x="8299" y="17618"/>
                  </a:cubicBezTo>
                  <a:cubicBezTo>
                    <a:pt x="7713" y="17618"/>
                    <a:pt x="7181" y="17302"/>
                    <a:pt x="6899" y="16807"/>
                  </a:cubicBezTo>
                  <a:cubicBezTo>
                    <a:pt x="7220" y="16702"/>
                    <a:pt x="7516" y="16526"/>
                    <a:pt x="7765" y="16285"/>
                  </a:cubicBezTo>
                  <a:cubicBezTo>
                    <a:pt x="7871" y="16184"/>
                    <a:pt x="7873" y="16015"/>
                    <a:pt x="7771" y="15909"/>
                  </a:cubicBezTo>
                  <a:cubicBezTo>
                    <a:pt x="7719" y="15855"/>
                    <a:pt x="7650" y="15828"/>
                    <a:pt x="7580" y="15828"/>
                  </a:cubicBezTo>
                  <a:cubicBezTo>
                    <a:pt x="7513" y="15828"/>
                    <a:pt x="7447" y="15853"/>
                    <a:pt x="7395" y="15902"/>
                  </a:cubicBezTo>
                  <a:cubicBezTo>
                    <a:pt x="7142" y="16148"/>
                    <a:pt x="6825" y="16306"/>
                    <a:pt x="6482" y="16363"/>
                  </a:cubicBezTo>
                  <a:cubicBezTo>
                    <a:pt x="6385" y="16379"/>
                    <a:pt x="6288" y="16387"/>
                    <a:pt x="6193" y="16387"/>
                  </a:cubicBezTo>
                  <a:cubicBezTo>
                    <a:pt x="5241" y="16387"/>
                    <a:pt x="4466" y="15617"/>
                    <a:pt x="4466" y="14670"/>
                  </a:cubicBezTo>
                  <a:cubicBezTo>
                    <a:pt x="4466" y="14647"/>
                    <a:pt x="4468" y="14621"/>
                    <a:pt x="4469" y="14596"/>
                  </a:cubicBezTo>
                  <a:cubicBezTo>
                    <a:pt x="4684" y="14509"/>
                    <a:pt x="4885" y="14389"/>
                    <a:pt x="5065" y="14239"/>
                  </a:cubicBezTo>
                  <a:cubicBezTo>
                    <a:pt x="5178" y="14145"/>
                    <a:pt x="5193" y="13977"/>
                    <a:pt x="5099" y="13864"/>
                  </a:cubicBezTo>
                  <a:cubicBezTo>
                    <a:pt x="5046" y="13802"/>
                    <a:pt x="4972" y="13771"/>
                    <a:pt x="4897" y="13771"/>
                  </a:cubicBezTo>
                  <a:cubicBezTo>
                    <a:pt x="4837" y="13771"/>
                    <a:pt x="4775" y="13791"/>
                    <a:pt x="4724" y="13831"/>
                  </a:cubicBezTo>
                  <a:cubicBezTo>
                    <a:pt x="4286" y="14176"/>
                    <a:pt x="3858" y="14232"/>
                    <a:pt x="3606" y="14232"/>
                  </a:cubicBezTo>
                  <a:cubicBezTo>
                    <a:pt x="3551" y="14232"/>
                    <a:pt x="3505" y="14230"/>
                    <a:pt x="3468" y="14227"/>
                  </a:cubicBezTo>
                  <a:cubicBezTo>
                    <a:pt x="3461" y="14226"/>
                    <a:pt x="3453" y="14226"/>
                    <a:pt x="3446" y="14226"/>
                  </a:cubicBezTo>
                  <a:cubicBezTo>
                    <a:pt x="3308" y="14226"/>
                    <a:pt x="3192" y="14331"/>
                    <a:pt x="3182" y="14469"/>
                  </a:cubicBezTo>
                  <a:cubicBezTo>
                    <a:pt x="3169" y="14616"/>
                    <a:pt x="3278" y="14744"/>
                    <a:pt x="3424" y="14756"/>
                  </a:cubicBezTo>
                  <a:cubicBezTo>
                    <a:pt x="3487" y="14761"/>
                    <a:pt x="3551" y="14764"/>
                    <a:pt x="3614" y="14764"/>
                  </a:cubicBezTo>
                  <a:cubicBezTo>
                    <a:pt x="3722" y="14764"/>
                    <a:pt x="3829" y="14757"/>
                    <a:pt x="3935" y="14741"/>
                  </a:cubicBezTo>
                  <a:cubicBezTo>
                    <a:pt x="3973" y="15949"/>
                    <a:pt x="4971" y="16919"/>
                    <a:pt x="6193" y="16919"/>
                  </a:cubicBezTo>
                  <a:cubicBezTo>
                    <a:pt x="6247" y="16919"/>
                    <a:pt x="6301" y="16917"/>
                    <a:pt x="6355" y="16913"/>
                  </a:cubicBezTo>
                  <a:cubicBezTo>
                    <a:pt x="6703" y="17660"/>
                    <a:pt x="7459" y="18149"/>
                    <a:pt x="8299" y="18149"/>
                  </a:cubicBezTo>
                  <a:cubicBezTo>
                    <a:pt x="9480" y="18149"/>
                    <a:pt x="10441" y="17193"/>
                    <a:pt x="10441" y="16016"/>
                  </a:cubicBezTo>
                  <a:lnTo>
                    <a:pt x="10441" y="15429"/>
                  </a:lnTo>
                  <a:lnTo>
                    <a:pt x="11850" y="15429"/>
                  </a:lnTo>
                  <a:cubicBezTo>
                    <a:pt x="11879" y="15430"/>
                    <a:pt x="11945" y="15457"/>
                    <a:pt x="11965" y="15476"/>
                  </a:cubicBezTo>
                  <a:lnTo>
                    <a:pt x="12600" y="16108"/>
                  </a:lnTo>
                  <a:cubicBezTo>
                    <a:pt x="12514" y="16245"/>
                    <a:pt x="12464" y="16407"/>
                    <a:pt x="12464" y="16582"/>
                  </a:cubicBezTo>
                  <a:cubicBezTo>
                    <a:pt x="12464" y="17080"/>
                    <a:pt x="12871" y="17485"/>
                    <a:pt x="13370" y="17485"/>
                  </a:cubicBezTo>
                  <a:cubicBezTo>
                    <a:pt x="13870" y="17485"/>
                    <a:pt x="14277" y="17080"/>
                    <a:pt x="14277" y="16582"/>
                  </a:cubicBezTo>
                  <a:cubicBezTo>
                    <a:pt x="14277" y="16084"/>
                    <a:pt x="13870" y="15678"/>
                    <a:pt x="13370" y="15678"/>
                  </a:cubicBezTo>
                  <a:cubicBezTo>
                    <a:pt x="13239" y="15678"/>
                    <a:pt x="13114" y="15707"/>
                    <a:pt x="13001" y="15758"/>
                  </a:cubicBezTo>
                  <a:lnTo>
                    <a:pt x="12340" y="15099"/>
                  </a:lnTo>
                  <a:cubicBezTo>
                    <a:pt x="12221" y="14980"/>
                    <a:pt x="12019" y="14897"/>
                    <a:pt x="11850" y="14897"/>
                  </a:cubicBezTo>
                  <a:lnTo>
                    <a:pt x="10442" y="14897"/>
                  </a:lnTo>
                  <a:lnTo>
                    <a:pt x="10442" y="13476"/>
                  </a:lnTo>
                  <a:lnTo>
                    <a:pt x="12753" y="13476"/>
                  </a:lnTo>
                  <a:cubicBezTo>
                    <a:pt x="12867" y="13845"/>
                    <a:pt x="13212" y="14114"/>
                    <a:pt x="13619" y="14114"/>
                  </a:cubicBezTo>
                  <a:cubicBezTo>
                    <a:pt x="14119" y="14114"/>
                    <a:pt x="14525" y="13708"/>
                    <a:pt x="14525" y="13210"/>
                  </a:cubicBezTo>
                  <a:cubicBezTo>
                    <a:pt x="14525" y="12712"/>
                    <a:pt x="14119" y="12308"/>
                    <a:pt x="13619" y="12308"/>
                  </a:cubicBezTo>
                  <a:cubicBezTo>
                    <a:pt x="13212" y="12308"/>
                    <a:pt x="12867" y="12576"/>
                    <a:pt x="12753" y="12944"/>
                  </a:cubicBezTo>
                  <a:lnTo>
                    <a:pt x="10442" y="12944"/>
                  </a:lnTo>
                  <a:lnTo>
                    <a:pt x="10442" y="11164"/>
                  </a:lnTo>
                  <a:lnTo>
                    <a:pt x="13207" y="11164"/>
                  </a:lnTo>
                  <a:cubicBezTo>
                    <a:pt x="13321" y="11532"/>
                    <a:pt x="13667" y="11801"/>
                    <a:pt x="14073" y="11801"/>
                  </a:cubicBezTo>
                  <a:cubicBezTo>
                    <a:pt x="14573" y="11801"/>
                    <a:pt x="14980" y="11396"/>
                    <a:pt x="14980" y="10898"/>
                  </a:cubicBezTo>
                  <a:cubicBezTo>
                    <a:pt x="14980" y="10400"/>
                    <a:pt x="14572" y="9994"/>
                    <a:pt x="14073" y="9994"/>
                  </a:cubicBezTo>
                  <a:cubicBezTo>
                    <a:pt x="13667" y="9994"/>
                    <a:pt x="13321" y="10263"/>
                    <a:pt x="13207" y="10632"/>
                  </a:cubicBezTo>
                  <a:lnTo>
                    <a:pt x="10442" y="10632"/>
                  </a:lnTo>
                  <a:lnTo>
                    <a:pt x="10442" y="8697"/>
                  </a:lnTo>
                  <a:lnTo>
                    <a:pt x="11100" y="8697"/>
                  </a:lnTo>
                  <a:cubicBezTo>
                    <a:pt x="11214" y="9065"/>
                    <a:pt x="11559" y="9334"/>
                    <a:pt x="11967" y="9334"/>
                  </a:cubicBezTo>
                  <a:cubicBezTo>
                    <a:pt x="12466" y="9334"/>
                    <a:pt x="12872" y="8929"/>
                    <a:pt x="12872" y="8431"/>
                  </a:cubicBezTo>
                  <a:cubicBezTo>
                    <a:pt x="12872" y="7933"/>
                    <a:pt x="12466" y="7528"/>
                    <a:pt x="11967" y="7528"/>
                  </a:cubicBezTo>
                  <a:cubicBezTo>
                    <a:pt x="11559" y="7528"/>
                    <a:pt x="11214" y="7796"/>
                    <a:pt x="11100" y="8165"/>
                  </a:cubicBezTo>
                  <a:lnTo>
                    <a:pt x="10442" y="8165"/>
                  </a:lnTo>
                  <a:lnTo>
                    <a:pt x="10442" y="6631"/>
                  </a:lnTo>
                  <a:lnTo>
                    <a:pt x="13338" y="6631"/>
                  </a:lnTo>
                  <a:cubicBezTo>
                    <a:pt x="13367" y="6632"/>
                    <a:pt x="13433" y="6659"/>
                    <a:pt x="13453" y="6679"/>
                  </a:cubicBezTo>
                  <a:lnTo>
                    <a:pt x="13999" y="7222"/>
                  </a:lnTo>
                  <a:cubicBezTo>
                    <a:pt x="14052" y="7274"/>
                    <a:pt x="14120" y="7299"/>
                    <a:pt x="14187" y="7299"/>
                  </a:cubicBezTo>
                  <a:cubicBezTo>
                    <a:pt x="14255" y="7299"/>
                    <a:pt x="14324" y="7274"/>
                    <a:pt x="14375" y="7221"/>
                  </a:cubicBezTo>
                  <a:cubicBezTo>
                    <a:pt x="14479" y="7117"/>
                    <a:pt x="14479" y="6949"/>
                    <a:pt x="14374" y="6845"/>
                  </a:cubicBezTo>
                  <a:lnTo>
                    <a:pt x="13828" y="6302"/>
                  </a:lnTo>
                  <a:cubicBezTo>
                    <a:pt x="13709" y="6182"/>
                    <a:pt x="13508" y="6099"/>
                    <a:pt x="13338" y="6099"/>
                  </a:cubicBezTo>
                  <a:lnTo>
                    <a:pt x="10442" y="6099"/>
                  </a:lnTo>
                  <a:lnTo>
                    <a:pt x="10442" y="4996"/>
                  </a:lnTo>
                  <a:lnTo>
                    <a:pt x="12636" y="4996"/>
                  </a:lnTo>
                  <a:cubicBezTo>
                    <a:pt x="12804" y="4996"/>
                    <a:pt x="13007" y="4913"/>
                    <a:pt x="13126" y="4794"/>
                  </a:cubicBezTo>
                  <a:lnTo>
                    <a:pt x="14153" y="3771"/>
                  </a:lnTo>
                  <a:cubicBezTo>
                    <a:pt x="14256" y="3812"/>
                    <a:pt x="14369" y="3835"/>
                    <a:pt x="14486" y="3835"/>
                  </a:cubicBezTo>
                  <a:cubicBezTo>
                    <a:pt x="14986" y="3835"/>
                    <a:pt x="15393" y="3429"/>
                    <a:pt x="15393" y="2931"/>
                  </a:cubicBezTo>
                  <a:cubicBezTo>
                    <a:pt x="15393" y="2433"/>
                    <a:pt x="14986" y="2029"/>
                    <a:pt x="14486" y="2029"/>
                  </a:cubicBezTo>
                  <a:cubicBezTo>
                    <a:pt x="13987" y="2029"/>
                    <a:pt x="13581" y="2433"/>
                    <a:pt x="13581" y="2931"/>
                  </a:cubicBezTo>
                  <a:cubicBezTo>
                    <a:pt x="13581" y="3119"/>
                    <a:pt x="13637" y="3293"/>
                    <a:pt x="13736" y="3438"/>
                  </a:cubicBezTo>
                  <a:lnTo>
                    <a:pt x="12751" y="4416"/>
                  </a:lnTo>
                  <a:cubicBezTo>
                    <a:pt x="12730" y="4437"/>
                    <a:pt x="12665" y="4464"/>
                    <a:pt x="12636" y="4464"/>
                  </a:cubicBezTo>
                  <a:lnTo>
                    <a:pt x="10442" y="4464"/>
                  </a:lnTo>
                  <a:lnTo>
                    <a:pt x="10442" y="2705"/>
                  </a:lnTo>
                  <a:lnTo>
                    <a:pt x="11059" y="2705"/>
                  </a:lnTo>
                  <a:cubicBezTo>
                    <a:pt x="11173" y="3073"/>
                    <a:pt x="11518" y="3342"/>
                    <a:pt x="11924" y="3342"/>
                  </a:cubicBezTo>
                  <a:cubicBezTo>
                    <a:pt x="12424" y="3342"/>
                    <a:pt x="12831" y="2937"/>
                    <a:pt x="12831" y="2439"/>
                  </a:cubicBezTo>
                  <a:cubicBezTo>
                    <a:pt x="12831" y="1941"/>
                    <a:pt x="12424" y="1535"/>
                    <a:pt x="11924" y="1535"/>
                  </a:cubicBezTo>
                  <a:cubicBezTo>
                    <a:pt x="11518" y="1535"/>
                    <a:pt x="11173" y="1804"/>
                    <a:pt x="11059" y="2173"/>
                  </a:cubicBezTo>
                  <a:lnTo>
                    <a:pt x="10441" y="2173"/>
                  </a:lnTo>
                  <a:lnTo>
                    <a:pt x="10441" y="2133"/>
                  </a:lnTo>
                  <a:cubicBezTo>
                    <a:pt x="10441" y="956"/>
                    <a:pt x="9481" y="0"/>
                    <a:pt x="82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10" name="Google Shape;2635;p64">
            <a:extLst>
              <a:ext uri="{FF2B5EF4-FFF2-40B4-BE49-F238E27FC236}">
                <a16:creationId xmlns:a16="http://schemas.microsoft.com/office/drawing/2014/main" id="{70E29C89-89C3-4990-A6C4-E236CC959CFB}"/>
              </a:ext>
            </a:extLst>
          </p:cNvPr>
          <p:cNvGrpSpPr/>
          <p:nvPr/>
        </p:nvGrpSpPr>
        <p:grpSpPr>
          <a:xfrm>
            <a:off x="3160334" y="2679800"/>
            <a:ext cx="536704" cy="391964"/>
            <a:chOff x="3963285" y="3226337"/>
            <a:chExt cx="602023" cy="439668"/>
          </a:xfrm>
        </p:grpSpPr>
        <p:sp>
          <p:nvSpPr>
            <p:cNvPr id="111" name="Google Shape;2636;p64">
              <a:extLst>
                <a:ext uri="{FF2B5EF4-FFF2-40B4-BE49-F238E27FC236}">
                  <a16:creationId xmlns:a16="http://schemas.microsoft.com/office/drawing/2014/main" id="{038F0E81-3F37-47EE-B759-535547D86B01}"/>
                </a:ext>
              </a:extLst>
            </p:cNvPr>
            <p:cNvSpPr/>
            <p:nvPr/>
          </p:nvSpPr>
          <p:spPr>
            <a:xfrm>
              <a:off x="3963319" y="3226337"/>
              <a:ext cx="601990" cy="439668"/>
            </a:xfrm>
            <a:custGeom>
              <a:avLst/>
              <a:gdLst/>
              <a:ahLst/>
              <a:cxnLst/>
              <a:rect l="l" t="t" r="r" b="b"/>
              <a:pathLst>
                <a:path w="18150" h="13256" extrusionOk="0">
                  <a:moveTo>
                    <a:pt x="4330" y="533"/>
                  </a:moveTo>
                  <a:lnTo>
                    <a:pt x="4330" y="1584"/>
                  </a:lnTo>
                  <a:lnTo>
                    <a:pt x="3312" y="1584"/>
                  </a:lnTo>
                  <a:lnTo>
                    <a:pt x="3312" y="533"/>
                  </a:lnTo>
                  <a:close/>
                  <a:moveTo>
                    <a:pt x="14838" y="533"/>
                  </a:moveTo>
                  <a:lnTo>
                    <a:pt x="14838" y="1584"/>
                  </a:lnTo>
                  <a:lnTo>
                    <a:pt x="13820" y="1584"/>
                  </a:lnTo>
                  <a:lnTo>
                    <a:pt x="13820" y="533"/>
                  </a:lnTo>
                  <a:close/>
                  <a:moveTo>
                    <a:pt x="1550" y="2662"/>
                  </a:moveTo>
                  <a:lnTo>
                    <a:pt x="1550" y="3714"/>
                  </a:lnTo>
                  <a:lnTo>
                    <a:pt x="532" y="3714"/>
                  </a:lnTo>
                  <a:lnTo>
                    <a:pt x="532" y="2662"/>
                  </a:lnTo>
                  <a:close/>
                  <a:moveTo>
                    <a:pt x="17618" y="2662"/>
                  </a:moveTo>
                  <a:lnTo>
                    <a:pt x="17618" y="3714"/>
                  </a:lnTo>
                  <a:lnTo>
                    <a:pt x="16599" y="3714"/>
                  </a:lnTo>
                  <a:lnTo>
                    <a:pt x="16599" y="2662"/>
                  </a:lnTo>
                  <a:close/>
                  <a:moveTo>
                    <a:pt x="12577" y="3044"/>
                  </a:moveTo>
                  <a:lnTo>
                    <a:pt x="12577" y="10213"/>
                  </a:lnTo>
                  <a:lnTo>
                    <a:pt x="5573" y="10213"/>
                  </a:lnTo>
                  <a:lnTo>
                    <a:pt x="5573" y="3044"/>
                  </a:lnTo>
                  <a:close/>
                  <a:moveTo>
                    <a:pt x="4330" y="11673"/>
                  </a:moveTo>
                  <a:lnTo>
                    <a:pt x="4330" y="12725"/>
                  </a:lnTo>
                  <a:lnTo>
                    <a:pt x="3312" y="12725"/>
                  </a:lnTo>
                  <a:lnTo>
                    <a:pt x="3312" y="11673"/>
                  </a:lnTo>
                  <a:close/>
                  <a:moveTo>
                    <a:pt x="14838" y="11673"/>
                  </a:moveTo>
                  <a:lnTo>
                    <a:pt x="14838" y="12725"/>
                  </a:lnTo>
                  <a:lnTo>
                    <a:pt x="13820" y="12725"/>
                  </a:lnTo>
                  <a:lnTo>
                    <a:pt x="13820" y="11673"/>
                  </a:lnTo>
                  <a:close/>
                  <a:moveTo>
                    <a:pt x="3224" y="1"/>
                  </a:moveTo>
                  <a:cubicBezTo>
                    <a:pt x="2979" y="1"/>
                    <a:pt x="2780" y="199"/>
                    <a:pt x="2780" y="443"/>
                  </a:cubicBezTo>
                  <a:lnTo>
                    <a:pt x="2780" y="1672"/>
                  </a:lnTo>
                  <a:cubicBezTo>
                    <a:pt x="2780" y="1917"/>
                    <a:pt x="2979" y="2116"/>
                    <a:pt x="3224" y="2116"/>
                  </a:cubicBezTo>
                  <a:lnTo>
                    <a:pt x="3529" y="2116"/>
                  </a:lnTo>
                  <a:lnTo>
                    <a:pt x="3529" y="4103"/>
                  </a:lnTo>
                  <a:cubicBezTo>
                    <a:pt x="3529" y="4347"/>
                    <a:pt x="3727" y="4546"/>
                    <a:pt x="3971" y="4546"/>
                  </a:cubicBezTo>
                  <a:lnTo>
                    <a:pt x="5041" y="4546"/>
                  </a:lnTo>
                  <a:lnTo>
                    <a:pt x="5041" y="5597"/>
                  </a:lnTo>
                  <a:lnTo>
                    <a:pt x="1325" y="5597"/>
                  </a:lnTo>
                  <a:lnTo>
                    <a:pt x="1325" y="4245"/>
                  </a:lnTo>
                  <a:lnTo>
                    <a:pt x="1640" y="4245"/>
                  </a:lnTo>
                  <a:cubicBezTo>
                    <a:pt x="1884" y="4245"/>
                    <a:pt x="2082" y="4047"/>
                    <a:pt x="2082" y="3803"/>
                  </a:cubicBezTo>
                  <a:lnTo>
                    <a:pt x="2082" y="2573"/>
                  </a:lnTo>
                  <a:cubicBezTo>
                    <a:pt x="2082" y="2328"/>
                    <a:pt x="1884" y="2130"/>
                    <a:pt x="1640" y="2130"/>
                  </a:cubicBezTo>
                  <a:lnTo>
                    <a:pt x="443" y="2130"/>
                  </a:lnTo>
                  <a:cubicBezTo>
                    <a:pt x="199" y="2130"/>
                    <a:pt x="1" y="2328"/>
                    <a:pt x="1" y="2573"/>
                  </a:cubicBezTo>
                  <a:lnTo>
                    <a:pt x="1" y="3803"/>
                  </a:lnTo>
                  <a:cubicBezTo>
                    <a:pt x="1" y="4047"/>
                    <a:pt x="199" y="4245"/>
                    <a:pt x="443" y="4245"/>
                  </a:cubicBezTo>
                  <a:lnTo>
                    <a:pt x="794" y="4245"/>
                  </a:lnTo>
                  <a:lnTo>
                    <a:pt x="794" y="5686"/>
                  </a:lnTo>
                  <a:cubicBezTo>
                    <a:pt x="794" y="5930"/>
                    <a:pt x="992" y="6129"/>
                    <a:pt x="1236" y="6129"/>
                  </a:cubicBezTo>
                  <a:lnTo>
                    <a:pt x="5041" y="6129"/>
                  </a:lnTo>
                  <a:lnTo>
                    <a:pt x="5041" y="7072"/>
                  </a:lnTo>
                  <a:lnTo>
                    <a:pt x="3971" y="7072"/>
                  </a:lnTo>
                  <a:cubicBezTo>
                    <a:pt x="3824" y="7072"/>
                    <a:pt x="3705" y="7191"/>
                    <a:pt x="3705" y="7338"/>
                  </a:cubicBezTo>
                  <a:cubicBezTo>
                    <a:pt x="3705" y="7485"/>
                    <a:pt x="3824" y="7604"/>
                    <a:pt x="3971" y="7604"/>
                  </a:cubicBezTo>
                  <a:lnTo>
                    <a:pt x="5041" y="7604"/>
                  </a:lnTo>
                  <a:lnTo>
                    <a:pt x="5041" y="8711"/>
                  </a:lnTo>
                  <a:lnTo>
                    <a:pt x="3971" y="8711"/>
                  </a:lnTo>
                  <a:cubicBezTo>
                    <a:pt x="3727" y="8711"/>
                    <a:pt x="3529" y="8909"/>
                    <a:pt x="3529" y="9153"/>
                  </a:cubicBezTo>
                  <a:lnTo>
                    <a:pt x="3529" y="11141"/>
                  </a:lnTo>
                  <a:lnTo>
                    <a:pt x="3224" y="11141"/>
                  </a:lnTo>
                  <a:cubicBezTo>
                    <a:pt x="2979" y="11141"/>
                    <a:pt x="2780" y="11339"/>
                    <a:pt x="2780" y="11583"/>
                  </a:cubicBezTo>
                  <a:lnTo>
                    <a:pt x="2780" y="12812"/>
                  </a:lnTo>
                  <a:cubicBezTo>
                    <a:pt x="2780" y="13057"/>
                    <a:pt x="2979" y="13256"/>
                    <a:pt x="3224" y="13256"/>
                  </a:cubicBezTo>
                  <a:lnTo>
                    <a:pt x="4419" y="13256"/>
                  </a:lnTo>
                  <a:cubicBezTo>
                    <a:pt x="4663" y="13256"/>
                    <a:pt x="4862" y="13057"/>
                    <a:pt x="4862" y="12812"/>
                  </a:cubicBezTo>
                  <a:lnTo>
                    <a:pt x="4862" y="11583"/>
                  </a:lnTo>
                  <a:cubicBezTo>
                    <a:pt x="4862" y="11339"/>
                    <a:pt x="4663" y="11141"/>
                    <a:pt x="4419" y="11141"/>
                  </a:cubicBezTo>
                  <a:lnTo>
                    <a:pt x="4061" y="11141"/>
                  </a:lnTo>
                  <a:lnTo>
                    <a:pt x="4061" y="9242"/>
                  </a:lnTo>
                  <a:lnTo>
                    <a:pt x="5041" y="9242"/>
                  </a:lnTo>
                  <a:lnTo>
                    <a:pt x="5041" y="10301"/>
                  </a:lnTo>
                  <a:cubicBezTo>
                    <a:pt x="5041" y="10545"/>
                    <a:pt x="5240" y="10743"/>
                    <a:pt x="5485" y="10743"/>
                  </a:cubicBezTo>
                  <a:lnTo>
                    <a:pt x="6475" y="10743"/>
                  </a:lnTo>
                  <a:lnTo>
                    <a:pt x="6475" y="11944"/>
                  </a:lnTo>
                  <a:cubicBezTo>
                    <a:pt x="6475" y="12091"/>
                    <a:pt x="6594" y="12210"/>
                    <a:pt x="6740" y="12210"/>
                  </a:cubicBezTo>
                  <a:cubicBezTo>
                    <a:pt x="6887" y="12210"/>
                    <a:pt x="7006" y="12091"/>
                    <a:pt x="7006" y="11944"/>
                  </a:cubicBezTo>
                  <a:lnTo>
                    <a:pt x="7006" y="10743"/>
                  </a:lnTo>
                  <a:lnTo>
                    <a:pt x="8031" y="10743"/>
                  </a:lnTo>
                  <a:lnTo>
                    <a:pt x="8031" y="11944"/>
                  </a:lnTo>
                  <a:cubicBezTo>
                    <a:pt x="8031" y="12091"/>
                    <a:pt x="8150" y="12210"/>
                    <a:pt x="8297" y="12210"/>
                  </a:cubicBezTo>
                  <a:cubicBezTo>
                    <a:pt x="8444" y="12210"/>
                    <a:pt x="8563" y="12091"/>
                    <a:pt x="8563" y="11944"/>
                  </a:cubicBezTo>
                  <a:lnTo>
                    <a:pt x="8563" y="10743"/>
                  </a:lnTo>
                  <a:lnTo>
                    <a:pt x="9588" y="10743"/>
                  </a:lnTo>
                  <a:lnTo>
                    <a:pt x="9588" y="11944"/>
                  </a:lnTo>
                  <a:cubicBezTo>
                    <a:pt x="9588" y="12091"/>
                    <a:pt x="9707" y="12210"/>
                    <a:pt x="9854" y="12210"/>
                  </a:cubicBezTo>
                  <a:cubicBezTo>
                    <a:pt x="10000" y="12210"/>
                    <a:pt x="10119" y="12091"/>
                    <a:pt x="10119" y="11944"/>
                  </a:cubicBezTo>
                  <a:lnTo>
                    <a:pt x="10119" y="10743"/>
                  </a:lnTo>
                  <a:lnTo>
                    <a:pt x="11144" y="10743"/>
                  </a:lnTo>
                  <a:lnTo>
                    <a:pt x="11144" y="11944"/>
                  </a:lnTo>
                  <a:cubicBezTo>
                    <a:pt x="11144" y="12091"/>
                    <a:pt x="11263" y="12210"/>
                    <a:pt x="11410" y="12210"/>
                  </a:cubicBezTo>
                  <a:cubicBezTo>
                    <a:pt x="11557" y="12210"/>
                    <a:pt x="11676" y="12091"/>
                    <a:pt x="11676" y="11944"/>
                  </a:cubicBezTo>
                  <a:lnTo>
                    <a:pt x="11676" y="10743"/>
                  </a:lnTo>
                  <a:lnTo>
                    <a:pt x="12667" y="10743"/>
                  </a:lnTo>
                  <a:cubicBezTo>
                    <a:pt x="12911" y="10743"/>
                    <a:pt x="13109" y="10545"/>
                    <a:pt x="13109" y="10301"/>
                  </a:cubicBezTo>
                  <a:lnTo>
                    <a:pt x="13109" y="9242"/>
                  </a:lnTo>
                  <a:lnTo>
                    <a:pt x="14090" y="9242"/>
                  </a:lnTo>
                  <a:lnTo>
                    <a:pt x="14090" y="11141"/>
                  </a:lnTo>
                  <a:lnTo>
                    <a:pt x="13732" y="11141"/>
                  </a:lnTo>
                  <a:cubicBezTo>
                    <a:pt x="13487" y="11141"/>
                    <a:pt x="13289" y="11339"/>
                    <a:pt x="13289" y="11583"/>
                  </a:cubicBezTo>
                  <a:lnTo>
                    <a:pt x="13289" y="12812"/>
                  </a:lnTo>
                  <a:cubicBezTo>
                    <a:pt x="13289" y="13057"/>
                    <a:pt x="13487" y="13256"/>
                    <a:pt x="13732" y="13256"/>
                  </a:cubicBezTo>
                  <a:lnTo>
                    <a:pt x="14927" y="13256"/>
                  </a:lnTo>
                  <a:cubicBezTo>
                    <a:pt x="15171" y="13256"/>
                    <a:pt x="15370" y="13057"/>
                    <a:pt x="15370" y="12812"/>
                  </a:cubicBezTo>
                  <a:lnTo>
                    <a:pt x="15370" y="11583"/>
                  </a:lnTo>
                  <a:cubicBezTo>
                    <a:pt x="15370" y="11339"/>
                    <a:pt x="15171" y="11141"/>
                    <a:pt x="14927" y="11141"/>
                  </a:cubicBezTo>
                  <a:lnTo>
                    <a:pt x="14622" y="11141"/>
                  </a:lnTo>
                  <a:lnTo>
                    <a:pt x="14622" y="9153"/>
                  </a:lnTo>
                  <a:cubicBezTo>
                    <a:pt x="14622" y="8909"/>
                    <a:pt x="14424" y="8711"/>
                    <a:pt x="14179" y="8711"/>
                  </a:cubicBezTo>
                  <a:lnTo>
                    <a:pt x="13109" y="8711"/>
                  </a:lnTo>
                  <a:lnTo>
                    <a:pt x="13109" y="7604"/>
                  </a:lnTo>
                  <a:lnTo>
                    <a:pt x="14215" y="7604"/>
                  </a:lnTo>
                  <a:cubicBezTo>
                    <a:pt x="14362" y="7604"/>
                    <a:pt x="14481" y="7485"/>
                    <a:pt x="14481" y="7338"/>
                  </a:cubicBezTo>
                  <a:cubicBezTo>
                    <a:pt x="14481" y="7191"/>
                    <a:pt x="14362" y="7072"/>
                    <a:pt x="14215" y="7072"/>
                  </a:cubicBezTo>
                  <a:lnTo>
                    <a:pt x="13109" y="7072"/>
                  </a:lnTo>
                  <a:lnTo>
                    <a:pt x="13109" y="6129"/>
                  </a:lnTo>
                  <a:lnTo>
                    <a:pt x="16914" y="6129"/>
                  </a:lnTo>
                  <a:cubicBezTo>
                    <a:pt x="17159" y="6129"/>
                    <a:pt x="17357" y="5930"/>
                    <a:pt x="17357" y="5686"/>
                  </a:cubicBezTo>
                  <a:lnTo>
                    <a:pt x="17357" y="4245"/>
                  </a:lnTo>
                  <a:lnTo>
                    <a:pt x="17707" y="4245"/>
                  </a:lnTo>
                  <a:cubicBezTo>
                    <a:pt x="17951" y="4245"/>
                    <a:pt x="18150" y="4047"/>
                    <a:pt x="18150" y="3803"/>
                  </a:cubicBezTo>
                  <a:lnTo>
                    <a:pt x="18150" y="2573"/>
                  </a:lnTo>
                  <a:cubicBezTo>
                    <a:pt x="18150" y="2329"/>
                    <a:pt x="17951" y="2130"/>
                    <a:pt x="17707" y="2130"/>
                  </a:cubicBezTo>
                  <a:lnTo>
                    <a:pt x="16511" y="2130"/>
                  </a:lnTo>
                  <a:cubicBezTo>
                    <a:pt x="16267" y="2130"/>
                    <a:pt x="16068" y="2329"/>
                    <a:pt x="16068" y="2574"/>
                  </a:cubicBezTo>
                  <a:lnTo>
                    <a:pt x="16068" y="3803"/>
                  </a:lnTo>
                  <a:cubicBezTo>
                    <a:pt x="16068" y="4047"/>
                    <a:pt x="16267" y="4245"/>
                    <a:pt x="16511" y="4245"/>
                  </a:cubicBezTo>
                  <a:lnTo>
                    <a:pt x="16825" y="4245"/>
                  </a:lnTo>
                  <a:lnTo>
                    <a:pt x="16825" y="5598"/>
                  </a:lnTo>
                  <a:lnTo>
                    <a:pt x="13109" y="5598"/>
                  </a:lnTo>
                  <a:lnTo>
                    <a:pt x="13109" y="4546"/>
                  </a:lnTo>
                  <a:lnTo>
                    <a:pt x="14179" y="4546"/>
                  </a:lnTo>
                  <a:cubicBezTo>
                    <a:pt x="14424" y="4546"/>
                    <a:pt x="14622" y="4347"/>
                    <a:pt x="14622" y="4103"/>
                  </a:cubicBezTo>
                  <a:lnTo>
                    <a:pt x="14622" y="2116"/>
                  </a:lnTo>
                  <a:lnTo>
                    <a:pt x="14928" y="2116"/>
                  </a:lnTo>
                  <a:cubicBezTo>
                    <a:pt x="15172" y="2116"/>
                    <a:pt x="15370" y="1917"/>
                    <a:pt x="15370" y="1672"/>
                  </a:cubicBezTo>
                  <a:lnTo>
                    <a:pt x="15370" y="443"/>
                  </a:lnTo>
                  <a:cubicBezTo>
                    <a:pt x="15370" y="199"/>
                    <a:pt x="15172" y="1"/>
                    <a:pt x="14928" y="1"/>
                  </a:cubicBezTo>
                  <a:lnTo>
                    <a:pt x="13732" y="1"/>
                  </a:lnTo>
                  <a:cubicBezTo>
                    <a:pt x="13487" y="1"/>
                    <a:pt x="13289" y="199"/>
                    <a:pt x="13289" y="443"/>
                  </a:cubicBezTo>
                  <a:lnTo>
                    <a:pt x="13289" y="1672"/>
                  </a:lnTo>
                  <a:cubicBezTo>
                    <a:pt x="13289" y="1917"/>
                    <a:pt x="13487" y="2116"/>
                    <a:pt x="13732" y="2116"/>
                  </a:cubicBezTo>
                  <a:lnTo>
                    <a:pt x="14090" y="2116"/>
                  </a:lnTo>
                  <a:lnTo>
                    <a:pt x="14090" y="4014"/>
                  </a:lnTo>
                  <a:lnTo>
                    <a:pt x="13109" y="4014"/>
                  </a:lnTo>
                  <a:lnTo>
                    <a:pt x="13109" y="2956"/>
                  </a:lnTo>
                  <a:cubicBezTo>
                    <a:pt x="13109" y="2711"/>
                    <a:pt x="12910" y="2512"/>
                    <a:pt x="12667" y="2512"/>
                  </a:cubicBezTo>
                  <a:lnTo>
                    <a:pt x="11676" y="2512"/>
                  </a:lnTo>
                  <a:lnTo>
                    <a:pt x="11676" y="1312"/>
                  </a:lnTo>
                  <a:cubicBezTo>
                    <a:pt x="11676" y="1165"/>
                    <a:pt x="11557" y="1046"/>
                    <a:pt x="11410" y="1046"/>
                  </a:cubicBezTo>
                  <a:cubicBezTo>
                    <a:pt x="11263" y="1046"/>
                    <a:pt x="11144" y="1165"/>
                    <a:pt x="11144" y="1312"/>
                  </a:cubicBezTo>
                  <a:lnTo>
                    <a:pt x="11144" y="2512"/>
                  </a:lnTo>
                  <a:lnTo>
                    <a:pt x="10119" y="2512"/>
                  </a:lnTo>
                  <a:lnTo>
                    <a:pt x="10119" y="1312"/>
                  </a:lnTo>
                  <a:cubicBezTo>
                    <a:pt x="10119" y="1165"/>
                    <a:pt x="10000" y="1046"/>
                    <a:pt x="9854" y="1046"/>
                  </a:cubicBezTo>
                  <a:cubicBezTo>
                    <a:pt x="9707" y="1046"/>
                    <a:pt x="9588" y="1165"/>
                    <a:pt x="9588" y="1312"/>
                  </a:cubicBezTo>
                  <a:lnTo>
                    <a:pt x="9588" y="2512"/>
                  </a:lnTo>
                  <a:lnTo>
                    <a:pt x="8563" y="2512"/>
                  </a:lnTo>
                  <a:lnTo>
                    <a:pt x="8563" y="1312"/>
                  </a:lnTo>
                  <a:cubicBezTo>
                    <a:pt x="8563" y="1165"/>
                    <a:pt x="8444" y="1046"/>
                    <a:pt x="8297" y="1046"/>
                  </a:cubicBezTo>
                  <a:cubicBezTo>
                    <a:pt x="8150" y="1046"/>
                    <a:pt x="8031" y="1165"/>
                    <a:pt x="8031" y="1312"/>
                  </a:cubicBezTo>
                  <a:lnTo>
                    <a:pt x="8031" y="2512"/>
                  </a:lnTo>
                  <a:lnTo>
                    <a:pt x="7006" y="2512"/>
                  </a:lnTo>
                  <a:lnTo>
                    <a:pt x="7006" y="1312"/>
                  </a:lnTo>
                  <a:cubicBezTo>
                    <a:pt x="7006" y="1165"/>
                    <a:pt x="6887" y="1046"/>
                    <a:pt x="6740" y="1046"/>
                  </a:cubicBezTo>
                  <a:cubicBezTo>
                    <a:pt x="6594" y="1046"/>
                    <a:pt x="6475" y="1165"/>
                    <a:pt x="6475" y="1312"/>
                  </a:cubicBezTo>
                  <a:lnTo>
                    <a:pt x="6475" y="2512"/>
                  </a:lnTo>
                  <a:lnTo>
                    <a:pt x="5485" y="2512"/>
                  </a:lnTo>
                  <a:cubicBezTo>
                    <a:pt x="5240" y="2512"/>
                    <a:pt x="5041" y="2711"/>
                    <a:pt x="5041" y="2956"/>
                  </a:cubicBezTo>
                  <a:lnTo>
                    <a:pt x="5041" y="4014"/>
                  </a:lnTo>
                  <a:lnTo>
                    <a:pt x="4061" y="4014"/>
                  </a:lnTo>
                  <a:lnTo>
                    <a:pt x="4061" y="2116"/>
                  </a:lnTo>
                  <a:lnTo>
                    <a:pt x="4419" y="2116"/>
                  </a:lnTo>
                  <a:cubicBezTo>
                    <a:pt x="4663" y="2116"/>
                    <a:pt x="4863" y="1917"/>
                    <a:pt x="4863" y="1672"/>
                  </a:cubicBezTo>
                  <a:lnTo>
                    <a:pt x="4863" y="443"/>
                  </a:lnTo>
                  <a:cubicBezTo>
                    <a:pt x="4863" y="199"/>
                    <a:pt x="4663" y="1"/>
                    <a:pt x="44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2" name="Google Shape;2637;p64">
              <a:extLst>
                <a:ext uri="{FF2B5EF4-FFF2-40B4-BE49-F238E27FC236}">
                  <a16:creationId xmlns:a16="http://schemas.microsoft.com/office/drawing/2014/main" id="{9CB1486F-5B73-4F12-8754-0CF146346FBB}"/>
                </a:ext>
              </a:extLst>
            </p:cNvPr>
            <p:cNvSpPr/>
            <p:nvPr/>
          </p:nvSpPr>
          <p:spPr>
            <a:xfrm>
              <a:off x="4475325" y="3460898"/>
              <a:ext cx="89983" cy="132703"/>
            </a:xfrm>
            <a:custGeom>
              <a:avLst/>
              <a:gdLst/>
              <a:ahLst/>
              <a:cxnLst/>
              <a:rect l="l" t="t" r="r" b="b"/>
              <a:pathLst>
                <a:path w="2713" h="4001" extrusionOk="0">
                  <a:moveTo>
                    <a:pt x="2181" y="2417"/>
                  </a:moveTo>
                  <a:lnTo>
                    <a:pt x="2181" y="3468"/>
                  </a:lnTo>
                  <a:lnTo>
                    <a:pt x="1162" y="3468"/>
                  </a:lnTo>
                  <a:lnTo>
                    <a:pt x="1162" y="2417"/>
                  </a:lnTo>
                  <a:close/>
                  <a:moveTo>
                    <a:pt x="267" y="1"/>
                  </a:moveTo>
                  <a:cubicBezTo>
                    <a:pt x="120" y="1"/>
                    <a:pt x="1" y="120"/>
                    <a:pt x="1" y="267"/>
                  </a:cubicBezTo>
                  <a:cubicBezTo>
                    <a:pt x="1" y="414"/>
                    <a:pt x="120" y="533"/>
                    <a:pt x="267" y="533"/>
                  </a:cubicBezTo>
                  <a:lnTo>
                    <a:pt x="1389" y="533"/>
                  </a:lnTo>
                  <a:lnTo>
                    <a:pt x="1389" y="1885"/>
                  </a:lnTo>
                  <a:lnTo>
                    <a:pt x="1074" y="1885"/>
                  </a:lnTo>
                  <a:cubicBezTo>
                    <a:pt x="830" y="1885"/>
                    <a:pt x="631" y="2083"/>
                    <a:pt x="631" y="2327"/>
                  </a:cubicBezTo>
                  <a:lnTo>
                    <a:pt x="631" y="3556"/>
                  </a:lnTo>
                  <a:cubicBezTo>
                    <a:pt x="631" y="3801"/>
                    <a:pt x="830" y="4000"/>
                    <a:pt x="1074" y="4000"/>
                  </a:cubicBezTo>
                  <a:lnTo>
                    <a:pt x="2270" y="4000"/>
                  </a:lnTo>
                  <a:cubicBezTo>
                    <a:pt x="2514" y="4000"/>
                    <a:pt x="2713" y="3801"/>
                    <a:pt x="2713" y="3556"/>
                  </a:cubicBezTo>
                  <a:lnTo>
                    <a:pt x="2713" y="2327"/>
                  </a:lnTo>
                  <a:cubicBezTo>
                    <a:pt x="2713" y="2083"/>
                    <a:pt x="2514" y="1885"/>
                    <a:pt x="2270" y="1885"/>
                  </a:cubicBezTo>
                  <a:lnTo>
                    <a:pt x="1920" y="1885"/>
                  </a:lnTo>
                  <a:lnTo>
                    <a:pt x="1920" y="443"/>
                  </a:lnTo>
                  <a:cubicBezTo>
                    <a:pt x="1920" y="199"/>
                    <a:pt x="1722" y="1"/>
                    <a:pt x="14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3" name="Google Shape;2638;p64">
              <a:extLst>
                <a:ext uri="{FF2B5EF4-FFF2-40B4-BE49-F238E27FC236}">
                  <a16:creationId xmlns:a16="http://schemas.microsoft.com/office/drawing/2014/main" id="{27DA2DD4-D495-4E0F-A190-F528B0A14FA3}"/>
                </a:ext>
              </a:extLst>
            </p:cNvPr>
            <p:cNvSpPr/>
            <p:nvPr/>
          </p:nvSpPr>
          <p:spPr>
            <a:xfrm>
              <a:off x="3963285" y="3460898"/>
              <a:ext cx="91177" cy="132703"/>
            </a:xfrm>
            <a:custGeom>
              <a:avLst/>
              <a:gdLst/>
              <a:ahLst/>
              <a:cxnLst/>
              <a:rect l="l" t="t" r="r" b="b"/>
              <a:pathLst>
                <a:path w="2749" h="4001" extrusionOk="0">
                  <a:moveTo>
                    <a:pt x="1551" y="2417"/>
                  </a:moveTo>
                  <a:lnTo>
                    <a:pt x="1551" y="3468"/>
                  </a:lnTo>
                  <a:lnTo>
                    <a:pt x="533" y="3468"/>
                  </a:lnTo>
                  <a:lnTo>
                    <a:pt x="533" y="2417"/>
                  </a:lnTo>
                  <a:close/>
                  <a:moveTo>
                    <a:pt x="1237" y="1"/>
                  </a:moveTo>
                  <a:cubicBezTo>
                    <a:pt x="993" y="1"/>
                    <a:pt x="794" y="199"/>
                    <a:pt x="794" y="443"/>
                  </a:cubicBezTo>
                  <a:lnTo>
                    <a:pt x="794" y="1885"/>
                  </a:lnTo>
                  <a:lnTo>
                    <a:pt x="444" y="1885"/>
                  </a:lnTo>
                  <a:cubicBezTo>
                    <a:pt x="200" y="1885"/>
                    <a:pt x="1" y="2083"/>
                    <a:pt x="1" y="2327"/>
                  </a:cubicBezTo>
                  <a:lnTo>
                    <a:pt x="1" y="3558"/>
                  </a:lnTo>
                  <a:cubicBezTo>
                    <a:pt x="1" y="3802"/>
                    <a:pt x="200" y="4000"/>
                    <a:pt x="444" y="4000"/>
                  </a:cubicBezTo>
                  <a:lnTo>
                    <a:pt x="1640" y="4000"/>
                  </a:lnTo>
                  <a:cubicBezTo>
                    <a:pt x="1884" y="4000"/>
                    <a:pt x="2083" y="3802"/>
                    <a:pt x="2083" y="3558"/>
                  </a:cubicBezTo>
                  <a:lnTo>
                    <a:pt x="2083" y="2327"/>
                  </a:lnTo>
                  <a:cubicBezTo>
                    <a:pt x="2083" y="2083"/>
                    <a:pt x="1884" y="1885"/>
                    <a:pt x="1640" y="1885"/>
                  </a:cubicBezTo>
                  <a:lnTo>
                    <a:pt x="1325" y="1885"/>
                  </a:lnTo>
                  <a:lnTo>
                    <a:pt x="1325" y="533"/>
                  </a:lnTo>
                  <a:lnTo>
                    <a:pt x="2483" y="533"/>
                  </a:lnTo>
                  <a:cubicBezTo>
                    <a:pt x="2629" y="533"/>
                    <a:pt x="2748" y="414"/>
                    <a:pt x="2748" y="267"/>
                  </a:cubicBezTo>
                  <a:cubicBezTo>
                    <a:pt x="2748" y="120"/>
                    <a:pt x="2629" y="1"/>
                    <a:pt x="24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4" name="Google Shape;2639;p64">
              <a:extLst>
                <a:ext uri="{FF2B5EF4-FFF2-40B4-BE49-F238E27FC236}">
                  <a16:creationId xmlns:a16="http://schemas.microsoft.com/office/drawing/2014/main" id="{8FB05FD9-E5A1-4929-B31D-5442114EAFE6}"/>
                </a:ext>
              </a:extLst>
            </p:cNvPr>
            <p:cNvSpPr/>
            <p:nvPr/>
          </p:nvSpPr>
          <p:spPr>
            <a:xfrm>
              <a:off x="4183650" y="3363982"/>
              <a:ext cx="161294" cy="164378"/>
            </a:xfrm>
            <a:custGeom>
              <a:avLst/>
              <a:gdLst/>
              <a:ahLst/>
              <a:cxnLst/>
              <a:rect l="l" t="t" r="r" b="b"/>
              <a:pathLst>
                <a:path w="4863" h="4956" extrusionOk="0">
                  <a:moveTo>
                    <a:pt x="1625" y="3298"/>
                  </a:moveTo>
                  <a:lnTo>
                    <a:pt x="1625" y="4424"/>
                  </a:lnTo>
                  <a:lnTo>
                    <a:pt x="533" y="4424"/>
                  </a:lnTo>
                  <a:lnTo>
                    <a:pt x="533" y="3298"/>
                  </a:lnTo>
                  <a:close/>
                  <a:moveTo>
                    <a:pt x="444" y="1"/>
                  </a:moveTo>
                  <a:cubicBezTo>
                    <a:pt x="200" y="1"/>
                    <a:pt x="1" y="200"/>
                    <a:pt x="1" y="444"/>
                  </a:cubicBezTo>
                  <a:lnTo>
                    <a:pt x="1" y="4513"/>
                  </a:lnTo>
                  <a:cubicBezTo>
                    <a:pt x="1" y="4758"/>
                    <a:pt x="200" y="4956"/>
                    <a:pt x="444" y="4956"/>
                  </a:cubicBezTo>
                  <a:lnTo>
                    <a:pt x="4420" y="4956"/>
                  </a:lnTo>
                  <a:cubicBezTo>
                    <a:pt x="4664" y="4956"/>
                    <a:pt x="4863" y="4758"/>
                    <a:pt x="4863" y="4513"/>
                  </a:cubicBezTo>
                  <a:lnTo>
                    <a:pt x="4863" y="2834"/>
                  </a:lnTo>
                  <a:cubicBezTo>
                    <a:pt x="4863" y="2687"/>
                    <a:pt x="4743" y="2568"/>
                    <a:pt x="4597" y="2568"/>
                  </a:cubicBezTo>
                  <a:cubicBezTo>
                    <a:pt x="4450" y="2568"/>
                    <a:pt x="4331" y="2687"/>
                    <a:pt x="4331" y="2834"/>
                  </a:cubicBezTo>
                  <a:lnTo>
                    <a:pt x="4331" y="4424"/>
                  </a:lnTo>
                  <a:lnTo>
                    <a:pt x="2157" y="4424"/>
                  </a:lnTo>
                  <a:lnTo>
                    <a:pt x="2157" y="3032"/>
                  </a:lnTo>
                  <a:cubicBezTo>
                    <a:pt x="2157" y="2885"/>
                    <a:pt x="2038" y="2766"/>
                    <a:pt x="1891" y="2766"/>
                  </a:cubicBezTo>
                  <a:lnTo>
                    <a:pt x="534" y="2766"/>
                  </a:lnTo>
                  <a:lnTo>
                    <a:pt x="534" y="533"/>
                  </a:lnTo>
                  <a:lnTo>
                    <a:pt x="4332" y="533"/>
                  </a:lnTo>
                  <a:lnTo>
                    <a:pt x="4332" y="1274"/>
                  </a:lnTo>
                  <a:cubicBezTo>
                    <a:pt x="4331" y="1420"/>
                    <a:pt x="4450" y="1539"/>
                    <a:pt x="4597" y="1539"/>
                  </a:cubicBezTo>
                  <a:cubicBezTo>
                    <a:pt x="4743" y="1539"/>
                    <a:pt x="4863" y="1420"/>
                    <a:pt x="4863" y="1274"/>
                  </a:cubicBezTo>
                  <a:lnTo>
                    <a:pt x="4863" y="444"/>
                  </a:lnTo>
                  <a:cubicBezTo>
                    <a:pt x="4863" y="200"/>
                    <a:pt x="4664" y="1"/>
                    <a:pt x="44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24" name="Google Shape;2431;p64">
            <a:extLst>
              <a:ext uri="{FF2B5EF4-FFF2-40B4-BE49-F238E27FC236}">
                <a16:creationId xmlns:a16="http://schemas.microsoft.com/office/drawing/2014/main" id="{9C937E32-8D8C-4351-888B-0A0AA04D780A}"/>
              </a:ext>
            </a:extLst>
          </p:cNvPr>
          <p:cNvGrpSpPr/>
          <p:nvPr/>
        </p:nvGrpSpPr>
        <p:grpSpPr>
          <a:xfrm>
            <a:off x="5084893" y="2356203"/>
            <a:ext cx="536704" cy="415294"/>
            <a:chOff x="7457448" y="1499206"/>
            <a:chExt cx="602023" cy="465838"/>
          </a:xfrm>
        </p:grpSpPr>
        <p:sp>
          <p:nvSpPr>
            <p:cNvPr id="125" name="Google Shape;2432;p64">
              <a:extLst>
                <a:ext uri="{FF2B5EF4-FFF2-40B4-BE49-F238E27FC236}">
                  <a16:creationId xmlns:a16="http://schemas.microsoft.com/office/drawing/2014/main" id="{7C2E653E-A96D-4194-8E2D-0DB5601EF4AA}"/>
                </a:ext>
              </a:extLst>
            </p:cNvPr>
            <p:cNvSpPr/>
            <p:nvPr/>
          </p:nvSpPr>
          <p:spPr>
            <a:xfrm>
              <a:off x="7696885" y="1906072"/>
              <a:ext cx="76683" cy="24245"/>
            </a:xfrm>
            <a:custGeom>
              <a:avLst/>
              <a:gdLst/>
              <a:ahLst/>
              <a:cxnLst/>
              <a:rect l="l" t="t" r="r" b="b"/>
              <a:pathLst>
                <a:path w="2312" h="731" extrusionOk="0">
                  <a:moveTo>
                    <a:pt x="305" y="0"/>
                  </a:moveTo>
                  <a:cubicBezTo>
                    <a:pt x="207" y="0"/>
                    <a:pt x="113" y="54"/>
                    <a:pt x="66" y="148"/>
                  </a:cubicBezTo>
                  <a:cubicBezTo>
                    <a:pt x="1" y="279"/>
                    <a:pt x="55" y="439"/>
                    <a:pt x="187" y="504"/>
                  </a:cubicBezTo>
                  <a:cubicBezTo>
                    <a:pt x="491" y="655"/>
                    <a:pt x="817" y="731"/>
                    <a:pt x="1157" y="731"/>
                  </a:cubicBezTo>
                  <a:cubicBezTo>
                    <a:pt x="1496" y="731"/>
                    <a:pt x="1822" y="655"/>
                    <a:pt x="2126" y="504"/>
                  </a:cubicBezTo>
                  <a:cubicBezTo>
                    <a:pt x="2258" y="439"/>
                    <a:pt x="2312" y="279"/>
                    <a:pt x="2246" y="148"/>
                  </a:cubicBezTo>
                  <a:cubicBezTo>
                    <a:pt x="2200" y="54"/>
                    <a:pt x="2106" y="0"/>
                    <a:pt x="2008" y="0"/>
                  </a:cubicBezTo>
                  <a:cubicBezTo>
                    <a:pt x="1968" y="0"/>
                    <a:pt x="1928" y="9"/>
                    <a:pt x="1890" y="28"/>
                  </a:cubicBezTo>
                  <a:cubicBezTo>
                    <a:pt x="1660" y="142"/>
                    <a:pt x="1414" y="200"/>
                    <a:pt x="1156" y="200"/>
                  </a:cubicBezTo>
                  <a:cubicBezTo>
                    <a:pt x="899" y="200"/>
                    <a:pt x="653" y="142"/>
                    <a:pt x="423" y="28"/>
                  </a:cubicBezTo>
                  <a:cubicBezTo>
                    <a:pt x="385" y="9"/>
                    <a:pt x="345" y="0"/>
                    <a:pt x="3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6" name="Google Shape;2433;p64">
              <a:extLst>
                <a:ext uri="{FF2B5EF4-FFF2-40B4-BE49-F238E27FC236}">
                  <a16:creationId xmlns:a16="http://schemas.microsoft.com/office/drawing/2014/main" id="{0D4A7319-1E0E-48A8-A12C-D53CFE572C92}"/>
                </a:ext>
              </a:extLst>
            </p:cNvPr>
            <p:cNvSpPr/>
            <p:nvPr/>
          </p:nvSpPr>
          <p:spPr>
            <a:xfrm>
              <a:off x="7682523" y="1937514"/>
              <a:ext cx="105406" cy="27529"/>
            </a:xfrm>
            <a:custGeom>
              <a:avLst/>
              <a:gdLst/>
              <a:ahLst/>
              <a:cxnLst/>
              <a:rect l="l" t="t" r="r" b="b"/>
              <a:pathLst>
                <a:path w="3178" h="830" extrusionOk="0">
                  <a:moveTo>
                    <a:pt x="2874" y="1"/>
                  </a:moveTo>
                  <a:cubicBezTo>
                    <a:pt x="2835" y="1"/>
                    <a:pt x="2795" y="9"/>
                    <a:pt x="2757" y="27"/>
                  </a:cubicBezTo>
                  <a:cubicBezTo>
                    <a:pt x="2391" y="207"/>
                    <a:pt x="1997" y="297"/>
                    <a:pt x="1589" y="297"/>
                  </a:cubicBezTo>
                  <a:cubicBezTo>
                    <a:pt x="1180" y="297"/>
                    <a:pt x="788" y="207"/>
                    <a:pt x="421" y="28"/>
                  </a:cubicBezTo>
                  <a:cubicBezTo>
                    <a:pt x="384" y="10"/>
                    <a:pt x="344" y="1"/>
                    <a:pt x="304" y="1"/>
                  </a:cubicBezTo>
                  <a:cubicBezTo>
                    <a:pt x="206" y="1"/>
                    <a:pt x="111" y="56"/>
                    <a:pt x="65" y="150"/>
                  </a:cubicBezTo>
                  <a:cubicBezTo>
                    <a:pt x="0" y="282"/>
                    <a:pt x="56" y="441"/>
                    <a:pt x="187" y="506"/>
                  </a:cubicBezTo>
                  <a:cubicBezTo>
                    <a:pt x="628" y="720"/>
                    <a:pt x="1099" y="829"/>
                    <a:pt x="1589" y="829"/>
                  </a:cubicBezTo>
                  <a:cubicBezTo>
                    <a:pt x="2080" y="829"/>
                    <a:pt x="2551" y="720"/>
                    <a:pt x="2990" y="506"/>
                  </a:cubicBezTo>
                  <a:cubicBezTo>
                    <a:pt x="3123" y="441"/>
                    <a:pt x="3177" y="282"/>
                    <a:pt x="3113" y="149"/>
                  </a:cubicBezTo>
                  <a:cubicBezTo>
                    <a:pt x="3067" y="55"/>
                    <a:pt x="2972" y="1"/>
                    <a:pt x="28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7" name="Google Shape;2434;p64">
              <a:extLst>
                <a:ext uri="{FF2B5EF4-FFF2-40B4-BE49-F238E27FC236}">
                  <a16:creationId xmlns:a16="http://schemas.microsoft.com/office/drawing/2014/main" id="{E8A52B4D-EF3E-4F9C-A556-AF558C7CA128}"/>
                </a:ext>
              </a:extLst>
            </p:cNvPr>
            <p:cNvSpPr/>
            <p:nvPr/>
          </p:nvSpPr>
          <p:spPr>
            <a:xfrm>
              <a:off x="7911578" y="1729189"/>
              <a:ext cx="147894" cy="154760"/>
            </a:xfrm>
            <a:custGeom>
              <a:avLst/>
              <a:gdLst/>
              <a:ahLst/>
              <a:cxnLst/>
              <a:rect l="l" t="t" r="r" b="b"/>
              <a:pathLst>
                <a:path w="4459" h="4666" extrusionOk="0">
                  <a:moveTo>
                    <a:pt x="3341" y="1148"/>
                  </a:moveTo>
                  <a:cubicBezTo>
                    <a:pt x="3664" y="1148"/>
                    <a:pt x="3927" y="1414"/>
                    <a:pt x="3927" y="1740"/>
                  </a:cubicBezTo>
                  <a:lnTo>
                    <a:pt x="3927" y="2845"/>
                  </a:lnTo>
                  <a:cubicBezTo>
                    <a:pt x="3417" y="2817"/>
                    <a:pt x="3011" y="2390"/>
                    <a:pt x="3011" y="1869"/>
                  </a:cubicBezTo>
                  <a:lnTo>
                    <a:pt x="3011" y="1148"/>
                  </a:lnTo>
                  <a:close/>
                  <a:moveTo>
                    <a:pt x="303" y="0"/>
                  </a:moveTo>
                  <a:cubicBezTo>
                    <a:pt x="251" y="0"/>
                    <a:pt x="199" y="15"/>
                    <a:pt x="153" y="46"/>
                  </a:cubicBezTo>
                  <a:cubicBezTo>
                    <a:pt x="32" y="129"/>
                    <a:pt x="0" y="295"/>
                    <a:pt x="84" y="416"/>
                  </a:cubicBezTo>
                  <a:lnTo>
                    <a:pt x="504" y="1032"/>
                  </a:lnTo>
                  <a:cubicBezTo>
                    <a:pt x="555" y="1105"/>
                    <a:pt x="637" y="1148"/>
                    <a:pt x="724" y="1148"/>
                  </a:cubicBezTo>
                  <a:lnTo>
                    <a:pt x="2480" y="1148"/>
                  </a:lnTo>
                  <a:lnTo>
                    <a:pt x="2480" y="1869"/>
                  </a:lnTo>
                  <a:cubicBezTo>
                    <a:pt x="2480" y="2683"/>
                    <a:pt x="3124" y="3348"/>
                    <a:pt x="3927" y="3377"/>
                  </a:cubicBezTo>
                  <a:lnTo>
                    <a:pt x="3927" y="3541"/>
                  </a:lnTo>
                  <a:cubicBezTo>
                    <a:pt x="3927" y="3868"/>
                    <a:pt x="3664" y="4134"/>
                    <a:pt x="3341" y="4134"/>
                  </a:cubicBezTo>
                  <a:lnTo>
                    <a:pt x="3111" y="4134"/>
                  </a:lnTo>
                  <a:cubicBezTo>
                    <a:pt x="2965" y="4134"/>
                    <a:pt x="2845" y="4253"/>
                    <a:pt x="2845" y="4400"/>
                  </a:cubicBezTo>
                  <a:cubicBezTo>
                    <a:pt x="2845" y="4546"/>
                    <a:pt x="2965" y="4665"/>
                    <a:pt x="3111" y="4665"/>
                  </a:cubicBezTo>
                  <a:lnTo>
                    <a:pt x="3341" y="4665"/>
                  </a:lnTo>
                  <a:cubicBezTo>
                    <a:pt x="3957" y="4665"/>
                    <a:pt x="4458" y="4161"/>
                    <a:pt x="4458" y="3541"/>
                  </a:cubicBezTo>
                  <a:lnTo>
                    <a:pt x="4458" y="1739"/>
                  </a:lnTo>
                  <a:cubicBezTo>
                    <a:pt x="4458" y="1120"/>
                    <a:pt x="3957" y="616"/>
                    <a:pt x="3341" y="616"/>
                  </a:cubicBezTo>
                  <a:lnTo>
                    <a:pt x="865" y="616"/>
                  </a:lnTo>
                  <a:lnTo>
                    <a:pt x="523" y="116"/>
                  </a:lnTo>
                  <a:cubicBezTo>
                    <a:pt x="471" y="41"/>
                    <a:pt x="388" y="0"/>
                    <a:pt x="3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8" name="Google Shape;2435;p64">
              <a:extLst>
                <a:ext uri="{FF2B5EF4-FFF2-40B4-BE49-F238E27FC236}">
                  <a16:creationId xmlns:a16="http://schemas.microsoft.com/office/drawing/2014/main" id="{8E8E5BD8-197D-4019-BB18-4CF58C7B6514}"/>
                </a:ext>
              </a:extLst>
            </p:cNvPr>
            <p:cNvSpPr/>
            <p:nvPr/>
          </p:nvSpPr>
          <p:spPr>
            <a:xfrm>
              <a:off x="7543551" y="1842091"/>
              <a:ext cx="62819" cy="63184"/>
            </a:xfrm>
            <a:custGeom>
              <a:avLst/>
              <a:gdLst/>
              <a:ahLst/>
              <a:cxnLst/>
              <a:rect l="l" t="t" r="r" b="b"/>
              <a:pathLst>
                <a:path w="1894" h="1905" extrusionOk="0">
                  <a:moveTo>
                    <a:pt x="947" y="532"/>
                  </a:moveTo>
                  <a:cubicBezTo>
                    <a:pt x="1176" y="532"/>
                    <a:pt x="1363" y="720"/>
                    <a:pt x="1363" y="952"/>
                  </a:cubicBezTo>
                  <a:cubicBezTo>
                    <a:pt x="1363" y="1184"/>
                    <a:pt x="1176" y="1373"/>
                    <a:pt x="947" y="1373"/>
                  </a:cubicBezTo>
                  <a:cubicBezTo>
                    <a:pt x="718" y="1373"/>
                    <a:pt x="532" y="1184"/>
                    <a:pt x="532" y="952"/>
                  </a:cubicBezTo>
                  <a:cubicBezTo>
                    <a:pt x="532" y="720"/>
                    <a:pt x="718" y="532"/>
                    <a:pt x="947" y="532"/>
                  </a:cubicBezTo>
                  <a:close/>
                  <a:moveTo>
                    <a:pt x="947" y="1"/>
                  </a:moveTo>
                  <a:cubicBezTo>
                    <a:pt x="425" y="1"/>
                    <a:pt x="0" y="428"/>
                    <a:pt x="0" y="952"/>
                  </a:cubicBezTo>
                  <a:cubicBezTo>
                    <a:pt x="0" y="1477"/>
                    <a:pt x="425" y="1904"/>
                    <a:pt x="947" y="1904"/>
                  </a:cubicBezTo>
                  <a:cubicBezTo>
                    <a:pt x="1470" y="1904"/>
                    <a:pt x="1894" y="1477"/>
                    <a:pt x="1894" y="952"/>
                  </a:cubicBezTo>
                  <a:cubicBezTo>
                    <a:pt x="1894" y="428"/>
                    <a:pt x="1470" y="1"/>
                    <a:pt x="9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9" name="Google Shape;2436;p64">
              <a:extLst>
                <a:ext uri="{FF2B5EF4-FFF2-40B4-BE49-F238E27FC236}">
                  <a16:creationId xmlns:a16="http://schemas.microsoft.com/office/drawing/2014/main" id="{E4B10F09-EEEF-4160-A0C2-DB49D5B74832}"/>
                </a:ext>
              </a:extLst>
            </p:cNvPr>
            <p:cNvSpPr/>
            <p:nvPr/>
          </p:nvSpPr>
          <p:spPr>
            <a:xfrm>
              <a:off x="7865375" y="1842091"/>
              <a:ext cx="62819" cy="63184"/>
            </a:xfrm>
            <a:custGeom>
              <a:avLst/>
              <a:gdLst/>
              <a:ahLst/>
              <a:cxnLst/>
              <a:rect l="l" t="t" r="r" b="b"/>
              <a:pathLst>
                <a:path w="1894" h="1905" extrusionOk="0">
                  <a:moveTo>
                    <a:pt x="947" y="532"/>
                  </a:moveTo>
                  <a:cubicBezTo>
                    <a:pt x="1176" y="532"/>
                    <a:pt x="1362" y="720"/>
                    <a:pt x="1362" y="952"/>
                  </a:cubicBezTo>
                  <a:cubicBezTo>
                    <a:pt x="1362" y="1184"/>
                    <a:pt x="1176" y="1373"/>
                    <a:pt x="947" y="1373"/>
                  </a:cubicBezTo>
                  <a:cubicBezTo>
                    <a:pt x="718" y="1373"/>
                    <a:pt x="532" y="1184"/>
                    <a:pt x="532" y="952"/>
                  </a:cubicBezTo>
                  <a:cubicBezTo>
                    <a:pt x="532" y="720"/>
                    <a:pt x="718" y="532"/>
                    <a:pt x="947" y="532"/>
                  </a:cubicBezTo>
                  <a:close/>
                  <a:moveTo>
                    <a:pt x="947" y="1"/>
                  </a:moveTo>
                  <a:cubicBezTo>
                    <a:pt x="425" y="1"/>
                    <a:pt x="0" y="428"/>
                    <a:pt x="0" y="952"/>
                  </a:cubicBezTo>
                  <a:cubicBezTo>
                    <a:pt x="0" y="1477"/>
                    <a:pt x="425" y="1904"/>
                    <a:pt x="947" y="1904"/>
                  </a:cubicBezTo>
                  <a:cubicBezTo>
                    <a:pt x="1469" y="1904"/>
                    <a:pt x="1893" y="1477"/>
                    <a:pt x="1893" y="952"/>
                  </a:cubicBezTo>
                  <a:cubicBezTo>
                    <a:pt x="1893" y="428"/>
                    <a:pt x="1469" y="1"/>
                    <a:pt x="9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0" name="Google Shape;2437;p64">
              <a:extLst>
                <a:ext uri="{FF2B5EF4-FFF2-40B4-BE49-F238E27FC236}">
                  <a16:creationId xmlns:a16="http://schemas.microsoft.com/office/drawing/2014/main" id="{7AD40619-9C15-45FB-B456-905C6F7A7E72}"/>
                </a:ext>
              </a:extLst>
            </p:cNvPr>
            <p:cNvSpPr/>
            <p:nvPr/>
          </p:nvSpPr>
          <p:spPr>
            <a:xfrm>
              <a:off x="7759969" y="1531710"/>
              <a:ext cx="59834" cy="57944"/>
            </a:xfrm>
            <a:custGeom>
              <a:avLst/>
              <a:gdLst/>
              <a:ahLst/>
              <a:cxnLst/>
              <a:rect l="l" t="t" r="r" b="b"/>
              <a:pathLst>
                <a:path w="1804" h="1747" extrusionOk="0">
                  <a:moveTo>
                    <a:pt x="299" y="1"/>
                  </a:moveTo>
                  <a:cubicBezTo>
                    <a:pt x="188" y="1"/>
                    <a:pt x="86" y="70"/>
                    <a:pt x="48" y="180"/>
                  </a:cubicBezTo>
                  <a:cubicBezTo>
                    <a:pt x="0" y="318"/>
                    <a:pt x="74" y="470"/>
                    <a:pt x="213" y="517"/>
                  </a:cubicBezTo>
                  <a:cubicBezTo>
                    <a:pt x="456" y="601"/>
                    <a:pt x="672" y="736"/>
                    <a:pt x="854" y="920"/>
                  </a:cubicBezTo>
                  <a:cubicBezTo>
                    <a:pt x="1035" y="1103"/>
                    <a:pt x="1170" y="1320"/>
                    <a:pt x="1252" y="1566"/>
                  </a:cubicBezTo>
                  <a:cubicBezTo>
                    <a:pt x="1290" y="1677"/>
                    <a:pt x="1394" y="1746"/>
                    <a:pt x="1504" y="1746"/>
                  </a:cubicBezTo>
                  <a:cubicBezTo>
                    <a:pt x="1532" y="1746"/>
                    <a:pt x="1561" y="1741"/>
                    <a:pt x="1590" y="1732"/>
                  </a:cubicBezTo>
                  <a:cubicBezTo>
                    <a:pt x="1728" y="1686"/>
                    <a:pt x="1803" y="1535"/>
                    <a:pt x="1756" y="1395"/>
                  </a:cubicBezTo>
                  <a:cubicBezTo>
                    <a:pt x="1647" y="1073"/>
                    <a:pt x="1471" y="786"/>
                    <a:pt x="1230" y="545"/>
                  </a:cubicBezTo>
                  <a:cubicBezTo>
                    <a:pt x="991" y="304"/>
                    <a:pt x="707" y="125"/>
                    <a:pt x="386" y="15"/>
                  </a:cubicBezTo>
                  <a:cubicBezTo>
                    <a:pt x="357" y="5"/>
                    <a:pt x="328" y="1"/>
                    <a:pt x="2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1" name="Google Shape;2438;p64">
              <a:extLst>
                <a:ext uri="{FF2B5EF4-FFF2-40B4-BE49-F238E27FC236}">
                  <a16:creationId xmlns:a16="http://schemas.microsoft.com/office/drawing/2014/main" id="{3CBEA4C4-176D-439E-9879-09E91610A7F6}"/>
                </a:ext>
              </a:extLst>
            </p:cNvPr>
            <p:cNvSpPr/>
            <p:nvPr/>
          </p:nvSpPr>
          <p:spPr>
            <a:xfrm>
              <a:off x="7748062" y="1564181"/>
              <a:ext cx="39436" cy="37479"/>
            </a:xfrm>
            <a:custGeom>
              <a:avLst/>
              <a:gdLst/>
              <a:ahLst/>
              <a:cxnLst/>
              <a:rect l="l" t="t" r="r" b="b"/>
              <a:pathLst>
                <a:path w="1189" h="1130" extrusionOk="0">
                  <a:moveTo>
                    <a:pt x="299" y="1"/>
                  </a:moveTo>
                  <a:cubicBezTo>
                    <a:pt x="187" y="1"/>
                    <a:pt x="83" y="73"/>
                    <a:pt x="46" y="185"/>
                  </a:cubicBezTo>
                  <a:cubicBezTo>
                    <a:pt x="1" y="325"/>
                    <a:pt x="77" y="475"/>
                    <a:pt x="218" y="520"/>
                  </a:cubicBezTo>
                  <a:cubicBezTo>
                    <a:pt x="317" y="553"/>
                    <a:pt x="405" y="606"/>
                    <a:pt x="478" y="680"/>
                  </a:cubicBezTo>
                  <a:cubicBezTo>
                    <a:pt x="552" y="754"/>
                    <a:pt x="606" y="843"/>
                    <a:pt x="638" y="944"/>
                  </a:cubicBezTo>
                  <a:cubicBezTo>
                    <a:pt x="673" y="1058"/>
                    <a:pt x="778" y="1130"/>
                    <a:pt x="891" y="1130"/>
                  </a:cubicBezTo>
                  <a:cubicBezTo>
                    <a:pt x="918" y="1130"/>
                    <a:pt x="945" y="1126"/>
                    <a:pt x="971" y="1117"/>
                  </a:cubicBezTo>
                  <a:cubicBezTo>
                    <a:pt x="1112" y="1073"/>
                    <a:pt x="1189" y="923"/>
                    <a:pt x="1145" y="784"/>
                  </a:cubicBezTo>
                  <a:cubicBezTo>
                    <a:pt x="1086" y="601"/>
                    <a:pt x="990" y="440"/>
                    <a:pt x="856" y="305"/>
                  </a:cubicBezTo>
                  <a:cubicBezTo>
                    <a:pt x="722" y="171"/>
                    <a:pt x="563" y="72"/>
                    <a:pt x="381" y="14"/>
                  </a:cubicBezTo>
                  <a:cubicBezTo>
                    <a:pt x="354" y="5"/>
                    <a:pt x="326" y="1"/>
                    <a:pt x="2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" name="Google Shape;2439;p64">
              <a:extLst>
                <a:ext uri="{FF2B5EF4-FFF2-40B4-BE49-F238E27FC236}">
                  <a16:creationId xmlns:a16="http://schemas.microsoft.com/office/drawing/2014/main" id="{DDDC3C9E-DEC8-4178-9600-82CF010A9AC8}"/>
                </a:ext>
              </a:extLst>
            </p:cNvPr>
            <p:cNvSpPr/>
            <p:nvPr/>
          </p:nvSpPr>
          <p:spPr>
            <a:xfrm>
              <a:off x="7771876" y="1499206"/>
              <a:ext cx="80166" cy="78408"/>
            </a:xfrm>
            <a:custGeom>
              <a:avLst/>
              <a:gdLst/>
              <a:ahLst/>
              <a:cxnLst/>
              <a:rect l="l" t="t" r="r" b="b"/>
              <a:pathLst>
                <a:path w="2417" h="2364" extrusionOk="0">
                  <a:moveTo>
                    <a:pt x="300" y="1"/>
                  </a:moveTo>
                  <a:cubicBezTo>
                    <a:pt x="190" y="1"/>
                    <a:pt x="87" y="69"/>
                    <a:pt x="49" y="179"/>
                  </a:cubicBezTo>
                  <a:cubicBezTo>
                    <a:pt x="1" y="318"/>
                    <a:pt x="74" y="470"/>
                    <a:pt x="212" y="518"/>
                  </a:cubicBezTo>
                  <a:cubicBezTo>
                    <a:pt x="597" y="652"/>
                    <a:pt x="938" y="869"/>
                    <a:pt x="1228" y="1161"/>
                  </a:cubicBezTo>
                  <a:cubicBezTo>
                    <a:pt x="1517" y="1451"/>
                    <a:pt x="1732" y="1796"/>
                    <a:pt x="1865" y="2185"/>
                  </a:cubicBezTo>
                  <a:cubicBezTo>
                    <a:pt x="1903" y="2295"/>
                    <a:pt x="2007" y="2364"/>
                    <a:pt x="2117" y="2364"/>
                  </a:cubicBezTo>
                  <a:cubicBezTo>
                    <a:pt x="2146" y="2364"/>
                    <a:pt x="2175" y="2360"/>
                    <a:pt x="2204" y="2350"/>
                  </a:cubicBezTo>
                  <a:cubicBezTo>
                    <a:pt x="2343" y="2301"/>
                    <a:pt x="2417" y="2150"/>
                    <a:pt x="2368" y="2012"/>
                  </a:cubicBezTo>
                  <a:cubicBezTo>
                    <a:pt x="2208" y="1547"/>
                    <a:pt x="1951" y="1135"/>
                    <a:pt x="1605" y="786"/>
                  </a:cubicBezTo>
                  <a:cubicBezTo>
                    <a:pt x="1258" y="437"/>
                    <a:pt x="849" y="178"/>
                    <a:pt x="388" y="16"/>
                  </a:cubicBezTo>
                  <a:cubicBezTo>
                    <a:pt x="359" y="6"/>
                    <a:pt x="329" y="1"/>
                    <a:pt x="3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3" name="Google Shape;2440;p64">
              <a:extLst>
                <a:ext uri="{FF2B5EF4-FFF2-40B4-BE49-F238E27FC236}">
                  <a16:creationId xmlns:a16="http://schemas.microsoft.com/office/drawing/2014/main" id="{AF984B48-6CAA-4248-B5D8-154EB39E39E9}"/>
                </a:ext>
              </a:extLst>
            </p:cNvPr>
            <p:cNvSpPr/>
            <p:nvPr/>
          </p:nvSpPr>
          <p:spPr>
            <a:xfrm>
              <a:off x="7607498" y="1531710"/>
              <a:ext cx="59834" cy="57944"/>
            </a:xfrm>
            <a:custGeom>
              <a:avLst/>
              <a:gdLst/>
              <a:ahLst/>
              <a:cxnLst/>
              <a:rect l="l" t="t" r="r" b="b"/>
              <a:pathLst>
                <a:path w="1804" h="1747" extrusionOk="0">
                  <a:moveTo>
                    <a:pt x="1505" y="1"/>
                  </a:moveTo>
                  <a:cubicBezTo>
                    <a:pt x="1476" y="1"/>
                    <a:pt x="1446" y="5"/>
                    <a:pt x="1417" y="15"/>
                  </a:cubicBezTo>
                  <a:cubicBezTo>
                    <a:pt x="1097" y="124"/>
                    <a:pt x="813" y="303"/>
                    <a:pt x="573" y="545"/>
                  </a:cubicBezTo>
                  <a:cubicBezTo>
                    <a:pt x="333" y="786"/>
                    <a:pt x="157" y="1073"/>
                    <a:pt x="48" y="1395"/>
                  </a:cubicBezTo>
                  <a:cubicBezTo>
                    <a:pt x="1" y="1535"/>
                    <a:pt x="76" y="1686"/>
                    <a:pt x="214" y="1733"/>
                  </a:cubicBezTo>
                  <a:cubicBezTo>
                    <a:pt x="243" y="1742"/>
                    <a:pt x="272" y="1746"/>
                    <a:pt x="299" y="1746"/>
                  </a:cubicBezTo>
                  <a:cubicBezTo>
                    <a:pt x="410" y="1746"/>
                    <a:pt x="514" y="1677"/>
                    <a:pt x="551" y="1566"/>
                  </a:cubicBezTo>
                  <a:cubicBezTo>
                    <a:pt x="634" y="1320"/>
                    <a:pt x="769" y="1103"/>
                    <a:pt x="950" y="920"/>
                  </a:cubicBezTo>
                  <a:cubicBezTo>
                    <a:pt x="1132" y="736"/>
                    <a:pt x="1348" y="601"/>
                    <a:pt x="1590" y="517"/>
                  </a:cubicBezTo>
                  <a:cubicBezTo>
                    <a:pt x="1730" y="470"/>
                    <a:pt x="1804" y="319"/>
                    <a:pt x="1755" y="180"/>
                  </a:cubicBezTo>
                  <a:cubicBezTo>
                    <a:pt x="1718" y="70"/>
                    <a:pt x="1615" y="1"/>
                    <a:pt x="15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4" name="Google Shape;2441;p64">
              <a:extLst>
                <a:ext uri="{FF2B5EF4-FFF2-40B4-BE49-F238E27FC236}">
                  <a16:creationId xmlns:a16="http://schemas.microsoft.com/office/drawing/2014/main" id="{47D8F2FD-94B6-43AE-A946-F812DE177DB9}"/>
                </a:ext>
              </a:extLst>
            </p:cNvPr>
            <p:cNvSpPr/>
            <p:nvPr/>
          </p:nvSpPr>
          <p:spPr>
            <a:xfrm>
              <a:off x="7639770" y="1564181"/>
              <a:ext cx="39436" cy="37479"/>
            </a:xfrm>
            <a:custGeom>
              <a:avLst/>
              <a:gdLst/>
              <a:ahLst/>
              <a:cxnLst/>
              <a:rect l="l" t="t" r="r" b="b"/>
              <a:pathLst>
                <a:path w="1189" h="1130" extrusionOk="0">
                  <a:moveTo>
                    <a:pt x="891" y="1"/>
                  </a:moveTo>
                  <a:cubicBezTo>
                    <a:pt x="864" y="1"/>
                    <a:pt x="836" y="5"/>
                    <a:pt x="809" y="14"/>
                  </a:cubicBezTo>
                  <a:cubicBezTo>
                    <a:pt x="627" y="72"/>
                    <a:pt x="468" y="171"/>
                    <a:pt x="334" y="305"/>
                  </a:cubicBezTo>
                  <a:cubicBezTo>
                    <a:pt x="200" y="440"/>
                    <a:pt x="104" y="601"/>
                    <a:pt x="45" y="784"/>
                  </a:cubicBezTo>
                  <a:cubicBezTo>
                    <a:pt x="1" y="923"/>
                    <a:pt x="78" y="1073"/>
                    <a:pt x="218" y="1117"/>
                  </a:cubicBezTo>
                  <a:cubicBezTo>
                    <a:pt x="244" y="1126"/>
                    <a:pt x="272" y="1130"/>
                    <a:pt x="299" y="1130"/>
                  </a:cubicBezTo>
                  <a:cubicBezTo>
                    <a:pt x="412" y="1130"/>
                    <a:pt x="516" y="1058"/>
                    <a:pt x="552" y="945"/>
                  </a:cubicBezTo>
                  <a:cubicBezTo>
                    <a:pt x="584" y="843"/>
                    <a:pt x="637" y="754"/>
                    <a:pt x="711" y="680"/>
                  </a:cubicBezTo>
                  <a:cubicBezTo>
                    <a:pt x="784" y="606"/>
                    <a:pt x="873" y="553"/>
                    <a:pt x="972" y="520"/>
                  </a:cubicBezTo>
                  <a:cubicBezTo>
                    <a:pt x="1112" y="475"/>
                    <a:pt x="1189" y="325"/>
                    <a:pt x="1144" y="185"/>
                  </a:cubicBezTo>
                  <a:cubicBezTo>
                    <a:pt x="1107" y="73"/>
                    <a:pt x="1003" y="1"/>
                    <a:pt x="8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" name="Google Shape;2442;p64">
              <a:extLst>
                <a:ext uri="{FF2B5EF4-FFF2-40B4-BE49-F238E27FC236}">
                  <a16:creationId xmlns:a16="http://schemas.microsoft.com/office/drawing/2014/main" id="{A7FE2B10-D36C-4796-83CA-5364341E218A}"/>
                </a:ext>
              </a:extLst>
            </p:cNvPr>
            <p:cNvSpPr/>
            <p:nvPr/>
          </p:nvSpPr>
          <p:spPr>
            <a:xfrm>
              <a:off x="7575259" y="1499206"/>
              <a:ext cx="80166" cy="78408"/>
            </a:xfrm>
            <a:custGeom>
              <a:avLst/>
              <a:gdLst/>
              <a:ahLst/>
              <a:cxnLst/>
              <a:rect l="l" t="t" r="r" b="b"/>
              <a:pathLst>
                <a:path w="2417" h="2364" extrusionOk="0">
                  <a:moveTo>
                    <a:pt x="2117" y="1"/>
                  </a:moveTo>
                  <a:cubicBezTo>
                    <a:pt x="2088" y="1"/>
                    <a:pt x="2058" y="6"/>
                    <a:pt x="2029" y="16"/>
                  </a:cubicBezTo>
                  <a:cubicBezTo>
                    <a:pt x="1567" y="177"/>
                    <a:pt x="1157" y="437"/>
                    <a:pt x="811" y="786"/>
                  </a:cubicBezTo>
                  <a:cubicBezTo>
                    <a:pt x="465" y="1134"/>
                    <a:pt x="209" y="1547"/>
                    <a:pt x="48" y="2012"/>
                  </a:cubicBezTo>
                  <a:cubicBezTo>
                    <a:pt x="0" y="2150"/>
                    <a:pt x="74" y="2302"/>
                    <a:pt x="213" y="2350"/>
                  </a:cubicBezTo>
                  <a:cubicBezTo>
                    <a:pt x="242" y="2360"/>
                    <a:pt x="271" y="2364"/>
                    <a:pt x="300" y="2364"/>
                  </a:cubicBezTo>
                  <a:cubicBezTo>
                    <a:pt x="410" y="2364"/>
                    <a:pt x="514" y="2295"/>
                    <a:pt x="552" y="2185"/>
                  </a:cubicBezTo>
                  <a:cubicBezTo>
                    <a:pt x="685" y="1796"/>
                    <a:pt x="900" y="1451"/>
                    <a:pt x="1189" y="1160"/>
                  </a:cubicBezTo>
                  <a:cubicBezTo>
                    <a:pt x="1478" y="869"/>
                    <a:pt x="1820" y="652"/>
                    <a:pt x="2205" y="518"/>
                  </a:cubicBezTo>
                  <a:cubicBezTo>
                    <a:pt x="2343" y="470"/>
                    <a:pt x="2416" y="318"/>
                    <a:pt x="2368" y="179"/>
                  </a:cubicBezTo>
                  <a:cubicBezTo>
                    <a:pt x="2329" y="69"/>
                    <a:pt x="2226" y="1"/>
                    <a:pt x="21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6" name="Google Shape;2443;p64">
              <a:extLst>
                <a:ext uri="{FF2B5EF4-FFF2-40B4-BE49-F238E27FC236}">
                  <a16:creationId xmlns:a16="http://schemas.microsoft.com/office/drawing/2014/main" id="{A2A85DD9-9675-4930-9F5E-8838BB2385CE}"/>
                </a:ext>
              </a:extLst>
            </p:cNvPr>
            <p:cNvSpPr/>
            <p:nvPr/>
          </p:nvSpPr>
          <p:spPr>
            <a:xfrm>
              <a:off x="7718576" y="1777382"/>
              <a:ext cx="51542" cy="17645"/>
            </a:xfrm>
            <a:custGeom>
              <a:avLst/>
              <a:gdLst/>
              <a:ahLst/>
              <a:cxnLst/>
              <a:rect l="l" t="t" r="r" b="b"/>
              <a:pathLst>
                <a:path w="1554" h="532" extrusionOk="0">
                  <a:moveTo>
                    <a:pt x="267" y="1"/>
                  </a:moveTo>
                  <a:cubicBezTo>
                    <a:pt x="120" y="1"/>
                    <a:pt x="1" y="120"/>
                    <a:pt x="1" y="267"/>
                  </a:cubicBezTo>
                  <a:cubicBezTo>
                    <a:pt x="1" y="413"/>
                    <a:pt x="120" y="532"/>
                    <a:pt x="267" y="532"/>
                  </a:cubicBezTo>
                  <a:lnTo>
                    <a:pt x="1287" y="532"/>
                  </a:lnTo>
                  <a:cubicBezTo>
                    <a:pt x="1434" y="532"/>
                    <a:pt x="1553" y="413"/>
                    <a:pt x="1553" y="267"/>
                  </a:cubicBezTo>
                  <a:cubicBezTo>
                    <a:pt x="1553" y="119"/>
                    <a:pt x="1434" y="1"/>
                    <a:pt x="12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7" name="Google Shape;2444;p64">
              <a:extLst>
                <a:ext uri="{FF2B5EF4-FFF2-40B4-BE49-F238E27FC236}">
                  <a16:creationId xmlns:a16="http://schemas.microsoft.com/office/drawing/2014/main" id="{FEE154D8-1907-4A90-8525-B316658231BB}"/>
                </a:ext>
              </a:extLst>
            </p:cNvPr>
            <p:cNvSpPr/>
            <p:nvPr/>
          </p:nvSpPr>
          <p:spPr>
            <a:xfrm>
              <a:off x="7457448" y="1584579"/>
              <a:ext cx="602023" cy="356285"/>
            </a:xfrm>
            <a:custGeom>
              <a:avLst/>
              <a:gdLst/>
              <a:ahLst/>
              <a:cxnLst/>
              <a:rect l="l" t="t" r="r" b="b"/>
              <a:pathLst>
                <a:path w="18151" h="10742" extrusionOk="0">
                  <a:moveTo>
                    <a:pt x="7725" y="532"/>
                  </a:moveTo>
                  <a:cubicBezTo>
                    <a:pt x="8141" y="532"/>
                    <a:pt x="8480" y="875"/>
                    <a:pt x="8480" y="1296"/>
                  </a:cubicBezTo>
                  <a:lnTo>
                    <a:pt x="8480" y="1339"/>
                  </a:lnTo>
                  <a:lnTo>
                    <a:pt x="6969" y="1339"/>
                  </a:lnTo>
                  <a:lnTo>
                    <a:pt x="6969" y="1296"/>
                  </a:lnTo>
                  <a:cubicBezTo>
                    <a:pt x="6969" y="875"/>
                    <a:pt x="7308" y="532"/>
                    <a:pt x="7725" y="532"/>
                  </a:cubicBezTo>
                  <a:close/>
                  <a:moveTo>
                    <a:pt x="937" y="5538"/>
                  </a:moveTo>
                  <a:lnTo>
                    <a:pt x="937" y="6315"/>
                  </a:lnTo>
                  <a:cubicBezTo>
                    <a:pt x="937" y="6638"/>
                    <a:pt x="781" y="6931"/>
                    <a:pt x="533" y="7110"/>
                  </a:cubicBezTo>
                  <a:lnTo>
                    <a:pt x="533" y="6100"/>
                  </a:lnTo>
                  <a:cubicBezTo>
                    <a:pt x="533" y="5837"/>
                    <a:pt x="702" y="5615"/>
                    <a:pt x="937" y="5538"/>
                  </a:cubicBezTo>
                  <a:close/>
                  <a:moveTo>
                    <a:pt x="3543" y="7224"/>
                  </a:moveTo>
                  <a:cubicBezTo>
                    <a:pt x="4359" y="7224"/>
                    <a:pt x="5023" y="7893"/>
                    <a:pt x="5023" y="8716"/>
                  </a:cubicBezTo>
                  <a:cubicBezTo>
                    <a:pt x="5023" y="9540"/>
                    <a:pt x="4359" y="10209"/>
                    <a:pt x="3543" y="10209"/>
                  </a:cubicBezTo>
                  <a:cubicBezTo>
                    <a:pt x="2728" y="10209"/>
                    <a:pt x="2064" y="9540"/>
                    <a:pt x="2064" y="8716"/>
                  </a:cubicBezTo>
                  <a:cubicBezTo>
                    <a:pt x="2064" y="7893"/>
                    <a:pt x="2728" y="7224"/>
                    <a:pt x="3543" y="7224"/>
                  </a:cubicBezTo>
                  <a:close/>
                  <a:moveTo>
                    <a:pt x="13246" y="7224"/>
                  </a:moveTo>
                  <a:cubicBezTo>
                    <a:pt x="14061" y="7224"/>
                    <a:pt x="14725" y="7893"/>
                    <a:pt x="14725" y="8716"/>
                  </a:cubicBezTo>
                  <a:cubicBezTo>
                    <a:pt x="14724" y="9540"/>
                    <a:pt x="14061" y="10209"/>
                    <a:pt x="13246" y="10209"/>
                  </a:cubicBezTo>
                  <a:cubicBezTo>
                    <a:pt x="12430" y="10209"/>
                    <a:pt x="11767" y="9540"/>
                    <a:pt x="11767" y="8716"/>
                  </a:cubicBezTo>
                  <a:cubicBezTo>
                    <a:pt x="11767" y="7893"/>
                    <a:pt x="12430" y="7224"/>
                    <a:pt x="13246" y="7224"/>
                  </a:cubicBezTo>
                  <a:close/>
                  <a:moveTo>
                    <a:pt x="7724" y="0"/>
                  </a:moveTo>
                  <a:cubicBezTo>
                    <a:pt x="7014" y="0"/>
                    <a:pt x="6436" y="582"/>
                    <a:pt x="6436" y="1296"/>
                  </a:cubicBezTo>
                  <a:lnTo>
                    <a:pt x="6436" y="1339"/>
                  </a:lnTo>
                  <a:lnTo>
                    <a:pt x="4607" y="1339"/>
                  </a:lnTo>
                  <a:cubicBezTo>
                    <a:pt x="3970" y="1339"/>
                    <a:pt x="3422" y="1683"/>
                    <a:pt x="3142" y="2259"/>
                  </a:cubicBezTo>
                  <a:lnTo>
                    <a:pt x="1821" y="4976"/>
                  </a:lnTo>
                  <a:lnTo>
                    <a:pt x="1117" y="4976"/>
                  </a:lnTo>
                  <a:cubicBezTo>
                    <a:pt x="502" y="4976"/>
                    <a:pt x="1" y="5480"/>
                    <a:pt x="1" y="6100"/>
                  </a:cubicBezTo>
                  <a:lnTo>
                    <a:pt x="1" y="7901"/>
                  </a:lnTo>
                  <a:cubicBezTo>
                    <a:pt x="1" y="8521"/>
                    <a:pt x="502" y="9025"/>
                    <a:pt x="1117" y="9025"/>
                  </a:cubicBezTo>
                  <a:lnTo>
                    <a:pt x="1555" y="9025"/>
                  </a:lnTo>
                  <a:cubicBezTo>
                    <a:pt x="1627" y="9491"/>
                    <a:pt x="1856" y="9904"/>
                    <a:pt x="2187" y="10209"/>
                  </a:cubicBezTo>
                  <a:lnTo>
                    <a:pt x="266" y="10209"/>
                  </a:lnTo>
                  <a:cubicBezTo>
                    <a:pt x="120" y="10209"/>
                    <a:pt x="1" y="10328"/>
                    <a:pt x="1" y="10475"/>
                  </a:cubicBezTo>
                  <a:cubicBezTo>
                    <a:pt x="1" y="10622"/>
                    <a:pt x="120" y="10741"/>
                    <a:pt x="266" y="10741"/>
                  </a:cubicBezTo>
                  <a:lnTo>
                    <a:pt x="5769" y="10741"/>
                  </a:lnTo>
                  <a:cubicBezTo>
                    <a:pt x="5916" y="10741"/>
                    <a:pt x="6035" y="10622"/>
                    <a:pt x="6035" y="10475"/>
                  </a:cubicBezTo>
                  <a:cubicBezTo>
                    <a:pt x="6035" y="10328"/>
                    <a:pt x="5916" y="10209"/>
                    <a:pt x="5769" y="10209"/>
                  </a:cubicBezTo>
                  <a:lnTo>
                    <a:pt x="4899" y="10209"/>
                  </a:lnTo>
                  <a:cubicBezTo>
                    <a:pt x="5230" y="9904"/>
                    <a:pt x="5459" y="9491"/>
                    <a:pt x="5530" y="9025"/>
                  </a:cubicBezTo>
                  <a:lnTo>
                    <a:pt x="11258" y="9025"/>
                  </a:lnTo>
                  <a:cubicBezTo>
                    <a:pt x="11329" y="9491"/>
                    <a:pt x="11559" y="9904"/>
                    <a:pt x="11888" y="10209"/>
                  </a:cubicBezTo>
                  <a:lnTo>
                    <a:pt x="11084" y="10209"/>
                  </a:lnTo>
                  <a:cubicBezTo>
                    <a:pt x="10938" y="10209"/>
                    <a:pt x="10818" y="10328"/>
                    <a:pt x="10818" y="10475"/>
                  </a:cubicBezTo>
                  <a:cubicBezTo>
                    <a:pt x="10818" y="10622"/>
                    <a:pt x="10938" y="10741"/>
                    <a:pt x="11084" y="10741"/>
                  </a:cubicBezTo>
                  <a:lnTo>
                    <a:pt x="17884" y="10741"/>
                  </a:lnTo>
                  <a:cubicBezTo>
                    <a:pt x="18030" y="10741"/>
                    <a:pt x="18149" y="10622"/>
                    <a:pt x="18149" y="10475"/>
                  </a:cubicBezTo>
                  <a:cubicBezTo>
                    <a:pt x="18150" y="10328"/>
                    <a:pt x="18031" y="10209"/>
                    <a:pt x="17885" y="10209"/>
                  </a:cubicBezTo>
                  <a:lnTo>
                    <a:pt x="14602" y="10209"/>
                  </a:lnTo>
                  <a:cubicBezTo>
                    <a:pt x="14933" y="9904"/>
                    <a:pt x="15162" y="9491"/>
                    <a:pt x="15233" y="9025"/>
                  </a:cubicBezTo>
                  <a:lnTo>
                    <a:pt x="15562" y="9025"/>
                  </a:lnTo>
                  <a:cubicBezTo>
                    <a:pt x="15709" y="9025"/>
                    <a:pt x="15828" y="8906"/>
                    <a:pt x="15828" y="8760"/>
                  </a:cubicBezTo>
                  <a:cubicBezTo>
                    <a:pt x="15828" y="8613"/>
                    <a:pt x="15709" y="8494"/>
                    <a:pt x="15562" y="8494"/>
                  </a:cubicBezTo>
                  <a:lnTo>
                    <a:pt x="15244" y="8494"/>
                  </a:lnTo>
                  <a:cubicBezTo>
                    <a:pt x="15133" y="7482"/>
                    <a:pt x="14280" y="6692"/>
                    <a:pt x="13246" y="6692"/>
                  </a:cubicBezTo>
                  <a:cubicBezTo>
                    <a:pt x="12212" y="6692"/>
                    <a:pt x="11359" y="7482"/>
                    <a:pt x="11248" y="8494"/>
                  </a:cubicBezTo>
                  <a:lnTo>
                    <a:pt x="10575" y="8494"/>
                  </a:lnTo>
                  <a:lnTo>
                    <a:pt x="10575" y="8031"/>
                  </a:lnTo>
                  <a:cubicBezTo>
                    <a:pt x="10575" y="7766"/>
                    <a:pt x="10361" y="7550"/>
                    <a:pt x="10097" y="7550"/>
                  </a:cubicBezTo>
                  <a:lnTo>
                    <a:pt x="9714" y="7550"/>
                  </a:lnTo>
                  <a:cubicBezTo>
                    <a:pt x="9567" y="7550"/>
                    <a:pt x="9448" y="7669"/>
                    <a:pt x="9448" y="7816"/>
                  </a:cubicBezTo>
                  <a:cubicBezTo>
                    <a:pt x="9448" y="7963"/>
                    <a:pt x="9567" y="8082"/>
                    <a:pt x="9714" y="8082"/>
                  </a:cubicBezTo>
                  <a:lnTo>
                    <a:pt x="10043" y="8082"/>
                  </a:lnTo>
                  <a:lnTo>
                    <a:pt x="10043" y="8494"/>
                  </a:lnTo>
                  <a:lnTo>
                    <a:pt x="6788" y="8494"/>
                  </a:lnTo>
                  <a:lnTo>
                    <a:pt x="6788" y="8082"/>
                  </a:lnTo>
                  <a:lnTo>
                    <a:pt x="8331" y="8082"/>
                  </a:lnTo>
                  <a:cubicBezTo>
                    <a:pt x="8478" y="8082"/>
                    <a:pt x="8597" y="7963"/>
                    <a:pt x="8597" y="7816"/>
                  </a:cubicBezTo>
                  <a:cubicBezTo>
                    <a:pt x="8597" y="7669"/>
                    <a:pt x="8478" y="7550"/>
                    <a:pt x="8331" y="7550"/>
                  </a:cubicBezTo>
                  <a:lnTo>
                    <a:pt x="6735" y="7550"/>
                  </a:lnTo>
                  <a:cubicBezTo>
                    <a:pt x="6471" y="7550"/>
                    <a:pt x="6257" y="7766"/>
                    <a:pt x="6257" y="8031"/>
                  </a:cubicBezTo>
                  <a:lnTo>
                    <a:pt x="6257" y="8494"/>
                  </a:lnTo>
                  <a:lnTo>
                    <a:pt x="5541" y="8494"/>
                  </a:lnTo>
                  <a:cubicBezTo>
                    <a:pt x="5430" y="7482"/>
                    <a:pt x="4577" y="6692"/>
                    <a:pt x="3543" y="6692"/>
                  </a:cubicBezTo>
                  <a:cubicBezTo>
                    <a:pt x="2509" y="6692"/>
                    <a:pt x="1656" y="7482"/>
                    <a:pt x="1545" y="8494"/>
                  </a:cubicBezTo>
                  <a:lnTo>
                    <a:pt x="1118" y="8494"/>
                  </a:lnTo>
                  <a:cubicBezTo>
                    <a:pt x="794" y="8494"/>
                    <a:pt x="533" y="8228"/>
                    <a:pt x="533" y="7901"/>
                  </a:cubicBezTo>
                  <a:lnTo>
                    <a:pt x="533" y="7713"/>
                  </a:lnTo>
                  <a:cubicBezTo>
                    <a:pt x="1092" y="7486"/>
                    <a:pt x="1468" y="6937"/>
                    <a:pt x="1468" y="6314"/>
                  </a:cubicBezTo>
                  <a:lnTo>
                    <a:pt x="1468" y="5508"/>
                  </a:lnTo>
                  <a:lnTo>
                    <a:pt x="1987" y="5508"/>
                  </a:lnTo>
                  <a:cubicBezTo>
                    <a:pt x="2089" y="5508"/>
                    <a:pt x="2183" y="5449"/>
                    <a:pt x="2227" y="5358"/>
                  </a:cubicBezTo>
                  <a:lnTo>
                    <a:pt x="3620" y="2492"/>
                  </a:lnTo>
                  <a:cubicBezTo>
                    <a:pt x="3711" y="2305"/>
                    <a:pt x="3989" y="1871"/>
                    <a:pt x="4607" y="1871"/>
                  </a:cubicBezTo>
                  <a:lnTo>
                    <a:pt x="11078" y="1871"/>
                  </a:lnTo>
                  <a:cubicBezTo>
                    <a:pt x="11667" y="1871"/>
                    <a:pt x="12010" y="2193"/>
                    <a:pt x="12193" y="2462"/>
                  </a:cubicBezTo>
                  <a:lnTo>
                    <a:pt x="13000" y="3641"/>
                  </a:lnTo>
                  <a:cubicBezTo>
                    <a:pt x="13051" y="3717"/>
                    <a:pt x="13135" y="3757"/>
                    <a:pt x="13220" y="3757"/>
                  </a:cubicBezTo>
                  <a:cubicBezTo>
                    <a:pt x="13271" y="3757"/>
                    <a:pt x="13323" y="3742"/>
                    <a:pt x="13369" y="3711"/>
                  </a:cubicBezTo>
                  <a:cubicBezTo>
                    <a:pt x="13490" y="3628"/>
                    <a:pt x="13522" y="3463"/>
                    <a:pt x="13439" y="3341"/>
                  </a:cubicBezTo>
                  <a:lnTo>
                    <a:pt x="12632" y="2162"/>
                  </a:lnTo>
                  <a:cubicBezTo>
                    <a:pt x="12269" y="1632"/>
                    <a:pt x="11718" y="1339"/>
                    <a:pt x="11078" y="1339"/>
                  </a:cubicBezTo>
                  <a:lnTo>
                    <a:pt x="9011" y="1339"/>
                  </a:lnTo>
                  <a:lnTo>
                    <a:pt x="9011" y="1296"/>
                  </a:lnTo>
                  <a:cubicBezTo>
                    <a:pt x="9011" y="582"/>
                    <a:pt x="8433" y="0"/>
                    <a:pt x="77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8" name="Google Shape;2445;p64">
              <a:extLst>
                <a:ext uri="{FF2B5EF4-FFF2-40B4-BE49-F238E27FC236}">
                  <a16:creationId xmlns:a16="http://schemas.microsoft.com/office/drawing/2014/main" id="{DF3A0FE8-5B67-448D-8022-420758CFD362}"/>
                </a:ext>
              </a:extLst>
            </p:cNvPr>
            <p:cNvSpPr/>
            <p:nvPr/>
          </p:nvSpPr>
          <p:spPr>
            <a:xfrm>
              <a:off x="7718576" y="1657448"/>
              <a:ext cx="189154" cy="109818"/>
            </a:xfrm>
            <a:custGeom>
              <a:avLst/>
              <a:gdLst/>
              <a:ahLst/>
              <a:cxnLst/>
              <a:rect l="l" t="t" r="r" b="b"/>
              <a:pathLst>
                <a:path w="5703" h="3311" extrusionOk="0">
                  <a:moveTo>
                    <a:pt x="724" y="532"/>
                  </a:moveTo>
                  <a:lnTo>
                    <a:pt x="724" y="2779"/>
                  </a:lnTo>
                  <a:lnTo>
                    <a:pt x="533" y="2779"/>
                  </a:lnTo>
                  <a:lnTo>
                    <a:pt x="533" y="532"/>
                  </a:lnTo>
                  <a:close/>
                  <a:moveTo>
                    <a:pt x="3206" y="532"/>
                  </a:moveTo>
                  <a:cubicBezTo>
                    <a:pt x="3343" y="532"/>
                    <a:pt x="3488" y="559"/>
                    <a:pt x="3620" y="751"/>
                  </a:cubicBezTo>
                  <a:lnTo>
                    <a:pt x="5006" y="2779"/>
                  </a:lnTo>
                  <a:lnTo>
                    <a:pt x="1255" y="2779"/>
                  </a:lnTo>
                  <a:lnTo>
                    <a:pt x="1255" y="532"/>
                  </a:lnTo>
                  <a:close/>
                  <a:moveTo>
                    <a:pt x="372" y="1"/>
                  </a:moveTo>
                  <a:cubicBezTo>
                    <a:pt x="167" y="1"/>
                    <a:pt x="1" y="167"/>
                    <a:pt x="1" y="372"/>
                  </a:cubicBezTo>
                  <a:lnTo>
                    <a:pt x="1" y="2939"/>
                  </a:lnTo>
                  <a:cubicBezTo>
                    <a:pt x="1" y="3143"/>
                    <a:pt x="167" y="3311"/>
                    <a:pt x="372" y="3311"/>
                  </a:cubicBezTo>
                  <a:lnTo>
                    <a:pt x="5308" y="3311"/>
                  </a:lnTo>
                  <a:cubicBezTo>
                    <a:pt x="5447" y="3311"/>
                    <a:pt x="5573" y="3235"/>
                    <a:pt x="5638" y="3113"/>
                  </a:cubicBezTo>
                  <a:cubicBezTo>
                    <a:pt x="5702" y="2991"/>
                    <a:pt x="5693" y="2843"/>
                    <a:pt x="5615" y="2729"/>
                  </a:cubicBezTo>
                  <a:lnTo>
                    <a:pt x="4058" y="451"/>
                  </a:lnTo>
                  <a:cubicBezTo>
                    <a:pt x="3854" y="153"/>
                    <a:pt x="3567" y="1"/>
                    <a:pt x="32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9" name="Google Shape;2446;p64">
              <a:extLst>
                <a:ext uri="{FF2B5EF4-FFF2-40B4-BE49-F238E27FC236}">
                  <a16:creationId xmlns:a16="http://schemas.microsoft.com/office/drawing/2014/main" id="{D07C649B-DC71-411F-8749-B0CDD09E813C}"/>
                </a:ext>
              </a:extLst>
            </p:cNvPr>
            <p:cNvSpPr/>
            <p:nvPr/>
          </p:nvSpPr>
          <p:spPr>
            <a:xfrm>
              <a:off x="7547465" y="1657448"/>
              <a:ext cx="164080" cy="109818"/>
            </a:xfrm>
            <a:custGeom>
              <a:avLst/>
              <a:gdLst/>
              <a:ahLst/>
              <a:cxnLst/>
              <a:rect l="l" t="t" r="r" b="b"/>
              <a:pathLst>
                <a:path w="4947" h="3311" extrusionOk="0">
                  <a:moveTo>
                    <a:pt x="4415" y="532"/>
                  </a:moveTo>
                  <a:lnTo>
                    <a:pt x="4415" y="2779"/>
                  </a:lnTo>
                  <a:lnTo>
                    <a:pt x="647" y="2779"/>
                  </a:lnTo>
                  <a:lnTo>
                    <a:pt x="1671" y="673"/>
                  </a:lnTo>
                  <a:cubicBezTo>
                    <a:pt x="1719" y="575"/>
                    <a:pt x="1785" y="532"/>
                    <a:pt x="1894" y="532"/>
                  </a:cubicBezTo>
                  <a:close/>
                  <a:moveTo>
                    <a:pt x="1894" y="1"/>
                  </a:moveTo>
                  <a:cubicBezTo>
                    <a:pt x="1584" y="1"/>
                    <a:pt x="1329" y="161"/>
                    <a:pt x="1192" y="440"/>
                  </a:cubicBezTo>
                  <a:lnTo>
                    <a:pt x="57" y="2776"/>
                  </a:lnTo>
                  <a:cubicBezTo>
                    <a:pt x="0" y="2892"/>
                    <a:pt x="8" y="3026"/>
                    <a:pt x="76" y="3136"/>
                  </a:cubicBezTo>
                  <a:cubicBezTo>
                    <a:pt x="145" y="3245"/>
                    <a:pt x="263" y="3311"/>
                    <a:pt x="392" y="3311"/>
                  </a:cubicBezTo>
                  <a:lnTo>
                    <a:pt x="4575" y="3311"/>
                  </a:lnTo>
                  <a:cubicBezTo>
                    <a:pt x="4780" y="3311"/>
                    <a:pt x="4946" y="3143"/>
                    <a:pt x="4946" y="2938"/>
                  </a:cubicBezTo>
                  <a:lnTo>
                    <a:pt x="4946" y="372"/>
                  </a:lnTo>
                  <a:cubicBezTo>
                    <a:pt x="4946" y="167"/>
                    <a:pt x="4780" y="1"/>
                    <a:pt x="45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40" name="Google Shape;2677;p64">
            <a:extLst>
              <a:ext uri="{FF2B5EF4-FFF2-40B4-BE49-F238E27FC236}">
                <a16:creationId xmlns:a16="http://schemas.microsoft.com/office/drawing/2014/main" id="{7D156FDD-DCEE-4BB2-A11C-5FA1715CD15D}"/>
              </a:ext>
            </a:extLst>
          </p:cNvPr>
          <p:cNvGrpSpPr/>
          <p:nvPr/>
        </p:nvGrpSpPr>
        <p:grpSpPr>
          <a:xfrm>
            <a:off x="1251464" y="2343804"/>
            <a:ext cx="536704" cy="455892"/>
            <a:chOff x="6740765" y="3190516"/>
            <a:chExt cx="602023" cy="511377"/>
          </a:xfrm>
        </p:grpSpPr>
        <p:sp>
          <p:nvSpPr>
            <p:cNvPr id="141" name="Google Shape;2678;p64">
              <a:extLst>
                <a:ext uri="{FF2B5EF4-FFF2-40B4-BE49-F238E27FC236}">
                  <a16:creationId xmlns:a16="http://schemas.microsoft.com/office/drawing/2014/main" id="{AE401784-5E37-4A4B-B120-703167FDB463}"/>
                </a:ext>
              </a:extLst>
            </p:cNvPr>
            <p:cNvSpPr/>
            <p:nvPr/>
          </p:nvSpPr>
          <p:spPr>
            <a:xfrm>
              <a:off x="6740765" y="3190516"/>
              <a:ext cx="602023" cy="511377"/>
            </a:xfrm>
            <a:custGeom>
              <a:avLst/>
              <a:gdLst/>
              <a:ahLst/>
              <a:cxnLst/>
              <a:rect l="l" t="t" r="r" b="b"/>
              <a:pathLst>
                <a:path w="18151" h="15418" extrusionOk="0">
                  <a:moveTo>
                    <a:pt x="12243" y="1535"/>
                  </a:moveTo>
                  <a:cubicBezTo>
                    <a:pt x="12235" y="1603"/>
                    <a:pt x="12230" y="1673"/>
                    <a:pt x="12230" y="1744"/>
                  </a:cubicBezTo>
                  <a:cubicBezTo>
                    <a:pt x="12230" y="1815"/>
                    <a:pt x="12235" y="1886"/>
                    <a:pt x="12243" y="1954"/>
                  </a:cubicBezTo>
                  <a:lnTo>
                    <a:pt x="11500" y="1954"/>
                  </a:lnTo>
                  <a:lnTo>
                    <a:pt x="11500" y="1535"/>
                  </a:lnTo>
                  <a:close/>
                  <a:moveTo>
                    <a:pt x="9840" y="2159"/>
                  </a:moveTo>
                  <a:lnTo>
                    <a:pt x="9840" y="2338"/>
                  </a:lnTo>
                  <a:lnTo>
                    <a:pt x="8984" y="2338"/>
                  </a:lnTo>
                  <a:lnTo>
                    <a:pt x="8984" y="2159"/>
                  </a:lnTo>
                  <a:close/>
                  <a:moveTo>
                    <a:pt x="1732" y="531"/>
                  </a:moveTo>
                  <a:cubicBezTo>
                    <a:pt x="2393" y="531"/>
                    <a:pt x="2931" y="1076"/>
                    <a:pt x="2931" y="1744"/>
                  </a:cubicBezTo>
                  <a:cubicBezTo>
                    <a:pt x="2931" y="2412"/>
                    <a:pt x="2393" y="2957"/>
                    <a:pt x="1732" y="2957"/>
                  </a:cubicBezTo>
                  <a:cubicBezTo>
                    <a:pt x="1071" y="2957"/>
                    <a:pt x="533" y="2412"/>
                    <a:pt x="533" y="1744"/>
                  </a:cubicBezTo>
                  <a:cubicBezTo>
                    <a:pt x="533" y="1076"/>
                    <a:pt x="1071" y="531"/>
                    <a:pt x="1732" y="531"/>
                  </a:cubicBezTo>
                  <a:close/>
                  <a:moveTo>
                    <a:pt x="13962" y="532"/>
                  </a:moveTo>
                  <a:cubicBezTo>
                    <a:pt x="14622" y="532"/>
                    <a:pt x="15161" y="1076"/>
                    <a:pt x="15161" y="1744"/>
                  </a:cubicBezTo>
                  <a:cubicBezTo>
                    <a:pt x="15161" y="2412"/>
                    <a:pt x="14623" y="2957"/>
                    <a:pt x="13962" y="2957"/>
                  </a:cubicBezTo>
                  <a:cubicBezTo>
                    <a:pt x="13299" y="2957"/>
                    <a:pt x="12761" y="2412"/>
                    <a:pt x="12761" y="1744"/>
                  </a:cubicBezTo>
                  <a:cubicBezTo>
                    <a:pt x="12761" y="1076"/>
                    <a:pt x="13299" y="532"/>
                    <a:pt x="13962" y="532"/>
                  </a:cubicBezTo>
                  <a:close/>
                  <a:moveTo>
                    <a:pt x="14466" y="3412"/>
                  </a:moveTo>
                  <a:lnTo>
                    <a:pt x="14466" y="3980"/>
                  </a:lnTo>
                  <a:lnTo>
                    <a:pt x="13456" y="3980"/>
                  </a:lnTo>
                  <a:lnTo>
                    <a:pt x="13456" y="3412"/>
                  </a:lnTo>
                  <a:cubicBezTo>
                    <a:pt x="13616" y="3462"/>
                    <a:pt x="13785" y="3488"/>
                    <a:pt x="13961" y="3488"/>
                  </a:cubicBezTo>
                  <a:cubicBezTo>
                    <a:pt x="14136" y="3488"/>
                    <a:pt x="14307" y="3462"/>
                    <a:pt x="14466" y="3412"/>
                  </a:cubicBezTo>
                  <a:close/>
                  <a:moveTo>
                    <a:pt x="13650" y="4512"/>
                  </a:moveTo>
                  <a:lnTo>
                    <a:pt x="13659" y="4519"/>
                  </a:lnTo>
                  <a:lnTo>
                    <a:pt x="12600" y="5587"/>
                  </a:lnTo>
                  <a:lnTo>
                    <a:pt x="12413" y="5399"/>
                  </a:lnTo>
                  <a:lnTo>
                    <a:pt x="13293" y="4512"/>
                  </a:lnTo>
                  <a:close/>
                  <a:moveTo>
                    <a:pt x="14629" y="4512"/>
                  </a:moveTo>
                  <a:lnTo>
                    <a:pt x="15508" y="5399"/>
                  </a:lnTo>
                  <a:lnTo>
                    <a:pt x="15331" y="5578"/>
                  </a:lnTo>
                  <a:lnTo>
                    <a:pt x="15322" y="5587"/>
                  </a:lnTo>
                  <a:lnTo>
                    <a:pt x="14263" y="4519"/>
                  </a:lnTo>
                  <a:lnTo>
                    <a:pt x="14272" y="4512"/>
                  </a:lnTo>
                  <a:close/>
                  <a:moveTo>
                    <a:pt x="2787" y="3125"/>
                  </a:moveTo>
                  <a:lnTo>
                    <a:pt x="4835" y="5513"/>
                  </a:lnTo>
                  <a:cubicBezTo>
                    <a:pt x="4797" y="5511"/>
                    <a:pt x="4758" y="5510"/>
                    <a:pt x="4720" y="5510"/>
                  </a:cubicBezTo>
                  <a:cubicBezTo>
                    <a:pt x="4043" y="5510"/>
                    <a:pt x="3437" y="5822"/>
                    <a:pt x="3037" y="6311"/>
                  </a:cubicBezTo>
                  <a:lnTo>
                    <a:pt x="1907" y="3479"/>
                  </a:lnTo>
                  <a:cubicBezTo>
                    <a:pt x="2236" y="3446"/>
                    <a:pt x="2538" y="3319"/>
                    <a:pt x="2787" y="3125"/>
                  </a:cubicBezTo>
                  <a:close/>
                  <a:moveTo>
                    <a:pt x="13961" y="4969"/>
                  </a:moveTo>
                  <a:lnTo>
                    <a:pt x="14947" y="5965"/>
                  </a:lnTo>
                  <a:lnTo>
                    <a:pt x="14429" y="6489"/>
                  </a:lnTo>
                  <a:lnTo>
                    <a:pt x="14163" y="6334"/>
                  </a:lnTo>
                  <a:cubicBezTo>
                    <a:pt x="14097" y="6297"/>
                    <a:pt x="14020" y="6276"/>
                    <a:pt x="13938" y="6276"/>
                  </a:cubicBezTo>
                  <a:cubicBezTo>
                    <a:pt x="13856" y="6276"/>
                    <a:pt x="13778" y="6297"/>
                    <a:pt x="13712" y="6334"/>
                  </a:cubicBezTo>
                  <a:lnTo>
                    <a:pt x="13476" y="6471"/>
                  </a:lnTo>
                  <a:lnTo>
                    <a:pt x="12974" y="5965"/>
                  </a:lnTo>
                  <a:lnTo>
                    <a:pt x="13961" y="4969"/>
                  </a:lnTo>
                  <a:close/>
                  <a:moveTo>
                    <a:pt x="13938" y="6818"/>
                  </a:moveTo>
                  <a:lnTo>
                    <a:pt x="14701" y="7260"/>
                  </a:lnTo>
                  <a:lnTo>
                    <a:pt x="14701" y="8144"/>
                  </a:lnTo>
                  <a:lnTo>
                    <a:pt x="13938" y="8585"/>
                  </a:lnTo>
                  <a:lnTo>
                    <a:pt x="13174" y="8144"/>
                  </a:lnTo>
                  <a:lnTo>
                    <a:pt x="13174" y="7260"/>
                  </a:lnTo>
                  <a:lnTo>
                    <a:pt x="13938" y="6818"/>
                  </a:lnTo>
                  <a:close/>
                  <a:moveTo>
                    <a:pt x="4720" y="6042"/>
                  </a:moveTo>
                  <a:cubicBezTo>
                    <a:pt x="5630" y="6042"/>
                    <a:pt x="6370" y="6789"/>
                    <a:pt x="6370" y="7708"/>
                  </a:cubicBezTo>
                  <a:cubicBezTo>
                    <a:pt x="6370" y="8627"/>
                    <a:pt x="5630" y="9376"/>
                    <a:pt x="4720" y="9376"/>
                  </a:cubicBezTo>
                  <a:cubicBezTo>
                    <a:pt x="3810" y="9376"/>
                    <a:pt x="3070" y="8627"/>
                    <a:pt x="3070" y="7708"/>
                  </a:cubicBezTo>
                  <a:cubicBezTo>
                    <a:pt x="3070" y="6789"/>
                    <a:pt x="3810" y="6042"/>
                    <a:pt x="4720" y="6042"/>
                  </a:cubicBezTo>
                  <a:close/>
                  <a:moveTo>
                    <a:pt x="7575" y="12751"/>
                  </a:moveTo>
                  <a:cubicBezTo>
                    <a:pt x="7622" y="12751"/>
                    <a:pt x="7664" y="12792"/>
                    <a:pt x="7664" y="12840"/>
                  </a:cubicBezTo>
                  <a:lnTo>
                    <a:pt x="7664" y="13477"/>
                  </a:lnTo>
                  <a:lnTo>
                    <a:pt x="2207" y="13477"/>
                  </a:lnTo>
                  <a:lnTo>
                    <a:pt x="2207" y="12840"/>
                  </a:lnTo>
                  <a:cubicBezTo>
                    <a:pt x="2207" y="12792"/>
                    <a:pt x="2248" y="12751"/>
                    <a:pt x="2297" y="12751"/>
                  </a:cubicBezTo>
                  <a:close/>
                  <a:moveTo>
                    <a:pt x="9133" y="14008"/>
                  </a:moveTo>
                  <a:cubicBezTo>
                    <a:pt x="9187" y="14008"/>
                    <a:pt x="9232" y="14055"/>
                    <a:pt x="9232" y="14108"/>
                  </a:cubicBezTo>
                  <a:lnTo>
                    <a:pt x="9232" y="14885"/>
                  </a:lnTo>
                  <a:lnTo>
                    <a:pt x="1255" y="14885"/>
                  </a:lnTo>
                  <a:lnTo>
                    <a:pt x="1255" y="14108"/>
                  </a:lnTo>
                  <a:cubicBezTo>
                    <a:pt x="1255" y="14055"/>
                    <a:pt x="1301" y="14008"/>
                    <a:pt x="1354" y="14008"/>
                  </a:cubicBezTo>
                  <a:close/>
                  <a:moveTo>
                    <a:pt x="1732" y="1"/>
                  </a:moveTo>
                  <a:cubicBezTo>
                    <a:pt x="777" y="1"/>
                    <a:pt x="1" y="783"/>
                    <a:pt x="1" y="1744"/>
                  </a:cubicBezTo>
                  <a:cubicBezTo>
                    <a:pt x="1" y="2562"/>
                    <a:pt x="563" y="3250"/>
                    <a:pt x="1317" y="3437"/>
                  </a:cubicBezTo>
                  <a:lnTo>
                    <a:pt x="2695" y="6890"/>
                  </a:lnTo>
                  <a:cubicBezTo>
                    <a:pt x="2595" y="7143"/>
                    <a:pt x="2538" y="7419"/>
                    <a:pt x="2538" y="7708"/>
                  </a:cubicBezTo>
                  <a:cubicBezTo>
                    <a:pt x="2538" y="8274"/>
                    <a:pt x="2751" y="8790"/>
                    <a:pt x="3100" y="9180"/>
                  </a:cubicBezTo>
                  <a:lnTo>
                    <a:pt x="2412" y="12220"/>
                  </a:lnTo>
                  <a:lnTo>
                    <a:pt x="2297" y="12220"/>
                  </a:lnTo>
                  <a:cubicBezTo>
                    <a:pt x="1955" y="12220"/>
                    <a:pt x="1677" y="12498"/>
                    <a:pt x="1677" y="12840"/>
                  </a:cubicBezTo>
                  <a:lnTo>
                    <a:pt x="1677" y="13477"/>
                  </a:lnTo>
                  <a:lnTo>
                    <a:pt x="1355" y="13477"/>
                  </a:lnTo>
                  <a:cubicBezTo>
                    <a:pt x="1007" y="13477"/>
                    <a:pt x="724" y="13760"/>
                    <a:pt x="724" y="14108"/>
                  </a:cubicBezTo>
                  <a:lnTo>
                    <a:pt x="724" y="14885"/>
                  </a:lnTo>
                  <a:lnTo>
                    <a:pt x="471" y="14885"/>
                  </a:lnTo>
                  <a:cubicBezTo>
                    <a:pt x="324" y="14885"/>
                    <a:pt x="205" y="15004"/>
                    <a:pt x="205" y="15151"/>
                  </a:cubicBezTo>
                  <a:cubicBezTo>
                    <a:pt x="205" y="15298"/>
                    <a:pt x="324" y="15417"/>
                    <a:pt x="471" y="15417"/>
                  </a:cubicBezTo>
                  <a:lnTo>
                    <a:pt x="17885" y="15417"/>
                  </a:lnTo>
                  <a:cubicBezTo>
                    <a:pt x="18032" y="15417"/>
                    <a:pt x="18151" y="15298"/>
                    <a:pt x="18151" y="15151"/>
                  </a:cubicBezTo>
                  <a:cubicBezTo>
                    <a:pt x="18151" y="15004"/>
                    <a:pt x="18032" y="14885"/>
                    <a:pt x="17885" y="14885"/>
                  </a:cubicBezTo>
                  <a:lnTo>
                    <a:pt x="17795" y="14885"/>
                  </a:lnTo>
                  <a:lnTo>
                    <a:pt x="17795" y="10878"/>
                  </a:lnTo>
                  <a:cubicBezTo>
                    <a:pt x="17795" y="10609"/>
                    <a:pt x="17577" y="10390"/>
                    <a:pt x="17309" y="10390"/>
                  </a:cubicBezTo>
                  <a:lnTo>
                    <a:pt x="16165" y="10390"/>
                  </a:lnTo>
                  <a:cubicBezTo>
                    <a:pt x="16018" y="10390"/>
                    <a:pt x="15899" y="10509"/>
                    <a:pt x="15899" y="10656"/>
                  </a:cubicBezTo>
                  <a:cubicBezTo>
                    <a:pt x="15899" y="10803"/>
                    <a:pt x="16018" y="10922"/>
                    <a:pt x="16165" y="10922"/>
                  </a:cubicBezTo>
                  <a:lnTo>
                    <a:pt x="17264" y="10922"/>
                  </a:lnTo>
                  <a:lnTo>
                    <a:pt x="17264" y="14885"/>
                  </a:lnTo>
                  <a:lnTo>
                    <a:pt x="10527" y="14885"/>
                  </a:lnTo>
                  <a:lnTo>
                    <a:pt x="10527" y="10922"/>
                  </a:lnTo>
                  <a:lnTo>
                    <a:pt x="14641" y="10922"/>
                  </a:lnTo>
                  <a:cubicBezTo>
                    <a:pt x="14788" y="10922"/>
                    <a:pt x="14906" y="10803"/>
                    <a:pt x="14906" y="10656"/>
                  </a:cubicBezTo>
                  <a:cubicBezTo>
                    <a:pt x="14906" y="10509"/>
                    <a:pt x="14788" y="10390"/>
                    <a:pt x="14641" y="10390"/>
                  </a:cubicBezTo>
                  <a:lnTo>
                    <a:pt x="10482" y="10390"/>
                  </a:lnTo>
                  <a:cubicBezTo>
                    <a:pt x="10214" y="10390"/>
                    <a:pt x="9995" y="10609"/>
                    <a:pt x="9995" y="10878"/>
                  </a:cubicBezTo>
                  <a:lnTo>
                    <a:pt x="9995" y="14885"/>
                  </a:lnTo>
                  <a:lnTo>
                    <a:pt x="9764" y="14885"/>
                  </a:lnTo>
                  <a:lnTo>
                    <a:pt x="9764" y="14108"/>
                  </a:lnTo>
                  <a:cubicBezTo>
                    <a:pt x="9764" y="13760"/>
                    <a:pt x="9482" y="13477"/>
                    <a:pt x="9133" y="13477"/>
                  </a:cubicBezTo>
                  <a:lnTo>
                    <a:pt x="8195" y="13477"/>
                  </a:lnTo>
                  <a:lnTo>
                    <a:pt x="8195" y="12840"/>
                  </a:lnTo>
                  <a:cubicBezTo>
                    <a:pt x="8195" y="12497"/>
                    <a:pt x="7917" y="12220"/>
                    <a:pt x="7574" y="12220"/>
                  </a:cubicBezTo>
                  <a:lnTo>
                    <a:pt x="7405" y="12220"/>
                  </a:lnTo>
                  <a:lnTo>
                    <a:pt x="7173" y="11195"/>
                  </a:lnTo>
                  <a:cubicBezTo>
                    <a:pt x="7145" y="11071"/>
                    <a:pt x="7035" y="10987"/>
                    <a:pt x="6913" y="10987"/>
                  </a:cubicBezTo>
                  <a:cubicBezTo>
                    <a:pt x="6894" y="10987"/>
                    <a:pt x="6874" y="10990"/>
                    <a:pt x="6854" y="10994"/>
                  </a:cubicBezTo>
                  <a:cubicBezTo>
                    <a:pt x="6712" y="11027"/>
                    <a:pt x="6622" y="11169"/>
                    <a:pt x="6654" y="11312"/>
                  </a:cubicBezTo>
                  <a:lnTo>
                    <a:pt x="6860" y="12219"/>
                  </a:lnTo>
                  <a:lnTo>
                    <a:pt x="2957" y="12219"/>
                  </a:lnTo>
                  <a:lnTo>
                    <a:pt x="3558" y="9568"/>
                  </a:lnTo>
                  <a:cubicBezTo>
                    <a:pt x="3894" y="9782"/>
                    <a:pt x="4293" y="9908"/>
                    <a:pt x="4720" y="9908"/>
                  </a:cubicBezTo>
                  <a:cubicBezTo>
                    <a:pt x="5292" y="9908"/>
                    <a:pt x="5813" y="9684"/>
                    <a:pt x="6204" y="9319"/>
                  </a:cubicBezTo>
                  <a:lnTo>
                    <a:pt x="6381" y="10107"/>
                  </a:lnTo>
                  <a:cubicBezTo>
                    <a:pt x="6409" y="10231"/>
                    <a:pt x="6520" y="10314"/>
                    <a:pt x="6641" y="10314"/>
                  </a:cubicBezTo>
                  <a:cubicBezTo>
                    <a:pt x="6660" y="10314"/>
                    <a:pt x="6680" y="10312"/>
                    <a:pt x="6699" y="10308"/>
                  </a:cubicBezTo>
                  <a:cubicBezTo>
                    <a:pt x="6843" y="10275"/>
                    <a:pt x="6932" y="10132"/>
                    <a:pt x="6900" y="9990"/>
                  </a:cubicBezTo>
                  <a:lnTo>
                    <a:pt x="6625" y="8777"/>
                  </a:lnTo>
                  <a:cubicBezTo>
                    <a:pt x="6801" y="8461"/>
                    <a:pt x="6902" y="8096"/>
                    <a:pt x="6902" y="7708"/>
                  </a:cubicBezTo>
                  <a:cubicBezTo>
                    <a:pt x="6902" y="6878"/>
                    <a:pt x="6441" y="6152"/>
                    <a:pt x="5764" y="5778"/>
                  </a:cubicBezTo>
                  <a:lnTo>
                    <a:pt x="3269" y="2870"/>
                  </a:lnTo>
                  <a:lnTo>
                    <a:pt x="11053" y="2870"/>
                  </a:lnTo>
                  <a:cubicBezTo>
                    <a:pt x="11278" y="2870"/>
                    <a:pt x="11465" y="2703"/>
                    <a:pt x="11495" y="2486"/>
                  </a:cubicBezTo>
                  <a:lnTo>
                    <a:pt x="12395" y="2486"/>
                  </a:lnTo>
                  <a:cubicBezTo>
                    <a:pt x="12516" y="2745"/>
                    <a:pt x="12699" y="2970"/>
                    <a:pt x="12925" y="3140"/>
                  </a:cubicBezTo>
                  <a:lnTo>
                    <a:pt x="12925" y="4129"/>
                  </a:lnTo>
                  <a:lnTo>
                    <a:pt x="11851" y="5212"/>
                  </a:lnTo>
                  <a:cubicBezTo>
                    <a:pt x="11748" y="5316"/>
                    <a:pt x="11748" y="5482"/>
                    <a:pt x="11851" y="5586"/>
                  </a:cubicBezTo>
                  <a:lnTo>
                    <a:pt x="13001" y="6746"/>
                  </a:lnTo>
                  <a:lnTo>
                    <a:pt x="12867" y="6822"/>
                  </a:lnTo>
                  <a:cubicBezTo>
                    <a:pt x="12736" y="6899"/>
                    <a:pt x="12643" y="7059"/>
                    <a:pt x="12643" y="7212"/>
                  </a:cubicBezTo>
                  <a:lnTo>
                    <a:pt x="12643" y="8191"/>
                  </a:lnTo>
                  <a:cubicBezTo>
                    <a:pt x="12643" y="8344"/>
                    <a:pt x="12736" y="8504"/>
                    <a:pt x="12867" y="8580"/>
                  </a:cubicBezTo>
                  <a:lnTo>
                    <a:pt x="13712" y="9069"/>
                  </a:lnTo>
                  <a:cubicBezTo>
                    <a:pt x="13778" y="9107"/>
                    <a:pt x="13856" y="9127"/>
                    <a:pt x="13938" y="9127"/>
                  </a:cubicBezTo>
                  <a:cubicBezTo>
                    <a:pt x="14020" y="9127"/>
                    <a:pt x="14097" y="9107"/>
                    <a:pt x="14163" y="9069"/>
                  </a:cubicBezTo>
                  <a:lnTo>
                    <a:pt x="15008" y="8580"/>
                  </a:lnTo>
                  <a:cubicBezTo>
                    <a:pt x="15140" y="8504"/>
                    <a:pt x="15233" y="8344"/>
                    <a:pt x="15233" y="8191"/>
                  </a:cubicBezTo>
                  <a:lnTo>
                    <a:pt x="15233" y="7212"/>
                  </a:lnTo>
                  <a:cubicBezTo>
                    <a:pt x="15233" y="7059"/>
                    <a:pt x="15140" y="6899"/>
                    <a:pt x="15008" y="6823"/>
                  </a:cubicBezTo>
                  <a:lnTo>
                    <a:pt x="14905" y="6764"/>
                  </a:lnTo>
                  <a:lnTo>
                    <a:pt x="16072" y="5586"/>
                  </a:lnTo>
                  <a:cubicBezTo>
                    <a:pt x="16174" y="5483"/>
                    <a:pt x="16174" y="5316"/>
                    <a:pt x="16072" y="5212"/>
                  </a:cubicBezTo>
                  <a:lnTo>
                    <a:pt x="14998" y="4129"/>
                  </a:lnTo>
                  <a:lnTo>
                    <a:pt x="14998" y="3140"/>
                  </a:lnTo>
                  <a:cubicBezTo>
                    <a:pt x="15420" y="2822"/>
                    <a:pt x="15693" y="2315"/>
                    <a:pt x="15693" y="1744"/>
                  </a:cubicBezTo>
                  <a:cubicBezTo>
                    <a:pt x="15693" y="783"/>
                    <a:pt x="14915" y="1"/>
                    <a:pt x="13962" y="1"/>
                  </a:cubicBezTo>
                  <a:cubicBezTo>
                    <a:pt x="13270" y="1"/>
                    <a:pt x="12672" y="411"/>
                    <a:pt x="12395" y="1003"/>
                  </a:cubicBezTo>
                  <a:lnTo>
                    <a:pt x="11495" y="1003"/>
                  </a:lnTo>
                  <a:cubicBezTo>
                    <a:pt x="11465" y="785"/>
                    <a:pt x="11278" y="618"/>
                    <a:pt x="11053" y="618"/>
                  </a:cubicBezTo>
                  <a:lnTo>
                    <a:pt x="6027" y="618"/>
                  </a:lnTo>
                  <a:cubicBezTo>
                    <a:pt x="5880" y="618"/>
                    <a:pt x="5761" y="737"/>
                    <a:pt x="5761" y="884"/>
                  </a:cubicBezTo>
                  <a:cubicBezTo>
                    <a:pt x="5761" y="1031"/>
                    <a:pt x="5880" y="1149"/>
                    <a:pt x="6027" y="1149"/>
                  </a:cubicBezTo>
                  <a:lnTo>
                    <a:pt x="10970" y="1149"/>
                  </a:lnTo>
                  <a:lnTo>
                    <a:pt x="10970" y="2338"/>
                  </a:lnTo>
                  <a:lnTo>
                    <a:pt x="10372" y="2338"/>
                  </a:lnTo>
                  <a:lnTo>
                    <a:pt x="10372" y="2003"/>
                  </a:lnTo>
                  <a:cubicBezTo>
                    <a:pt x="10372" y="1796"/>
                    <a:pt x="10204" y="1628"/>
                    <a:pt x="9997" y="1628"/>
                  </a:cubicBezTo>
                  <a:lnTo>
                    <a:pt x="8828" y="1628"/>
                  </a:lnTo>
                  <a:cubicBezTo>
                    <a:pt x="8620" y="1628"/>
                    <a:pt x="8452" y="1796"/>
                    <a:pt x="8452" y="2003"/>
                  </a:cubicBezTo>
                  <a:lnTo>
                    <a:pt x="8452" y="2338"/>
                  </a:lnTo>
                  <a:lnTo>
                    <a:pt x="3359" y="2338"/>
                  </a:lnTo>
                  <a:cubicBezTo>
                    <a:pt x="3426" y="2153"/>
                    <a:pt x="3463" y="1952"/>
                    <a:pt x="3463" y="1744"/>
                  </a:cubicBezTo>
                  <a:cubicBezTo>
                    <a:pt x="3463" y="1536"/>
                    <a:pt x="3426" y="1335"/>
                    <a:pt x="3359" y="1149"/>
                  </a:cubicBezTo>
                  <a:lnTo>
                    <a:pt x="4538" y="1149"/>
                  </a:lnTo>
                  <a:cubicBezTo>
                    <a:pt x="4685" y="1149"/>
                    <a:pt x="4804" y="1031"/>
                    <a:pt x="4804" y="884"/>
                  </a:cubicBezTo>
                  <a:cubicBezTo>
                    <a:pt x="4804" y="737"/>
                    <a:pt x="4685" y="618"/>
                    <a:pt x="4538" y="618"/>
                  </a:cubicBezTo>
                  <a:lnTo>
                    <a:pt x="3052" y="618"/>
                  </a:lnTo>
                  <a:cubicBezTo>
                    <a:pt x="2734" y="241"/>
                    <a:pt x="2261" y="1"/>
                    <a:pt x="17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2" name="Google Shape;2679;p64">
              <a:extLst>
                <a:ext uri="{FF2B5EF4-FFF2-40B4-BE49-F238E27FC236}">
                  <a16:creationId xmlns:a16="http://schemas.microsoft.com/office/drawing/2014/main" id="{88EBA5A4-0835-491D-ABBF-56D98AD3D792}"/>
                </a:ext>
              </a:extLst>
            </p:cNvPr>
            <p:cNvSpPr/>
            <p:nvPr/>
          </p:nvSpPr>
          <p:spPr>
            <a:xfrm>
              <a:off x="6858145" y="3406768"/>
              <a:ext cx="78308" cy="78872"/>
            </a:xfrm>
            <a:custGeom>
              <a:avLst/>
              <a:gdLst/>
              <a:ahLst/>
              <a:cxnLst/>
              <a:rect l="l" t="t" r="r" b="b"/>
              <a:pathLst>
                <a:path w="2361" h="2378" extrusionOk="0">
                  <a:moveTo>
                    <a:pt x="1181" y="531"/>
                  </a:moveTo>
                  <a:cubicBezTo>
                    <a:pt x="1538" y="531"/>
                    <a:pt x="1830" y="826"/>
                    <a:pt x="1830" y="1188"/>
                  </a:cubicBezTo>
                  <a:cubicBezTo>
                    <a:pt x="1830" y="1551"/>
                    <a:pt x="1538" y="1845"/>
                    <a:pt x="1181" y="1845"/>
                  </a:cubicBezTo>
                  <a:cubicBezTo>
                    <a:pt x="823" y="1845"/>
                    <a:pt x="532" y="1551"/>
                    <a:pt x="532" y="1188"/>
                  </a:cubicBezTo>
                  <a:cubicBezTo>
                    <a:pt x="532" y="826"/>
                    <a:pt x="823" y="531"/>
                    <a:pt x="1181" y="531"/>
                  </a:cubicBezTo>
                  <a:close/>
                  <a:moveTo>
                    <a:pt x="1181" y="0"/>
                  </a:moveTo>
                  <a:cubicBezTo>
                    <a:pt x="530" y="0"/>
                    <a:pt x="0" y="533"/>
                    <a:pt x="0" y="1188"/>
                  </a:cubicBezTo>
                  <a:cubicBezTo>
                    <a:pt x="0" y="1844"/>
                    <a:pt x="530" y="2377"/>
                    <a:pt x="1181" y="2377"/>
                  </a:cubicBezTo>
                  <a:cubicBezTo>
                    <a:pt x="1832" y="2377"/>
                    <a:pt x="2361" y="1843"/>
                    <a:pt x="2361" y="1188"/>
                  </a:cubicBezTo>
                  <a:cubicBezTo>
                    <a:pt x="2361" y="533"/>
                    <a:pt x="1832" y="0"/>
                    <a:pt x="11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3" name="Google Shape;2680;p64">
              <a:extLst>
                <a:ext uri="{FF2B5EF4-FFF2-40B4-BE49-F238E27FC236}">
                  <a16:creationId xmlns:a16="http://schemas.microsoft.com/office/drawing/2014/main" id="{C192846B-B239-4D91-AAA3-3725DD944CB9}"/>
                </a:ext>
              </a:extLst>
            </p:cNvPr>
            <p:cNvSpPr/>
            <p:nvPr/>
          </p:nvSpPr>
          <p:spPr>
            <a:xfrm>
              <a:off x="6770151" y="3220135"/>
              <a:ext cx="56119" cy="56484"/>
            </a:xfrm>
            <a:custGeom>
              <a:avLst/>
              <a:gdLst/>
              <a:ahLst/>
              <a:cxnLst/>
              <a:rect l="l" t="t" r="r" b="b"/>
              <a:pathLst>
                <a:path w="1692" h="1703" extrusionOk="0">
                  <a:moveTo>
                    <a:pt x="846" y="533"/>
                  </a:moveTo>
                  <a:cubicBezTo>
                    <a:pt x="1019" y="533"/>
                    <a:pt x="1159" y="675"/>
                    <a:pt x="1159" y="851"/>
                  </a:cubicBezTo>
                  <a:cubicBezTo>
                    <a:pt x="1160" y="1028"/>
                    <a:pt x="1019" y="1170"/>
                    <a:pt x="846" y="1170"/>
                  </a:cubicBezTo>
                  <a:cubicBezTo>
                    <a:pt x="673" y="1170"/>
                    <a:pt x="532" y="1027"/>
                    <a:pt x="532" y="851"/>
                  </a:cubicBezTo>
                  <a:cubicBezTo>
                    <a:pt x="532" y="675"/>
                    <a:pt x="673" y="533"/>
                    <a:pt x="846" y="533"/>
                  </a:cubicBezTo>
                  <a:close/>
                  <a:moveTo>
                    <a:pt x="846" y="1"/>
                  </a:moveTo>
                  <a:cubicBezTo>
                    <a:pt x="380" y="1"/>
                    <a:pt x="0" y="382"/>
                    <a:pt x="0" y="851"/>
                  </a:cubicBezTo>
                  <a:cubicBezTo>
                    <a:pt x="0" y="1320"/>
                    <a:pt x="380" y="1702"/>
                    <a:pt x="846" y="1702"/>
                  </a:cubicBezTo>
                  <a:cubicBezTo>
                    <a:pt x="1312" y="1702"/>
                    <a:pt x="1691" y="1320"/>
                    <a:pt x="1691" y="851"/>
                  </a:cubicBezTo>
                  <a:cubicBezTo>
                    <a:pt x="1691" y="382"/>
                    <a:pt x="1312" y="1"/>
                    <a:pt x="8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4" name="Google Shape;2681;p64">
              <a:extLst>
                <a:ext uri="{FF2B5EF4-FFF2-40B4-BE49-F238E27FC236}">
                  <a16:creationId xmlns:a16="http://schemas.microsoft.com/office/drawing/2014/main" id="{0C3DFDE4-B4F6-4533-8BD5-B40A72FA3EE5}"/>
                </a:ext>
              </a:extLst>
            </p:cNvPr>
            <p:cNvSpPr/>
            <p:nvPr/>
          </p:nvSpPr>
          <p:spPr>
            <a:xfrm>
              <a:off x="7175757" y="3220135"/>
              <a:ext cx="56119" cy="56484"/>
            </a:xfrm>
            <a:custGeom>
              <a:avLst/>
              <a:gdLst/>
              <a:ahLst/>
              <a:cxnLst/>
              <a:rect l="l" t="t" r="r" b="b"/>
              <a:pathLst>
                <a:path w="1692" h="1703" extrusionOk="0">
                  <a:moveTo>
                    <a:pt x="847" y="533"/>
                  </a:moveTo>
                  <a:cubicBezTo>
                    <a:pt x="1019" y="533"/>
                    <a:pt x="1160" y="675"/>
                    <a:pt x="1160" y="851"/>
                  </a:cubicBezTo>
                  <a:cubicBezTo>
                    <a:pt x="1160" y="1028"/>
                    <a:pt x="1019" y="1170"/>
                    <a:pt x="847" y="1170"/>
                  </a:cubicBezTo>
                  <a:cubicBezTo>
                    <a:pt x="673" y="1170"/>
                    <a:pt x="532" y="1027"/>
                    <a:pt x="532" y="851"/>
                  </a:cubicBezTo>
                  <a:cubicBezTo>
                    <a:pt x="532" y="675"/>
                    <a:pt x="673" y="533"/>
                    <a:pt x="847" y="533"/>
                  </a:cubicBezTo>
                  <a:close/>
                  <a:moveTo>
                    <a:pt x="847" y="1"/>
                  </a:moveTo>
                  <a:cubicBezTo>
                    <a:pt x="379" y="1"/>
                    <a:pt x="1" y="382"/>
                    <a:pt x="1" y="851"/>
                  </a:cubicBezTo>
                  <a:cubicBezTo>
                    <a:pt x="1" y="1320"/>
                    <a:pt x="379" y="1702"/>
                    <a:pt x="847" y="1702"/>
                  </a:cubicBezTo>
                  <a:cubicBezTo>
                    <a:pt x="1313" y="1702"/>
                    <a:pt x="1692" y="1320"/>
                    <a:pt x="1692" y="851"/>
                  </a:cubicBezTo>
                  <a:cubicBezTo>
                    <a:pt x="1692" y="382"/>
                    <a:pt x="1312" y="1"/>
                    <a:pt x="8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5" name="Google Shape;2682;p64">
              <a:extLst>
                <a:ext uri="{FF2B5EF4-FFF2-40B4-BE49-F238E27FC236}">
                  <a16:creationId xmlns:a16="http://schemas.microsoft.com/office/drawing/2014/main" id="{A2A47FD9-F851-4F26-AA83-658A2D13085F}"/>
                </a:ext>
              </a:extLst>
            </p:cNvPr>
            <p:cNvSpPr/>
            <p:nvPr/>
          </p:nvSpPr>
          <p:spPr>
            <a:xfrm>
              <a:off x="7221760" y="3652042"/>
              <a:ext cx="17678" cy="17678"/>
            </a:xfrm>
            <a:custGeom>
              <a:avLst/>
              <a:gdLst/>
              <a:ahLst/>
              <a:cxnLst/>
              <a:rect l="l" t="t" r="r" b="b"/>
              <a:pathLst>
                <a:path w="533" h="533" extrusionOk="0">
                  <a:moveTo>
                    <a:pt x="267" y="1"/>
                  </a:moveTo>
                  <a:cubicBezTo>
                    <a:pt x="197" y="1"/>
                    <a:pt x="128" y="30"/>
                    <a:pt x="79" y="79"/>
                  </a:cubicBezTo>
                  <a:cubicBezTo>
                    <a:pt x="28" y="128"/>
                    <a:pt x="1" y="197"/>
                    <a:pt x="1" y="267"/>
                  </a:cubicBezTo>
                  <a:cubicBezTo>
                    <a:pt x="1" y="338"/>
                    <a:pt x="28" y="406"/>
                    <a:pt x="79" y="456"/>
                  </a:cubicBezTo>
                  <a:cubicBezTo>
                    <a:pt x="128" y="505"/>
                    <a:pt x="197" y="533"/>
                    <a:pt x="267" y="533"/>
                  </a:cubicBezTo>
                  <a:cubicBezTo>
                    <a:pt x="336" y="533"/>
                    <a:pt x="405" y="505"/>
                    <a:pt x="454" y="456"/>
                  </a:cubicBezTo>
                  <a:cubicBezTo>
                    <a:pt x="504" y="406"/>
                    <a:pt x="533" y="338"/>
                    <a:pt x="533" y="267"/>
                  </a:cubicBezTo>
                  <a:cubicBezTo>
                    <a:pt x="533" y="197"/>
                    <a:pt x="504" y="129"/>
                    <a:pt x="454" y="79"/>
                  </a:cubicBezTo>
                  <a:cubicBezTo>
                    <a:pt x="405" y="30"/>
                    <a:pt x="336" y="1"/>
                    <a:pt x="2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6" name="Google Shape;2683;p64">
              <a:extLst>
                <a:ext uri="{FF2B5EF4-FFF2-40B4-BE49-F238E27FC236}">
                  <a16:creationId xmlns:a16="http://schemas.microsoft.com/office/drawing/2014/main" id="{7036EBEF-BC2C-4C29-A93C-A1EE938A2DC7}"/>
                </a:ext>
              </a:extLst>
            </p:cNvPr>
            <p:cNvSpPr/>
            <p:nvPr/>
          </p:nvSpPr>
          <p:spPr>
            <a:xfrm>
              <a:off x="7250350" y="3652042"/>
              <a:ext cx="17645" cy="17678"/>
            </a:xfrm>
            <a:custGeom>
              <a:avLst/>
              <a:gdLst/>
              <a:ahLst/>
              <a:cxnLst/>
              <a:rect l="l" t="t" r="r" b="b"/>
              <a:pathLst>
                <a:path w="532" h="533" extrusionOk="0">
                  <a:moveTo>
                    <a:pt x="266" y="1"/>
                  </a:moveTo>
                  <a:cubicBezTo>
                    <a:pt x="196" y="1"/>
                    <a:pt x="127" y="30"/>
                    <a:pt x="78" y="79"/>
                  </a:cubicBezTo>
                  <a:cubicBezTo>
                    <a:pt x="28" y="129"/>
                    <a:pt x="0" y="197"/>
                    <a:pt x="0" y="267"/>
                  </a:cubicBezTo>
                  <a:cubicBezTo>
                    <a:pt x="0" y="338"/>
                    <a:pt x="28" y="406"/>
                    <a:pt x="78" y="456"/>
                  </a:cubicBezTo>
                  <a:cubicBezTo>
                    <a:pt x="127" y="505"/>
                    <a:pt x="196" y="533"/>
                    <a:pt x="266" y="533"/>
                  </a:cubicBezTo>
                  <a:cubicBezTo>
                    <a:pt x="336" y="533"/>
                    <a:pt x="404" y="505"/>
                    <a:pt x="454" y="456"/>
                  </a:cubicBezTo>
                  <a:cubicBezTo>
                    <a:pt x="503" y="406"/>
                    <a:pt x="532" y="338"/>
                    <a:pt x="532" y="267"/>
                  </a:cubicBezTo>
                  <a:cubicBezTo>
                    <a:pt x="532" y="197"/>
                    <a:pt x="503" y="129"/>
                    <a:pt x="454" y="79"/>
                  </a:cubicBezTo>
                  <a:cubicBezTo>
                    <a:pt x="405" y="30"/>
                    <a:pt x="336" y="1"/>
                    <a:pt x="2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7" name="Google Shape;2684;p64">
              <a:extLst>
                <a:ext uri="{FF2B5EF4-FFF2-40B4-BE49-F238E27FC236}">
                  <a16:creationId xmlns:a16="http://schemas.microsoft.com/office/drawing/2014/main" id="{EF130A80-8980-49BE-9843-C0FEEDF0E0B2}"/>
                </a:ext>
              </a:extLst>
            </p:cNvPr>
            <p:cNvSpPr/>
            <p:nvPr/>
          </p:nvSpPr>
          <p:spPr>
            <a:xfrm>
              <a:off x="7278908" y="3652042"/>
              <a:ext cx="17678" cy="17678"/>
            </a:xfrm>
            <a:custGeom>
              <a:avLst/>
              <a:gdLst/>
              <a:ahLst/>
              <a:cxnLst/>
              <a:rect l="l" t="t" r="r" b="b"/>
              <a:pathLst>
                <a:path w="533" h="533" extrusionOk="0">
                  <a:moveTo>
                    <a:pt x="266" y="1"/>
                  </a:moveTo>
                  <a:cubicBezTo>
                    <a:pt x="196" y="1"/>
                    <a:pt x="128" y="30"/>
                    <a:pt x="78" y="79"/>
                  </a:cubicBezTo>
                  <a:cubicBezTo>
                    <a:pt x="29" y="129"/>
                    <a:pt x="1" y="197"/>
                    <a:pt x="1" y="267"/>
                  </a:cubicBezTo>
                  <a:cubicBezTo>
                    <a:pt x="1" y="338"/>
                    <a:pt x="29" y="406"/>
                    <a:pt x="78" y="456"/>
                  </a:cubicBezTo>
                  <a:cubicBezTo>
                    <a:pt x="128" y="505"/>
                    <a:pt x="196" y="533"/>
                    <a:pt x="266" y="533"/>
                  </a:cubicBezTo>
                  <a:cubicBezTo>
                    <a:pt x="336" y="533"/>
                    <a:pt x="405" y="505"/>
                    <a:pt x="454" y="456"/>
                  </a:cubicBezTo>
                  <a:cubicBezTo>
                    <a:pt x="504" y="406"/>
                    <a:pt x="532" y="338"/>
                    <a:pt x="532" y="267"/>
                  </a:cubicBezTo>
                  <a:cubicBezTo>
                    <a:pt x="532" y="197"/>
                    <a:pt x="504" y="129"/>
                    <a:pt x="454" y="79"/>
                  </a:cubicBezTo>
                  <a:cubicBezTo>
                    <a:pt x="404" y="30"/>
                    <a:pt x="336" y="1"/>
                    <a:pt x="2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8" name="Google Shape;2685;p64">
              <a:extLst>
                <a:ext uri="{FF2B5EF4-FFF2-40B4-BE49-F238E27FC236}">
                  <a16:creationId xmlns:a16="http://schemas.microsoft.com/office/drawing/2014/main" id="{BCFF7E85-A771-4541-BA13-F1799FEF1B19}"/>
                </a:ext>
              </a:extLst>
            </p:cNvPr>
            <p:cNvSpPr/>
            <p:nvPr/>
          </p:nvSpPr>
          <p:spPr>
            <a:xfrm>
              <a:off x="7181030" y="3423916"/>
              <a:ext cx="44046" cy="44080"/>
            </a:xfrm>
            <a:custGeom>
              <a:avLst/>
              <a:gdLst/>
              <a:ahLst/>
              <a:cxnLst/>
              <a:rect l="l" t="t" r="r" b="b"/>
              <a:pathLst>
                <a:path w="1328" h="1329" extrusionOk="0">
                  <a:moveTo>
                    <a:pt x="664" y="533"/>
                  </a:moveTo>
                  <a:cubicBezTo>
                    <a:pt x="736" y="533"/>
                    <a:pt x="795" y="591"/>
                    <a:pt x="795" y="664"/>
                  </a:cubicBezTo>
                  <a:cubicBezTo>
                    <a:pt x="795" y="737"/>
                    <a:pt x="736" y="797"/>
                    <a:pt x="664" y="797"/>
                  </a:cubicBezTo>
                  <a:cubicBezTo>
                    <a:pt x="591" y="797"/>
                    <a:pt x="533" y="737"/>
                    <a:pt x="533" y="664"/>
                  </a:cubicBezTo>
                  <a:cubicBezTo>
                    <a:pt x="533" y="591"/>
                    <a:pt x="591" y="533"/>
                    <a:pt x="664" y="533"/>
                  </a:cubicBezTo>
                  <a:close/>
                  <a:moveTo>
                    <a:pt x="664" y="1"/>
                  </a:moveTo>
                  <a:cubicBezTo>
                    <a:pt x="297" y="1"/>
                    <a:pt x="1" y="299"/>
                    <a:pt x="1" y="664"/>
                  </a:cubicBezTo>
                  <a:cubicBezTo>
                    <a:pt x="1" y="1031"/>
                    <a:pt x="297" y="1328"/>
                    <a:pt x="664" y="1328"/>
                  </a:cubicBezTo>
                  <a:cubicBezTo>
                    <a:pt x="1029" y="1328"/>
                    <a:pt x="1327" y="1031"/>
                    <a:pt x="1327" y="664"/>
                  </a:cubicBezTo>
                  <a:cubicBezTo>
                    <a:pt x="1327" y="299"/>
                    <a:pt x="1029" y="1"/>
                    <a:pt x="6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</p:spTree>
    <p:extLst>
      <p:ext uri="{BB962C8B-B14F-4D97-AF65-F5344CB8AC3E}">
        <p14:creationId xmlns:p14="http://schemas.microsoft.com/office/powerpoint/2010/main" val="22096656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2146;p59">
            <a:extLst>
              <a:ext uri="{FF2B5EF4-FFF2-40B4-BE49-F238E27FC236}">
                <a16:creationId xmlns:a16="http://schemas.microsoft.com/office/drawing/2014/main" id="{1E111F92-10C0-451A-B33F-7BDCEA0FB72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18647" t="7960" r="8852" b="8336"/>
          <a:stretch/>
        </p:blipFill>
        <p:spPr>
          <a:xfrm rot="-1406513">
            <a:off x="7999804" y="4279605"/>
            <a:ext cx="1175233" cy="763227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0091CB7-CA36-4770-914E-7D19D5698634}"/>
              </a:ext>
            </a:extLst>
          </p:cNvPr>
          <p:cNvSpPr/>
          <p:nvPr/>
        </p:nvSpPr>
        <p:spPr>
          <a:xfrm>
            <a:off x="6243535" y="238105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9A6977-8A69-4790-9F80-D7FA3D77EE7F}"/>
              </a:ext>
            </a:extLst>
          </p:cNvPr>
          <p:cNvSpPr txBox="1"/>
          <p:nvPr/>
        </p:nvSpPr>
        <p:spPr>
          <a:xfrm>
            <a:off x="6241939" y="338876"/>
            <a:ext cx="194638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معرفی ماشین های خودران</a:t>
            </a:r>
            <a:endParaRPr lang="en-US" sz="1200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4C1F26F-3BD8-45F9-8DE2-C6525954E657}"/>
              </a:ext>
            </a:extLst>
          </p:cNvPr>
          <p:cNvSpPr/>
          <p:nvPr/>
        </p:nvSpPr>
        <p:spPr>
          <a:xfrm>
            <a:off x="4240681" y="247651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4A3B8E-C842-42BB-A29A-E7F0159973FE}"/>
              </a:ext>
            </a:extLst>
          </p:cNvPr>
          <p:cNvSpPr txBox="1"/>
          <p:nvPr/>
        </p:nvSpPr>
        <p:spPr>
          <a:xfrm>
            <a:off x="4237489" y="389622"/>
            <a:ext cx="1946382" cy="49244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lang="fa-IR" b="1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تاریخچه و تکامل</a:t>
            </a:r>
            <a:endParaRPr lang="en-US" b="1" dirty="0">
              <a:solidFill>
                <a:schemeClr val="tx1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  <a:p>
            <a:pPr algn="ctr"/>
            <a:endParaRPr lang="en-US" sz="1200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017BE0F-C67A-4BF8-942C-BE1EA6114CAF}"/>
              </a:ext>
            </a:extLst>
          </p:cNvPr>
          <p:cNvSpPr/>
          <p:nvPr/>
        </p:nvSpPr>
        <p:spPr>
          <a:xfrm>
            <a:off x="2236231" y="238105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DD2E0-8E3A-45CE-A502-E6B019C669F7}"/>
              </a:ext>
            </a:extLst>
          </p:cNvPr>
          <p:cNvSpPr txBox="1"/>
          <p:nvPr/>
        </p:nvSpPr>
        <p:spPr>
          <a:xfrm>
            <a:off x="2234635" y="338876"/>
            <a:ext cx="194638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چرا ماشین های خودران؟</a:t>
            </a:r>
            <a:endParaRPr lang="en-US" sz="1200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B8BAE95-58CE-4AEC-8853-F06A3D0F56C6}"/>
              </a:ext>
            </a:extLst>
          </p:cNvPr>
          <p:cNvSpPr/>
          <p:nvPr/>
        </p:nvSpPr>
        <p:spPr>
          <a:xfrm>
            <a:off x="230185" y="234416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11E10AD-8419-44CC-B738-1B13A708A5F7}"/>
              </a:ext>
            </a:extLst>
          </p:cNvPr>
          <p:cNvSpPr txBox="1"/>
          <p:nvPr/>
        </p:nvSpPr>
        <p:spPr>
          <a:xfrm>
            <a:off x="228589" y="335187"/>
            <a:ext cx="194638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Segoe UI Variable Text Semiligh" pitchFamily="2" charset="0"/>
                <a:ea typeface="Source Sans Pro" panose="020B0503030403020204" pitchFamily="34" charset="0"/>
                <a:cs typeface="Vazir" panose="020B0603030804020204" pitchFamily="34" charset="-78"/>
              </a:rPr>
              <a:t>اجزای اصلی</a:t>
            </a:r>
            <a:endParaRPr lang="en-US" sz="1200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E05C835-93B3-4885-B983-7FB3DD8669D9}"/>
              </a:ext>
            </a:extLst>
          </p:cNvPr>
          <p:cNvSpPr/>
          <p:nvPr/>
        </p:nvSpPr>
        <p:spPr>
          <a:xfrm>
            <a:off x="6243535" y="816539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5DAC9AE-BAF0-4A89-B8D1-DCB5E3865E95}"/>
              </a:ext>
            </a:extLst>
          </p:cNvPr>
          <p:cNvSpPr txBox="1"/>
          <p:nvPr/>
        </p:nvSpPr>
        <p:spPr>
          <a:xfrm>
            <a:off x="6241939" y="917310"/>
            <a:ext cx="194638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نحوه عملکرد</a:t>
            </a:r>
            <a:endParaRPr lang="en-US" sz="1200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317C9A1-89BC-42A2-A1CE-85FDBE18830F}"/>
              </a:ext>
            </a:extLst>
          </p:cNvPr>
          <p:cNvSpPr/>
          <p:nvPr/>
        </p:nvSpPr>
        <p:spPr>
          <a:xfrm>
            <a:off x="4240681" y="826085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66D9E9B-43CF-425B-8B2B-5F27C5E72B1C}"/>
              </a:ext>
            </a:extLst>
          </p:cNvPr>
          <p:cNvSpPr txBox="1"/>
          <p:nvPr/>
        </p:nvSpPr>
        <p:spPr>
          <a:xfrm>
            <a:off x="4239085" y="926856"/>
            <a:ext cx="194638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چالش ها و موانع</a:t>
            </a:r>
            <a:endParaRPr lang="en-US" sz="1200" dirty="0">
              <a:solidFill>
                <a:schemeClr val="tx1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79901CD-2ECB-423D-B08D-98B43A07E0E0}"/>
              </a:ext>
            </a:extLst>
          </p:cNvPr>
          <p:cNvSpPr/>
          <p:nvPr/>
        </p:nvSpPr>
        <p:spPr>
          <a:xfrm>
            <a:off x="2236231" y="816539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34B8175-5E0D-40E4-A86D-ECED6888F1D1}"/>
              </a:ext>
            </a:extLst>
          </p:cNvPr>
          <p:cNvSpPr txBox="1"/>
          <p:nvPr/>
        </p:nvSpPr>
        <p:spPr>
          <a:xfrm>
            <a:off x="2234635" y="917310"/>
            <a:ext cx="194638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آینده ماشین های خودران</a:t>
            </a:r>
            <a:endParaRPr lang="en-US" sz="1200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06FCCD35-0675-4A7E-9D4F-20D2BB856718}"/>
              </a:ext>
            </a:extLst>
          </p:cNvPr>
          <p:cNvSpPr/>
          <p:nvPr/>
        </p:nvSpPr>
        <p:spPr>
          <a:xfrm>
            <a:off x="230185" y="812850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C994D92-8AAD-471E-83AF-873AF9F07D80}"/>
              </a:ext>
            </a:extLst>
          </p:cNvPr>
          <p:cNvSpPr txBox="1"/>
          <p:nvPr/>
        </p:nvSpPr>
        <p:spPr>
          <a:xfrm>
            <a:off x="228589" y="913621"/>
            <a:ext cx="194638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منابع</a:t>
            </a:r>
            <a:endParaRPr lang="en-US" sz="1200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31" name="Google Shape;2068;p59">
            <a:extLst>
              <a:ext uri="{FF2B5EF4-FFF2-40B4-BE49-F238E27FC236}">
                <a16:creationId xmlns:a16="http://schemas.microsoft.com/office/drawing/2014/main" id="{3774BD85-CD76-4108-A645-A34A3BEBDE4B}"/>
              </a:ext>
            </a:extLst>
          </p:cNvPr>
          <p:cNvSpPr txBox="1"/>
          <p:nvPr/>
        </p:nvSpPr>
        <p:spPr>
          <a:xfrm>
            <a:off x="2445118" y="1866877"/>
            <a:ext cx="1920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dirty="0">
              <a:solidFill>
                <a:schemeClr val="dk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38" name="Google Shape;2076;p59">
            <a:extLst>
              <a:ext uri="{FF2B5EF4-FFF2-40B4-BE49-F238E27FC236}">
                <a16:creationId xmlns:a16="http://schemas.microsoft.com/office/drawing/2014/main" id="{39A4663A-04A3-43C5-A9AC-5974FA276BF8}"/>
              </a:ext>
            </a:extLst>
          </p:cNvPr>
          <p:cNvSpPr txBox="1"/>
          <p:nvPr/>
        </p:nvSpPr>
        <p:spPr>
          <a:xfrm>
            <a:off x="4356570" y="3126384"/>
            <a:ext cx="1920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dirty="0">
              <a:solidFill>
                <a:schemeClr val="dk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39" name="Google Shape;2077;p59">
            <a:extLst>
              <a:ext uri="{FF2B5EF4-FFF2-40B4-BE49-F238E27FC236}">
                <a16:creationId xmlns:a16="http://schemas.microsoft.com/office/drawing/2014/main" id="{70A7AD67-FDEC-4381-ABF3-CADB835E9BCC}"/>
              </a:ext>
            </a:extLst>
          </p:cNvPr>
          <p:cNvSpPr txBox="1"/>
          <p:nvPr/>
        </p:nvSpPr>
        <p:spPr>
          <a:xfrm>
            <a:off x="6268021" y="1866877"/>
            <a:ext cx="1920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dirty="0">
              <a:solidFill>
                <a:schemeClr val="dk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7236" y="1517457"/>
            <a:ext cx="3519452" cy="2475642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006" y="2471379"/>
            <a:ext cx="3335258" cy="2434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26968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5" name="Google Shape;1375;p39"/>
          <p:cNvGrpSpPr/>
          <p:nvPr/>
        </p:nvGrpSpPr>
        <p:grpSpPr>
          <a:xfrm>
            <a:off x="3152500" y="1391963"/>
            <a:ext cx="76825" cy="76800"/>
            <a:chOff x="3104875" y="1099400"/>
            <a:chExt cx="76825" cy="76800"/>
          </a:xfrm>
        </p:grpSpPr>
        <p:sp>
          <p:nvSpPr>
            <p:cNvPr id="1376" name="Google Shape;1376;p39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77" name="Google Shape;1377;p39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110" name="Rectangle: Rounded Corners 109">
            <a:extLst>
              <a:ext uri="{FF2B5EF4-FFF2-40B4-BE49-F238E27FC236}">
                <a16:creationId xmlns:a16="http://schemas.microsoft.com/office/drawing/2014/main" id="{3CEC278C-804A-49DC-BA70-A8AC46AF60A8}"/>
              </a:ext>
            </a:extLst>
          </p:cNvPr>
          <p:cNvSpPr/>
          <p:nvPr/>
        </p:nvSpPr>
        <p:spPr>
          <a:xfrm>
            <a:off x="6559094" y="219548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F17CDC78-5AFC-4A7E-8ECE-C7060F99E46D}"/>
              </a:ext>
            </a:extLst>
          </p:cNvPr>
          <p:cNvSpPr txBox="1"/>
          <p:nvPr/>
        </p:nvSpPr>
        <p:spPr>
          <a:xfrm>
            <a:off x="6557498" y="320319"/>
            <a:ext cx="194638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معرفی ماشین های خودران</a:t>
            </a:r>
            <a:endParaRPr lang="en-US" sz="1200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112" name="Rectangle: Rounded Corners 111">
            <a:extLst>
              <a:ext uri="{FF2B5EF4-FFF2-40B4-BE49-F238E27FC236}">
                <a16:creationId xmlns:a16="http://schemas.microsoft.com/office/drawing/2014/main" id="{AD560B99-39AB-4846-B527-67B1A7AFA020}"/>
              </a:ext>
            </a:extLst>
          </p:cNvPr>
          <p:cNvSpPr/>
          <p:nvPr/>
        </p:nvSpPr>
        <p:spPr>
          <a:xfrm>
            <a:off x="4556240" y="229094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3CC37295-4CDC-43B9-9037-F730E83FEC94}"/>
              </a:ext>
            </a:extLst>
          </p:cNvPr>
          <p:cNvSpPr txBox="1"/>
          <p:nvPr/>
        </p:nvSpPr>
        <p:spPr>
          <a:xfrm>
            <a:off x="4553048" y="371065"/>
            <a:ext cx="1946382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تاریخچه و تکامل</a:t>
            </a:r>
            <a:endParaRPr lang="en-US" sz="1200" dirty="0">
              <a:solidFill>
                <a:schemeClr val="tx1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  <a:p>
            <a:pPr algn="ctr"/>
            <a:endParaRPr lang="en-US" sz="1200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114" name="Rectangle: Rounded Corners 113">
            <a:extLst>
              <a:ext uri="{FF2B5EF4-FFF2-40B4-BE49-F238E27FC236}">
                <a16:creationId xmlns:a16="http://schemas.microsoft.com/office/drawing/2014/main" id="{01528015-6B78-427C-9995-B0C407409CAD}"/>
              </a:ext>
            </a:extLst>
          </p:cNvPr>
          <p:cNvSpPr/>
          <p:nvPr/>
        </p:nvSpPr>
        <p:spPr>
          <a:xfrm>
            <a:off x="2550992" y="222971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8592109F-7540-4086-ABD4-911F77C08929}"/>
              </a:ext>
            </a:extLst>
          </p:cNvPr>
          <p:cNvSpPr txBox="1"/>
          <p:nvPr/>
        </p:nvSpPr>
        <p:spPr>
          <a:xfrm>
            <a:off x="2550194" y="320319"/>
            <a:ext cx="194638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b="1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چرا ماشین های خودران؟</a:t>
            </a:r>
            <a:endParaRPr lang="en-US" b="1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116" name="Rectangle: Rounded Corners 115">
            <a:extLst>
              <a:ext uri="{FF2B5EF4-FFF2-40B4-BE49-F238E27FC236}">
                <a16:creationId xmlns:a16="http://schemas.microsoft.com/office/drawing/2014/main" id="{F852B690-4C65-4B43-B140-93CBDAADE44F}"/>
              </a:ext>
            </a:extLst>
          </p:cNvPr>
          <p:cNvSpPr/>
          <p:nvPr/>
        </p:nvSpPr>
        <p:spPr>
          <a:xfrm>
            <a:off x="545744" y="215859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E95D4D82-E4F2-4EFB-97BD-7054C786D89A}"/>
              </a:ext>
            </a:extLst>
          </p:cNvPr>
          <p:cNvSpPr txBox="1"/>
          <p:nvPr/>
        </p:nvSpPr>
        <p:spPr>
          <a:xfrm>
            <a:off x="544148" y="316630"/>
            <a:ext cx="194638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Segoe UI Variable Text Semiligh" pitchFamily="2" charset="0"/>
                <a:ea typeface="Source Sans Pro" panose="020B0503030403020204" pitchFamily="34" charset="0"/>
                <a:cs typeface="Vazir" panose="020B0603030804020204" pitchFamily="34" charset="-78"/>
              </a:rPr>
              <a:t>اجزای اصلی</a:t>
            </a:r>
            <a:endParaRPr lang="en-US" sz="1200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118" name="Rectangle: Rounded Corners 117">
            <a:extLst>
              <a:ext uri="{FF2B5EF4-FFF2-40B4-BE49-F238E27FC236}">
                <a16:creationId xmlns:a16="http://schemas.microsoft.com/office/drawing/2014/main" id="{104E379F-AA33-451A-B55E-E57E408734C4}"/>
              </a:ext>
            </a:extLst>
          </p:cNvPr>
          <p:cNvSpPr/>
          <p:nvPr/>
        </p:nvSpPr>
        <p:spPr>
          <a:xfrm>
            <a:off x="6559094" y="797982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FC6ED3A2-651F-4A9F-BF36-3A6798C4EFDF}"/>
              </a:ext>
            </a:extLst>
          </p:cNvPr>
          <p:cNvSpPr txBox="1"/>
          <p:nvPr/>
        </p:nvSpPr>
        <p:spPr>
          <a:xfrm>
            <a:off x="6557498" y="898753"/>
            <a:ext cx="194638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نحوه عملکرد</a:t>
            </a:r>
            <a:endParaRPr lang="en-US" sz="1200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120" name="Rectangle: Rounded Corners 119">
            <a:extLst>
              <a:ext uri="{FF2B5EF4-FFF2-40B4-BE49-F238E27FC236}">
                <a16:creationId xmlns:a16="http://schemas.microsoft.com/office/drawing/2014/main" id="{21C8D5FA-BE95-4B6A-8309-552F85FF54FF}"/>
              </a:ext>
            </a:extLst>
          </p:cNvPr>
          <p:cNvSpPr/>
          <p:nvPr/>
        </p:nvSpPr>
        <p:spPr>
          <a:xfrm>
            <a:off x="4556240" y="807528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4C9A4F05-6C0C-46A4-9374-776F9FF7BF6D}"/>
              </a:ext>
            </a:extLst>
          </p:cNvPr>
          <p:cNvSpPr txBox="1"/>
          <p:nvPr/>
        </p:nvSpPr>
        <p:spPr>
          <a:xfrm>
            <a:off x="4554644" y="908299"/>
            <a:ext cx="194638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چالش ها و موانع</a:t>
            </a:r>
            <a:endParaRPr lang="en-US" sz="1200" dirty="0">
              <a:solidFill>
                <a:schemeClr val="tx1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</p:txBody>
      </p:sp>
      <p:sp>
        <p:nvSpPr>
          <p:cNvPr id="122" name="Rectangle: Rounded Corners 121">
            <a:extLst>
              <a:ext uri="{FF2B5EF4-FFF2-40B4-BE49-F238E27FC236}">
                <a16:creationId xmlns:a16="http://schemas.microsoft.com/office/drawing/2014/main" id="{6210408A-B27F-4C78-BC80-C99201793416}"/>
              </a:ext>
            </a:extLst>
          </p:cNvPr>
          <p:cNvSpPr/>
          <p:nvPr/>
        </p:nvSpPr>
        <p:spPr>
          <a:xfrm>
            <a:off x="2551790" y="797982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58B60014-B102-4E1C-BBD1-5C2ECB513AA9}"/>
              </a:ext>
            </a:extLst>
          </p:cNvPr>
          <p:cNvSpPr txBox="1"/>
          <p:nvPr/>
        </p:nvSpPr>
        <p:spPr>
          <a:xfrm>
            <a:off x="2550194" y="898753"/>
            <a:ext cx="194638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آینده ماشین های خودران</a:t>
            </a:r>
            <a:endParaRPr lang="en-US" sz="1200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124" name="Rectangle: Rounded Corners 123">
            <a:extLst>
              <a:ext uri="{FF2B5EF4-FFF2-40B4-BE49-F238E27FC236}">
                <a16:creationId xmlns:a16="http://schemas.microsoft.com/office/drawing/2014/main" id="{67D76EB8-FC27-4D92-95AD-77E683052878}"/>
              </a:ext>
            </a:extLst>
          </p:cNvPr>
          <p:cNvSpPr/>
          <p:nvPr/>
        </p:nvSpPr>
        <p:spPr>
          <a:xfrm>
            <a:off x="545744" y="794293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CA655A86-4BD3-42DF-B1A7-8E9D3A8D0ADB}"/>
              </a:ext>
            </a:extLst>
          </p:cNvPr>
          <p:cNvSpPr txBox="1"/>
          <p:nvPr/>
        </p:nvSpPr>
        <p:spPr>
          <a:xfrm>
            <a:off x="544148" y="895064"/>
            <a:ext cx="194638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منابع</a:t>
            </a:r>
            <a:endParaRPr lang="en-US" sz="1200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8407" y="1548087"/>
            <a:ext cx="3526997" cy="212924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009" y="2541028"/>
            <a:ext cx="3624708" cy="2062270"/>
          </a:xfrm>
          <a:prstGeom prst="rect">
            <a:avLst/>
          </a:prstGeom>
        </p:spPr>
      </p:pic>
      <p:pic>
        <p:nvPicPr>
          <p:cNvPr id="23" name="Google Shape;2146;p59">
            <a:extLst>
              <a:ext uri="{FF2B5EF4-FFF2-40B4-BE49-F238E27FC236}">
                <a16:creationId xmlns:a16="http://schemas.microsoft.com/office/drawing/2014/main" id="{4789325A-B12D-4305-A0EF-206A460DC5F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18647" t="7960" r="8852" b="8336"/>
          <a:stretch/>
        </p:blipFill>
        <p:spPr>
          <a:xfrm rot="-1406513">
            <a:off x="7999804" y="4279605"/>
            <a:ext cx="1175233" cy="7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148;p59">
            <a:extLst>
              <a:ext uri="{FF2B5EF4-FFF2-40B4-BE49-F238E27FC236}">
                <a16:creationId xmlns:a16="http://schemas.microsoft.com/office/drawing/2014/main" id="{1E33385D-0A89-47B8-99F0-D3C9C4F029E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18647" t="7960" r="8852" b="8336"/>
          <a:stretch/>
        </p:blipFill>
        <p:spPr>
          <a:xfrm rot="9084173">
            <a:off x="7658317" y="3663286"/>
            <a:ext cx="1175231" cy="76322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76063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742;p51">
            <a:extLst>
              <a:ext uri="{FF2B5EF4-FFF2-40B4-BE49-F238E27FC236}">
                <a16:creationId xmlns:a16="http://schemas.microsoft.com/office/drawing/2014/main" id="{5FF06B13-226F-4512-A42C-6CA38F97306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24331" t="5721" r="23342" b="4591"/>
          <a:stretch/>
        </p:blipFill>
        <p:spPr>
          <a:xfrm rot="2268302">
            <a:off x="4823029" y="3112333"/>
            <a:ext cx="1857374" cy="1790699"/>
          </a:xfrm>
          <a:prstGeom prst="rect">
            <a:avLst/>
          </a:prstGeom>
          <a:noFill/>
          <a:ln>
            <a:noFill/>
          </a:ln>
        </p:spPr>
      </p:pic>
      <p:sp>
        <p:nvSpPr>
          <p:cNvPr id="1321" name="Google Shape;1321;p39"/>
          <p:cNvSpPr/>
          <p:nvPr/>
        </p:nvSpPr>
        <p:spPr>
          <a:xfrm rot="5400000">
            <a:off x="1496540" y="1679966"/>
            <a:ext cx="956100" cy="8286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002E8A">
              <a:alpha val="33000"/>
            </a:srgbClr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22" name="Google Shape;1322;p39"/>
          <p:cNvSpPr/>
          <p:nvPr/>
        </p:nvSpPr>
        <p:spPr>
          <a:xfrm rot="5400000">
            <a:off x="4093949" y="1679966"/>
            <a:ext cx="956100" cy="8286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002E8A">
              <a:alpha val="33000"/>
            </a:srgbClr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23" name="Google Shape;1323;p39"/>
          <p:cNvSpPr/>
          <p:nvPr/>
        </p:nvSpPr>
        <p:spPr>
          <a:xfrm rot="5400000">
            <a:off x="6691361" y="1679967"/>
            <a:ext cx="956100" cy="8286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002E8A">
              <a:alpha val="33000"/>
            </a:srgbClr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1375" name="Google Shape;1375;p39"/>
          <p:cNvGrpSpPr/>
          <p:nvPr/>
        </p:nvGrpSpPr>
        <p:grpSpPr>
          <a:xfrm>
            <a:off x="3152500" y="1391963"/>
            <a:ext cx="76825" cy="76800"/>
            <a:chOff x="3104875" y="1099400"/>
            <a:chExt cx="76825" cy="76800"/>
          </a:xfrm>
        </p:grpSpPr>
        <p:sp>
          <p:nvSpPr>
            <p:cNvPr id="1376" name="Google Shape;1376;p39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77" name="Google Shape;1377;p39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pic>
        <p:nvPicPr>
          <p:cNvPr id="1378" name="Google Shape;1378;p39"/>
          <p:cNvPicPr preferRelativeResize="0"/>
          <p:nvPr/>
        </p:nvPicPr>
        <p:blipFill rotWithShape="1">
          <a:blip r:embed="rId4">
            <a:alphaModFix/>
          </a:blip>
          <a:srcRect l="22009" r="18455"/>
          <a:stretch/>
        </p:blipFill>
        <p:spPr>
          <a:xfrm rot="1203247">
            <a:off x="7912229" y="3946308"/>
            <a:ext cx="903665" cy="85381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Rectangle: Rounded Corners 109">
            <a:extLst>
              <a:ext uri="{FF2B5EF4-FFF2-40B4-BE49-F238E27FC236}">
                <a16:creationId xmlns:a16="http://schemas.microsoft.com/office/drawing/2014/main" id="{3CEC278C-804A-49DC-BA70-A8AC46AF60A8}"/>
              </a:ext>
            </a:extLst>
          </p:cNvPr>
          <p:cNvSpPr/>
          <p:nvPr/>
        </p:nvSpPr>
        <p:spPr>
          <a:xfrm>
            <a:off x="6559094" y="219548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F17CDC78-5AFC-4A7E-8ECE-C7060F99E46D}"/>
              </a:ext>
            </a:extLst>
          </p:cNvPr>
          <p:cNvSpPr txBox="1"/>
          <p:nvPr/>
        </p:nvSpPr>
        <p:spPr>
          <a:xfrm>
            <a:off x="6557498" y="320319"/>
            <a:ext cx="194638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معرفی ماشین های خودران</a:t>
            </a:r>
            <a:endParaRPr lang="en-US" sz="1200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112" name="Rectangle: Rounded Corners 111">
            <a:extLst>
              <a:ext uri="{FF2B5EF4-FFF2-40B4-BE49-F238E27FC236}">
                <a16:creationId xmlns:a16="http://schemas.microsoft.com/office/drawing/2014/main" id="{AD560B99-39AB-4846-B527-67B1A7AFA020}"/>
              </a:ext>
            </a:extLst>
          </p:cNvPr>
          <p:cNvSpPr/>
          <p:nvPr/>
        </p:nvSpPr>
        <p:spPr>
          <a:xfrm>
            <a:off x="4556240" y="229094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3CC37295-4CDC-43B9-9037-F730E83FEC94}"/>
              </a:ext>
            </a:extLst>
          </p:cNvPr>
          <p:cNvSpPr txBox="1"/>
          <p:nvPr/>
        </p:nvSpPr>
        <p:spPr>
          <a:xfrm>
            <a:off x="4553048" y="371065"/>
            <a:ext cx="1946382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تاریخچه و تکامل</a:t>
            </a:r>
            <a:endParaRPr lang="en-US" sz="1200" dirty="0">
              <a:solidFill>
                <a:schemeClr val="tx1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  <a:p>
            <a:pPr algn="ctr"/>
            <a:endParaRPr lang="en-US" sz="1200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114" name="Rectangle: Rounded Corners 113">
            <a:extLst>
              <a:ext uri="{FF2B5EF4-FFF2-40B4-BE49-F238E27FC236}">
                <a16:creationId xmlns:a16="http://schemas.microsoft.com/office/drawing/2014/main" id="{01528015-6B78-427C-9995-B0C407409CAD}"/>
              </a:ext>
            </a:extLst>
          </p:cNvPr>
          <p:cNvSpPr/>
          <p:nvPr/>
        </p:nvSpPr>
        <p:spPr>
          <a:xfrm>
            <a:off x="2550992" y="222971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8592109F-7540-4086-ABD4-911F77C08929}"/>
              </a:ext>
            </a:extLst>
          </p:cNvPr>
          <p:cNvSpPr txBox="1"/>
          <p:nvPr/>
        </p:nvSpPr>
        <p:spPr>
          <a:xfrm>
            <a:off x="2550194" y="320319"/>
            <a:ext cx="194638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b="1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چرا ماشین های خودران؟</a:t>
            </a:r>
            <a:endParaRPr lang="en-US" b="1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116" name="Rectangle: Rounded Corners 115">
            <a:extLst>
              <a:ext uri="{FF2B5EF4-FFF2-40B4-BE49-F238E27FC236}">
                <a16:creationId xmlns:a16="http://schemas.microsoft.com/office/drawing/2014/main" id="{F852B690-4C65-4B43-B140-93CBDAADE44F}"/>
              </a:ext>
            </a:extLst>
          </p:cNvPr>
          <p:cNvSpPr/>
          <p:nvPr/>
        </p:nvSpPr>
        <p:spPr>
          <a:xfrm>
            <a:off x="545744" y="215859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E95D4D82-E4F2-4EFB-97BD-7054C786D89A}"/>
              </a:ext>
            </a:extLst>
          </p:cNvPr>
          <p:cNvSpPr txBox="1"/>
          <p:nvPr/>
        </p:nvSpPr>
        <p:spPr>
          <a:xfrm>
            <a:off x="544148" y="316630"/>
            <a:ext cx="194638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Segoe UI Variable Text Semiligh" pitchFamily="2" charset="0"/>
                <a:ea typeface="Source Sans Pro" panose="020B0503030403020204" pitchFamily="34" charset="0"/>
                <a:cs typeface="Vazir" panose="020B0603030804020204" pitchFamily="34" charset="-78"/>
              </a:rPr>
              <a:t>اجزای اصلی</a:t>
            </a:r>
            <a:endParaRPr lang="en-US" sz="1200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118" name="Rectangle: Rounded Corners 117">
            <a:extLst>
              <a:ext uri="{FF2B5EF4-FFF2-40B4-BE49-F238E27FC236}">
                <a16:creationId xmlns:a16="http://schemas.microsoft.com/office/drawing/2014/main" id="{104E379F-AA33-451A-B55E-E57E408734C4}"/>
              </a:ext>
            </a:extLst>
          </p:cNvPr>
          <p:cNvSpPr/>
          <p:nvPr/>
        </p:nvSpPr>
        <p:spPr>
          <a:xfrm>
            <a:off x="6559094" y="797982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FC6ED3A2-651F-4A9F-BF36-3A6798C4EFDF}"/>
              </a:ext>
            </a:extLst>
          </p:cNvPr>
          <p:cNvSpPr txBox="1"/>
          <p:nvPr/>
        </p:nvSpPr>
        <p:spPr>
          <a:xfrm>
            <a:off x="6557498" y="898753"/>
            <a:ext cx="194638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نحوه عملکرد</a:t>
            </a:r>
            <a:endParaRPr lang="en-US" sz="1200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120" name="Rectangle: Rounded Corners 119">
            <a:extLst>
              <a:ext uri="{FF2B5EF4-FFF2-40B4-BE49-F238E27FC236}">
                <a16:creationId xmlns:a16="http://schemas.microsoft.com/office/drawing/2014/main" id="{21C8D5FA-BE95-4B6A-8309-552F85FF54FF}"/>
              </a:ext>
            </a:extLst>
          </p:cNvPr>
          <p:cNvSpPr/>
          <p:nvPr/>
        </p:nvSpPr>
        <p:spPr>
          <a:xfrm>
            <a:off x="4556240" y="807528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4C9A4F05-6C0C-46A4-9374-776F9FF7BF6D}"/>
              </a:ext>
            </a:extLst>
          </p:cNvPr>
          <p:cNvSpPr txBox="1"/>
          <p:nvPr/>
        </p:nvSpPr>
        <p:spPr>
          <a:xfrm>
            <a:off x="4554644" y="908299"/>
            <a:ext cx="194638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چالش ها و موانع</a:t>
            </a:r>
            <a:endParaRPr lang="en-US" sz="1200" dirty="0">
              <a:solidFill>
                <a:schemeClr val="tx1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</p:txBody>
      </p:sp>
      <p:sp>
        <p:nvSpPr>
          <p:cNvPr id="122" name="Rectangle: Rounded Corners 121">
            <a:extLst>
              <a:ext uri="{FF2B5EF4-FFF2-40B4-BE49-F238E27FC236}">
                <a16:creationId xmlns:a16="http://schemas.microsoft.com/office/drawing/2014/main" id="{6210408A-B27F-4C78-BC80-C99201793416}"/>
              </a:ext>
            </a:extLst>
          </p:cNvPr>
          <p:cNvSpPr/>
          <p:nvPr/>
        </p:nvSpPr>
        <p:spPr>
          <a:xfrm>
            <a:off x="2551790" y="797982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58B60014-B102-4E1C-BBD1-5C2ECB513AA9}"/>
              </a:ext>
            </a:extLst>
          </p:cNvPr>
          <p:cNvSpPr txBox="1"/>
          <p:nvPr/>
        </p:nvSpPr>
        <p:spPr>
          <a:xfrm>
            <a:off x="2550194" y="898753"/>
            <a:ext cx="194638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آینده ماشین های خودران</a:t>
            </a:r>
            <a:endParaRPr lang="en-US" sz="1200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124" name="Rectangle: Rounded Corners 123">
            <a:extLst>
              <a:ext uri="{FF2B5EF4-FFF2-40B4-BE49-F238E27FC236}">
                <a16:creationId xmlns:a16="http://schemas.microsoft.com/office/drawing/2014/main" id="{67D76EB8-FC27-4D92-95AD-77E683052878}"/>
              </a:ext>
            </a:extLst>
          </p:cNvPr>
          <p:cNvSpPr/>
          <p:nvPr/>
        </p:nvSpPr>
        <p:spPr>
          <a:xfrm>
            <a:off x="545744" y="794293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CA655A86-4BD3-42DF-B1A7-8E9D3A8D0ADB}"/>
              </a:ext>
            </a:extLst>
          </p:cNvPr>
          <p:cNvSpPr txBox="1"/>
          <p:nvPr/>
        </p:nvSpPr>
        <p:spPr>
          <a:xfrm>
            <a:off x="544148" y="895064"/>
            <a:ext cx="194638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منابع</a:t>
            </a:r>
            <a:endParaRPr lang="en-US" sz="1200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F81A1E-E2E0-4B98-AB5D-99C719708236}"/>
              </a:ext>
            </a:extLst>
          </p:cNvPr>
          <p:cNvSpPr txBox="1"/>
          <p:nvPr/>
        </p:nvSpPr>
        <p:spPr>
          <a:xfrm>
            <a:off x="947120" y="2725452"/>
            <a:ext cx="209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a-IR" sz="1800" dirty="0">
                <a:solidFill>
                  <a:schemeClr val="tx1"/>
                </a:solidFill>
                <a:cs typeface="Yekan" pitchFamily="2" charset="-78"/>
              </a:rPr>
              <a:t>هوش مصنوعی</a:t>
            </a:r>
            <a:endParaRPr lang="en-US" sz="1800" dirty="0">
              <a:solidFill>
                <a:schemeClr val="tx1"/>
              </a:solidFill>
              <a:cs typeface="Yekan" pitchFamily="2" charset="-78"/>
            </a:endParaRP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29A2B92B-B0D6-4243-B396-75D9A8E866C8}"/>
              </a:ext>
            </a:extLst>
          </p:cNvPr>
          <p:cNvSpPr txBox="1"/>
          <p:nvPr/>
        </p:nvSpPr>
        <p:spPr>
          <a:xfrm>
            <a:off x="3539888" y="2741892"/>
            <a:ext cx="209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a-IR" sz="1800" dirty="0">
                <a:solidFill>
                  <a:schemeClr val="tx1"/>
                </a:solidFill>
                <a:cs typeface="Yekan" pitchFamily="2" charset="-78"/>
              </a:rPr>
              <a:t>ضمیمه کردن خدمات</a:t>
            </a:r>
            <a:endParaRPr lang="en-US" sz="1800" dirty="0">
              <a:solidFill>
                <a:schemeClr val="tx1"/>
              </a:solidFill>
              <a:cs typeface="Yekan" pitchFamily="2" charset="-78"/>
            </a:endParaRP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EAB80953-1D30-46A1-ADE7-0597549351C1}"/>
              </a:ext>
            </a:extLst>
          </p:cNvPr>
          <p:cNvSpPr txBox="1"/>
          <p:nvPr/>
        </p:nvSpPr>
        <p:spPr>
          <a:xfrm>
            <a:off x="6137052" y="2721456"/>
            <a:ext cx="209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a-IR" sz="1800" dirty="0">
                <a:solidFill>
                  <a:schemeClr val="tx1"/>
                </a:solidFill>
                <a:cs typeface="Yekan" pitchFamily="2" charset="-78"/>
              </a:rPr>
              <a:t>دلایل اقتصادی</a:t>
            </a:r>
            <a:endParaRPr lang="en-US" sz="1800" dirty="0">
              <a:solidFill>
                <a:schemeClr val="tx1"/>
              </a:solidFill>
              <a:cs typeface="Yekan" pitchFamily="2" charset="-78"/>
            </a:endParaRPr>
          </a:p>
        </p:txBody>
      </p:sp>
      <p:grpSp>
        <p:nvGrpSpPr>
          <p:cNvPr id="137" name="Google Shape;11890;p79">
            <a:extLst>
              <a:ext uri="{FF2B5EF4-FFF2-40B4-BE49-F238E27FC236}">
                <a16:creationId xmlns:a16="http://schemas.microsoft.com/office/drawing/2014/main" id="{10212200-A78A-4F49-86B0-AA764EB91E7E}"/>
              </a:ext>
            </a:extLst>
          </p:cNvPr>
          <p:cNvGrpSpPr/>
          <p:nvPr/>
        </p:nvGrpSpPr>
        <p:grpSpPr>
          <a:xfrm>
            <a:off x="6909686" y="1835511"/>
            <a:ext cx="548640" cy="548640"/>
            <a:chOff x="3097241" y="2433564"/>
            <a:chExt cx="344883" cy="343387"/>
          </a:xfrm>
        </p:grpSpPr>
        <p:sp>
          <p:nvSpPr>
            <p:cNvPr id="138" name="Google Shape;11891;p79">
              <a:extLst>
                <a:ext uri="{FF2B5EF4-FFF2-40B4-BE49-F238E27FC236}">
                  <a16:creationId xmlns:a16="http://schemas.microsoft.com/office/drawing/2014/main" id="{69CC9B83-98AF-43CF-8D5E-A1C8BE1FFBB6}"/>
                </a:ext>
              </a:extLst>
            </p:cNvPr>
            <p:cNvSpPr/>
            <p:nvPr/>
          </p:nvSpPr>
          <p:spPr>
            <a:xfrm>
              <a:off x="3151825" y="2465806"/>
              <a:ext cx="235746" cy="311146"/>
            </a:xfrm>
            <a:custGeom>
              <a:avLst/>
              <a:gdLst/>
              <a:ahLst/>
              <a:cxnLst/>
              <a:rect l="l" t="t" r="r" b="b"/>
              <a:pathLst>
                <a:path w="7407" h="9776" extrusionOk="0">
                  <a:moveTo>
                    <a:pt x="3703" y="322"/>
                  </a:moveTo>
                  <a:cubicBezTo>
                    <a:pt x="5573" y="322"/>
                    <a:pt x="7097" y="1846"/>
                    <a:pt x="7097" y="3715"/>
                  </a:cubicBezTo>
                  <a:cubicBezTo>
                    <a:pt x="7097" y="5239"/>
                    <a:pt x="6144" y="6728"/>
                    <a:pt x="5358" y="7704"/>
                  </a:cubicBezTo>
                  <a:cubicBezTo>
                    <a:pt x="4656" y="8573"/>
                    <a:pt x="3953" y="9192"/>
                    <a:pt x="3703" y="9418"/>
                  </a:cubicBezTo>
                  <a:cubicBezTo>
                    <a:pt x="3441" y="9192"/>
                    <a:pt x="2751" y="8573"/>
                    <a:pt x="2048" y="7704"/>
                  </a:cubicBezTo>
                  <a:cubicBezTo>
                    <a:pt x="1263" y="6728"/>
                    <a:pt x="310" y="5239"/>
                    <a:pt x="310" y="3715"/>
                  </a:cubicBezTo>
                  <a:cubicBezTo>
                    <a:pt x="310" y="1846"/>
                    <a:pt x="1822" y="322"/>
                    <a:pt x="3703" y="322"/>
                  </a:cubicBezTo>
                  <a:close/>
                  <a:moveTo>
                    <a:pt x="3703" y="1"/>
                  </a:moveTo>
                  <a:cubicBezTo>
                    <a:pt x="1667" y="1"/>
                    <a:pt x="0" y="1668"/>
                    <a:pt x="0" y="3704"/>
                  </a:cubicBezTo>
                  <a:cubicBezTo>
                    <a:pt x="0" y="4418"/>
                    <a:pt x="191" y="5192"/>
                    <a:pt x="560" y="5978"/>
                  </a:cubicBezTo>
                  <a:cubicBezTo>
                    <a:pt x="858" y="6609"/>
                    <a:pt x="1274" y="7263"/>
                    <a:pt x="1798" y="7894"/>
                  </a:cubicBezTo>
                  <a:cubicBezTo>
                    <a:pt x="2691" y="9002"/>
                    <a:pt x="3549" y="9716"/>
                    <a:pt x="3596" y="9740"/>
                  </a:cubicBezTo>
                  <a:cubicBezTo>
                    <a:pt x="3626" y="9764"/>
                    <a:pt x="3665" y="9776"/>
                    <a:pt x="3700" y="9776"/>
                  </a:cubicBezTo>
                  <a:cubicBezTo>
                    <a:pt x="3736" y="9776"/>
                    <a:pt x="3769" y="9764"/>
                    <a:pt x="3787" y="9740"/>
                  </a:cubicBezTo>
                  <a:cubicBezTo>
                    <a:pt x="3822" y="9716"/>
                    <a:pt x="4703" y="9002"/>
                    <a:pt x="5596" y="7894"/>
                  </a:cubicBezTo>
                  <a:cubicBezTo>
                    <a:pt x="6108" y="7252"/>
                    <a:pt x="6525" y="6609"/>
                    <a:pt x="6823" y="5978"/>
                  </a:cubicBezTo>
                  <a:cubicBezTo>
                    <a:pt x="7204" y="5192"/>
                    <a:pt x="7394" y="4418"/>
                    <a:pt x="7394" y="3704"/>
                  </a:cubicBezTo>
                  <a:cubicBezTo>
                    <a:pt x="7406" y="1668"/>
                    <a:pt x="5739" y="1"/>
                    <a:pt x="3703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9" name="Google Shape;11892;p79">
              <a:extLst>
                <a:ext uri="{FF2B5EF4-FFF2-40B4-BE49-F238E27FC236}">
                  <a16:creationId xmlns:a16="http://schemas.microsoft.com/office/drawing/2014/main" id="{F4FB37C6-BB3C-41C3-BB40-36E98B3EF15F}"/>
                </a:ext>
              </a:extLst>
            </p:cNvPr>
            <p:cNvSpPr/>
            <p:nvPr/>
          </p:nvSpPr>
          <p:spPr>
            <a:xfrm>
              <a:off x="3179483" y="2492732"/>
              <a:ext cx="181926" cy="181894"/>
            </a:xfrm>
            <a:custGeom>
              <a:avLst/>
              <a:gdLst/>
              <a:ahLst/>
              <a:cxnLst/>
              <a:rect l="l" t="t" r="r" b="b"/>
              <a:pathLst>
                <a:path w="5716" h="5715" extrusionOk="0">
                  <a:moveTo>
                    <a:pt x="2858" y="0"/>
                  </a:moveTo>
                  <a:cubicBezTo>
                    <a:pt x="1286" y="0"/>
                    <a:pt x="1" y="1286"/>
                    <a:pt x="1" y="2858"/>
                  </a:cubicBezTo>
                  <a:cubicBezTo>
                    <a:pt x="1" y="4441"/>
                    <a:pt x="1286" y="5715"/>
                    <a:pt x="2858" y="5715"/>
                  </a:cubicBezTo>
                  <a:cubicBezTo>
                    <a:pt x="4442" y="5715"/>
                    <a:pt x="5716" y="4429"/>
                    <a:pt x="5716" y="2858"/>
                  </a:cubicBezTo>
                  <a:cubicBezTo>
                    <a:pt x="5692" y="2131"/>
                    <a:pt x="5418" y="1429"/>
                    <a:pt x="4918" y="893"/>
                  </a:cubicBezTo>
                  <a:cubicBezTo>
                    <a:pt x="4888" y="863"/>
                    <a:pt x="4846" y="848"/>
                    <a:pt x="4805" y="848"/>
                  </a:cubicBezTo>
                  <a:cubicBezTo>
                    <a:pt x="4763" y="848"/>
                    <a:pt x="4721" y="863"/>
                    <a:pt x="4692" y="893"/>
                  </a:cubicBezTo>
                  <a:cubicBezTo>
                    <a:pt x="4632" y="953"/>
                    <a:pt x="4632" y="1060"/>
                    <a:pt x="4692" y="1119"/>
                  </a:cubicBezTo>
                  <a:cubicBezTo>
                    <a:pt x="5144" y="1595"/>
                    <a:pt x="5394" y="2215"/>
                    <a:pt x="5394" y="2869"/>
                  </a:cubicBezTo>
                  <a:cubicBezTo>
                    <a:pt x="5394" y="4274"/>
                    <a:pt x="4251" y="5417"/>
                    <a:pt x="2846" y="5417"/>
                  </a:cubicBezTo>
                  <a:cubicBezTo>
                    <a:pt x="1453" y="5417"/>
                    <a:pt x="298" y="4274"/>
                    <a:pt x="298" y="2869"/>
                  </a:cubicBezTo>
                  <a:cubicBezTo>
                    <a:pt x="298" y="1476"/>
                    <a:pt x="1453" y="333"/>
                    <a:pt x="2846" y="333"/>
                  </a:cubicBezTo>
                  <a:cubicBezTo>
                    <a:pt x="3299" y="333"/>
                    <a:pt x="3739" y="452"/>
                    <a:pt x="4132" y="667"/>
                  </a:cubicBezTo>
                  <a:cubicBezTo>
                    <a:pt x="4157" y="683"/>
                    <a:pt x="4185" y="691"/>
                    <a:pt x="4214" y="691"/>
                  </a:cubicBezTo>
                  <a:cubicBezTo>
                    <a:pt x="4269" y="691"/>
                    <a:pt x="4323" y="662"/>
                    <a:pt x="4346" y="607"/>
                  </a:cubicBezTo>
                  <a:cubicBezTo>
                    <a:pt x="4394" y="536"/>
                    <a:pt x="4370" y="429"/>
                    <a:pt x="4287" y="393"/>
                  </a:cubicBezTo>
                  <a:cubicBezTo>
                    <a:pt x="3858" y="131"/>
                    <a:pt x="3370" y="0"/>
                    <a:pt x="2858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0" name="Google Shape;11893;p79">
              <a:extLst>
                <a:ext uri="{FF2B5EF4-FFF2-40B4-BE49-F238E27FC236}">
                  <a16:creationId xmlns:a16="http://schemas.microsoft.com/office/drawing/2014/main" id="{6FACBDDC-74BE-461E-AF48-885E62DA8EEE}"/>
                </a:ext>
              </a:extLst>
            </p:cNvPr>
            <p:cNvSpPr/>
            <p:nvPr/>
          </p:nvSpPr>
          <p:spPr>
            <a:xfrm>
              <a:off x="3242024" y="2524941"/>
              <a:ext cx="54202" cy="117857"/>
            </a:xfrm>
            <a:custGeom>
              <a:avLst/>
              <a:gdLst/>
              <a:ahLst/>
              <a:cxnLst/>
              <a:rect l="l" t="t" r="r" b="b"/>
              <a:pathLst>
                <a:path w="1703" h="3703" extrusionOk="0">
                  <a:moveTo>
                    <a:pt x="857" y="0"/>
                  </a:moveTo>
                  <a:cubicBezTo>
                    <a:pt x="762" y="0"/>
                    <a:pt x="691" y="71"/>
                    <a:pt x="691" y="167"/>
                  </a:cubicBezTo>
                  <a:lnTo>
                    <a:pt x="691" y="524"/>
                  </a:lnTo>
                  <a:cubicBezTo>
                    <a:pt x="322" y="560"/>
                    <a:pt x="24" y="881"/>
                    <a:pt x="24" y="1262"/>
                  </a:cubicBezTo>
                  <a:cubicBezTo>
                    <a:pt x="24" y="1679"/>
                    <a:pt x="357" y="2012"/>
                    <a:pt x="762" y="2012"/>
                  </a:cubicBezTo>
                  <a:lnTo>
                    <a:pt x="929" y="2012"/>
                  </a:lnTo>
                  <a:cubicBezTo>
                    <a:pt x="1167" y="2012"/>
                    <a:pt x="1357" y="2203"/>
                    <a:pt x="1357" y="2441"/>
                  </a:cubicBezTo>
                  <a:cubicBezTo>
                    <a:pt x="1357" y="2679"/>
                    <a:pt x="1167" y="2869"/>
                    <a:pt x="929" y="2869"/>
                  </a:cubicBezTo>
                  <a:lnTo>
                    <a:pt x="679" y="2869"/>
                  </a:lnTo>
                  <a:cubicBezTo>
                    <a:pt x="476" y="2869"/>
                    <a:pt x="334" y="2703"/>
                    <a:pt x="334" y="2524"/>
                  </a:cubicBezTo>
                  <a:cubicBezTo>
                    <a:pt x="334" y="2441"/>
                    <a:pt x="262" y="2369"/>
                    <a:pt x="167" y="2369"/>
                  </a:cubicBezTo>
                  <a:cubicBezTo>
                    <a:pt x="83" y="2369"/>
                    <a:pt x="0" y="2441"/>
                    <a:pt x="0" y="2524"/>
                  </a:cubicBezTo>
                  <a:cubicBezTo>
                    <a:pt x="0" y="2905"/>
                    <a:pt x="298" y="3203"/>
                    <a:pt x="679" y="3203"/>
                  </a:cubicBezTo>
                  <a:lnTo>
                    <a:pt x="691" y="3203"/>
                  </a:lnTo>
                  <a:lnTo>
                    <a:pt x="691" y="3536"/>
                  </a:lnTo>
                  <a:cubicBezTo>
                    <a:pt x="691" y="3631"/>
                    <a:pt x="762" y="3703"/>
                    <a:pt x="857" y="3703"/>
                  </a:cubicBezTo>
                  <a:cubicBezTo>
                    <a:pt x="941" y="3703"/>
                    <a:pt x="1012" y="3631"/>
                    <a:pt x="1012" y="3536"/>
                  </a:cubicBezTo>
                  <a:lnTo>
                    <a:pt x="1012" y="3179"/>
                  </a:lnTo>
                  <a:cubicBezTo>
                    <a:pt x="1393" y="3143"/>
                    <a:pt x="1691" y="2822"/>
                    <a:pt x="1691" y="2441"/>
                  </a:cubicBezTo>
                  <a:cubicBezTo>
                    <a:pt x="1691" y="2024"/>
                    <a:pt x="1346" y="1691"/>
                    <a:pt x="941" y="1691"/>
                  </a:cubicBezTo>
                  <a:lnTo>
                    <a:pt x="774" y="1691"/>
                  </a:lnTo>
                  <a:cubicBezTo>
                    <a:pt x="536" y="1691"/>
                    <a:pt x="345" y="1500"/>
                    <a:pt x="345" y="1262"/>
                  </a:cubicBezTo>
                  <a:cubicBezTo>
                    <a:pt x="345" y="1024"/>
                    <a:pt x="536" y="833"/>
                    <a:pt x="774" y="833"/>
                  </a:cubicBezTo>
                  <a:lnTo>
                    <a:pt x="1036" y="833"/>
                  </a:lnTo>
                  <a:cubicBezTo>
                    <a:pt x="1226" y="833"/>
                    <a:pt x="1369" y="1000"/>
                    <a:pt x="1369" y="1179"/>
                  </a:cubicBezTo>
                  <a:lnTo>
                    <a:pt x="1369" y="1345"/>
                  </a:lnTo>
                  <a:cubicBezTo>
                    <a:pt x="1393" y="1429"/>
                    <a:pt x="1453" y="1500"/>
                    <a:pt x="1536" y="1500"/>
                  </a:cubicBezTo>
                  <a:cubicBezTo>
                    <a:pt x="1631" y="1500"/>
                    <a:pt x="1703" y="1429"/>
                    <a:pt x="1703" y="1345"/>
                  </a:cubicBezTo>
                  <a:lnTo>
                    <a:pt x="1703" y="1179"/>
                  </a:lnTo>
                  <a:cubicBezTo>
                    <a:pt x="1703" y="810"/>
                    <a:pt x="1405" y="512"/>
                    <a:pt x="1036" y="512"/>
                  </a:cubicBezTo>
                  <a:lnTo>
                    <a:pt x="1012" y="512"/>
                  </a:lnTo>
                  <a:lnTo>
                    <a:pt x="1012" y="167"/>
                  </a:lnTo>
                  <a:cubicBezTo>
                    <a:pt x="1012" y="71"/>
                    <a:pt x="941" y="0"/>
                    <a:pt x="857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1" name="Google Shape;11894;p79">
              <a:extLst>
                <a:ext uri="{FF2B5EF4-FFF2-40B4-BE49-F238E27FC236}">
                  <a16:creationId xmlns:a16="http://schemas.microsoft.com/office/drawing/2014/main" id="{172F5C4F-FE0B-4ECB-B8B9-01B3CFFAE86A}"/>
                </a:ext>
              </a:extLst>
            </p:cNvPr>
            <p:cNvSpPr/>
            <p:nvPr/>
          </p:nvSpPr>
          <p:spPr>
            <a:xfrm>
              <a:off x="3390945" y="2433724"/>
              <a:ext cx="51179" cy="85934"/>
            </a:xfrm>
            <a:custGeom>
              <a:avLst/>
              <a:gdLst/>
              <a:ahLst/>
              <a:cxnLst/>
              <a:rect l="l" t="t" r="r" b="b"/>
              <a:pathLst>
                <a:path w="1608" h="2700" extrusionOk="0">
                  <a:moveTo>
                    <a:pt x="182" y="1"/>
                  </a:moveTo>
                  <a:cubicBezTo>
                    <a:pt x="134" y="1"/>
                    <a:pt x="86" y="22"/>
                    <a:pt x="48" y="68"/>
                  </a:cubicBezTo>
                  <a:cubicBezTo>
                    <a:pt x="0" y="140"/>
                    <a:pt x="12" y="235"/>
                    <a:pt x="84" y="294"/>
                  </a:cubicBezTo>
                  <a:cubicBezTo>
                    <a:pt x="834" y="794"/>
                    <a:pt x="1274" y="1628"/>
                    <a:pt x="1274" y="2545"/>
                  </a:cubicBezTo>
                  <a:cubicBezTo>
                    <a:pt x="1274" y="2628"/>
                    <a:pt x="1358" y="2699"/>
                    <a:pt x="1441" y="2699"/>
                  </a:cubicBezTo>
                  <a:cubicBezTo>
                    <a:pt x="1536" y="2699"/>
                    <a:pt x="1608" y="2628"/>
                    <a:pt x="1608" y="2545"/>
                  </a:cubicBezTo>
                  <a:cubicBezTo>
                    <a:pt x="1596" y="1533"/>
                    <a:pt x="1096" y="592"/>
                    <a:pt x="262" y="20"/>
                  </a:cubicBezTo>
                  <a:cubicBezTo>
                    <a:pt x="237" y="8"/>
                    <a:pt x="209" y="1"/>
                    <a:pt x="182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2" name="Google Shape;11895;p79">
              <a:extLst>
                <a:ext uri="{FF2B5EF4-FFF2-40B4-BE49-F238E27FC236}">
                  <a16:creationId xmlns:a16="http://schemas.microsoft.com/office/drawing/2014/main" id="{28F8C636-6C20-465C-813D-A81231060A96}"/>
                </a:ext>
              </a:extLst>
            </p:cNvPr>
            <p:cNvSpPr/>
            <p:nvPr/>
          </p:nvSpPr>
          <p:spPr>
            <a:xfrm>
              <a:off x="3360613" y="2478187"/>
              <a:ext cx="27340" cy="41471"/>
            </a:xfrm>
            <a:custGeom>
              <a:avLst/>
              <a:gdLst/>
              <a:ahLst/>
              <a:cxnLst/>
              <a:rect l="l" t="t" r="r" b="b"/>
              <a:pathLst>
                <a:path w="859" h="1303" extrusionOk="0">
                  <a:moveTo>
                    <a:pt x="177" y="1"/>
                  </a:moveTo>
                  <a:cubicBezTo>
                    <a:pt x="131" y="1"/>
                    <a:pt x="85" y="25"/>
                    <a:pt x="48" y="76"/>
                  </a:cubicBezTo>
                  <a:cubicBezTo>
                    <a:pt x="1" y="147"/>
                    <a:pt x="13" y="231"/>
                    <a:pt x="84" y="290"/>
                  </a:cubicBezTo>
                  <a:cubicBezTo>
                    <a:pt x="370" y="493"/>
                    <a:pt x="537" y="802"/>
                    <a:pt x="537" y="1148"/>
                  </a:cubicBezTo>
                  <a:cubicBezTo>
                    <a:pt x="537" y="1231"/>
                    <a:pt x="608" y="1302"/>
                    <a:pt x="703" y="1302"/>
                  </a:cubicBezTo>
                  <a:cubicBezTo>
                    <a:pt x="787" y="1302"/>
                    <a:pt x="858" y="1231"/>
                    <a:pt x="858" y="1148"/>
                  </a:cubicBezTo>
                  <a:cubicBezTo>
                    <a:pt x="858" y="683"/>
                    <a:pt x="644" y="278"/>
                    <a:pt x="263" y="28"/>
                  </a:cubicBezTo>
                  <a:cubicBezTo>
                    <a:pt x="235" y="10"/>
                    <a:pt x="206" y="1"/>
                    <a:pt x="177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3" name="Google Shape;11896;p79">
              <a:extLst>
                <a:ext uri="{FF2B5EF4-FFF2-40B4-BE49-F238E27FC236}">
                  <a16:creationId xmlns:a16="http://schemas.microsoft.com/office/drawing/2014/main" id="{CD4D3B78-798D-4654-8940-37F1311829B2}"/>
                </a:ext>
              </a:extLst>
            </p:cNvPr>
            <p:cNvSpPr/>
            <p:nvPr/>
          </p:nvSpPr>
          <p:spPr>
            <a:xfrm>
              <a:off x="3375795" y="2455939"/>
              <a:ext cx="39434" cy="63719"/>
            </a:xfrm>
            <a:custGeom>
              <a:avLst/>
              <a:gdLst/>
              <a:ahLst/>
              <a:cxnLst/>
              <a:rect l="l" t="t" r="r" b="b"/>
              <a:pathLst>
                <a:path w="1239" h="2002" extrusionOk="0">
                  <a:moveTo>
                    <a:pt x="183" y="0"/>
                  </a:moveTo>
                  <a:cubicBezTo>
                    <a:pt x="134" y="0"/>
                    <a:pt x="86" y="26"/>
                    <a:pt x="48" y="73"/>
                  </a:cubicBezTo>
                  <a:cubicBezTo>
                    <a:pt x="0" y="144"/>
                    <a:pt x="12" y="239"/>
                    <a:pt x="83" y="299"/>
                  </a:cubicBezTo>
                  <a:cubicBezTo>
                    <a:pt x="595" y="632"/>
                    <a:pt x="905" y="1216"/>
                    <a:pt x="905" y="1847"/>
                  </a:cubicBezTo>
                  <a:cubicBezTo>
                    <a:pt x="905" y="1930"/>
                    <a:pt x="976" y="2001"/>
                    <a:pt x="1072" y="2001"/>
                  </a:cubicBezTo>
                  <a:cubicBezTo>
                    <a:pt x="1155" y="2001"/>
                    <a:pt x="1238" y="1930"/>
                    <a:pt x="1238" y="1847"/>
                  </a:cubicBezTo>
                  <a:cubicBezTo>
                    <a:pt x="1238" y="1108"/>
                    <a:pt x="881" y="430"/>
                    <a:pt x="262" y="25"/>
                  </a:cubicBezTo>
                  <a:cubicBezTo>
                    <a:pt x="237" y="8"/>
                    <a:pt x="210" y="0"/>
                    <a:pt x="183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4" name="Google Shape;11897;p79">
              <a:extLst>
                <a:ext uri="{FF2B5EF4-FFF2-40B4-BE49-F238E27FC236}">
                  <a16:creationId xmlns:a16="http://schemas.microsoft.com/office/drawing/2014/main" id="{F26D57A1-1A40-4442-84F4-DDD78A544C34}"/>
                </a:ext>
              </a:extLst>
            </p:cNvPr>
            <p:cNvSpPr/>
            <p:nvPr/>
          </p:nvSpPr>
          <p:spPr>
            <a:xfrm>
              <a:off x="3097241" y="2433564"/>
              <a:ext cx="50829" cy="85711"/>
            </a:xfrm>
            <a:custGeom>
              <a:avLst/>
              <a:gdLst/>
              <a:ahLst/>
              <a:cxnLst/>
              <a:rect l="l" t="t" r="r" b="b"/>
              <a:pathLst>
                <a:path w="1597" h="2693" extrusionOk="0">
                  <a:moveTo>
                    <a:pt x="1408" y="1"/>
                  </a:moveTo>
                  <a:cubicBezTo>
                    <a:pt x="1378" y="1"/>
                    <a:pt x="1348" y="9"/>
                    <a:pt x="1323" y="25"/>
                  </a:cubicBezTo>
                  <a:cubicBezTo>
                    <a:pt x="489" y="597"/>
                    <a:pt x="1" y="1538"/>
                    <a:pt x="1" y="2526"/>
                  </a:cubicBezTo>
                  <a:cubicBezTo>
                    <a:pt x="1" y="2621"/>
                    <a:pt x="72" y="2692"/>
                    <a:pt x="168" y="2692"/>
                  </a:cubicBezTo>
                  <a:cubicBezTo>
                    <a:pt x="251" y="2692"/>
                    <a:pt x="322" y="2621"/>
                    <a:pt x="322" y="2526"/>
                  </a:cubicBezTo>
                  <a:cubicBezTo>
                    <a:pt x="322" y="1633"/>
                    <a:pt x="775" y="787"/>
                    <a:pt x="1513" y="275"/>
                  </a:cubicBezTo>
                  <a:cubicBezTo>
                    <a:pt x="1573" y="240"/>
                    <a:pt x="1596" y="133"/>
                    <a:pt x="1549" y="73"/>
                  </a:cubicBezTo>
                  <a:cubicBezTo>
                    <a:pt x="1518" y="27"/>
                    <a:pt x="1462" y="1"/>
                    <a:pt x="1408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5" name="Google Shape;11898;p79">
              <a:extLst>
                <a:ext uri="{FF2B5EF4-FFF2-40B4-BE49-F238E27FC236}">
                  <a16:creationId xmlns:a16="http://schemas.microsoft.com/office/drawing/2014/main" id="{B0EBCE3F-DC3E-4276-BBBF-DB3188B1D07C}"/>
                </a:ext>
              </a:extLst>
            </p:cNvPr>
            <p:cNvSpPr/>
            <p:nvPr/>
          </p:nvSpPr>
          <p:spPr>
            <a:xfrm>
              <a:off x="3151061" y="2477773"/>
              <a:ext cx="27690" cy="41503"/>
            </a:xfrm>
            <a:custGeom>
              <a:avLst/>
              <a:gdLst/>
              <a:ahLst/>
              <a:cxnLst/>
              <a:rect l="l" t="t" r="r" b="b"/>
              <a:pathLst>
                <a:path w="870" h="1304" extrusionOk="0">
                  <a:moveTo>
                    <a:pt x="681" y="1"/>
                  </a:moveTo>
                  <a:cubicBezTo>
                    <a:pt x="647" y="1"/>
                    <a:pt x="613" y="10"/>
                    <a:pt x="584" y="29"/>
                  </a:cubicBezTo>
                  <a:cubicBezTo>
                    <a:pt x="215" y="280"/>
                    <a:pt x="1" y="696"/>
                    <a:pt x="1" y="1137"/>
                  </a:cubicBezTo>
                  <a:cubicBezTo>
                    <a:pt x="1" y="1232"/>
                    <a:pt x="84" y="1303"/>
                    <a:pt x="167" y="1303"/>
                  </a:cubicBezTo>
                  <a:cubicBezTo>
                    <a:pt x="263" y="1303"/>
                    <a:pt x="334" y="1232"/>
                    <a:pt x="334" y="1137"/>
                  </a:cubicBezTo>
                  <a:cubicBezTo>
                    <a:pt x="334" y="803"/>
                    <a:pt x="501" y="482"/>
                    <a:pt x="775" y="291"/>
                  </a:cubicBezTo>
                  <a:cubicBezTo>
                    <a:pt x="834" y="244"/>
                    <a:pt x="870" y="149"/>
                    <a:pt x="810" y="65"/>
                  </a:cubicBezTo>
                  <a:cubicBezTo>
                    <a:pt x="782" y="22"/>
                    <a:pt x="732" y="1"/>
                    <a:pt x="68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6" name="Google Shape;11899;p79">
              <a:extLst>
                <a:ext uri="{FF2B5EF4-FFF2-40B4-BE49-F238E27FC236}">
                  <a16:creationId xmlns:a16="http://schemas.microsoft.com/office/drawing/2014/main" id="{821C47C2-313D-47DA-A749-FDDEDDA854B2}"/>
                </a:ext>
              </a:extLst>
            </p:cNvPr>
            <p:cNvSpPr/>
            <p:nvPr/>
          </p:nvSpPr>
          <p:spPr>
            <a:xfrm>
              <a:off x="3124167" y="2455939"/>
              <a:ext cx="39434" cy="63337"/>
            </a:xfrm>
            <a:custGeom>
              <a:avLst/>
              <a:gdLst/>
              <a:ahLst/>
              <a:cxnLst/>
              <a:rect l="l" t="t" r="r" b="b"/>
              <a:pathLst>
                <a:path w="1239" h="1990" extrusionOk="0">
                  <a:moveTo>
                    <a:pt x="1038" y="0"/>
                  </a:moveTo>
                  <a:cubicBezTo>
                    <a:pt x="1008" y="0"/>
                    <a:pt x="978" y="8"/>
                    <a:pt x="953" y="25"/>
                  </a:cubicBezTo>
                  <a:cubicBezTo>
                    <a:pt x="357" y="430"/>
                    <a:pt x="0" y="1108"/>
                    <a:pt x="0" y="1823"/>
                  </a:cubicBezTo>
                  <a:cubicBezTo>
                    <a:pt x="0" y="1918"/>
                    <a:pt x="72" y="1989"/>
                    <a:pt x="167" y="1989"/>
                  </a:cubicBezTo>
                  <a:cubicBezTo>
                    <a:pt x="250" y="1989"/>
                    <a:pt x="334" y="1918"/>
                    <a:pt x="334" y="1823"/>
                  </a:cubicBezTo>
                  <a:cubicBezTo>
                    <a:pt x="334" y="1204"/>
                    <a:pt x="643" y="632"/>
                    <a:pt x="1143" y="275"/>
                  </a:cubicBezTo>
                  <a:cubicBezTo>
                    <a:pt x="1203" y="239"/>
                    <a:pt x="1239" y="132"/>
                    <a:pt x="1179" y="73"/>
                  </a:cubicBezTo>
                  <a:cubicBezTo>
                    <a:pt x="1148" y="26"/>
                    <a:pt x="1093" y="0"/>
                    <a:pt x="1038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47" name="Google Shape;2328;p64">
            <a:extLst>
              <a:ext uri="{FF2B5EF4-FFF2-40B4-BE49-F238E27FC236}">
                <a16:creationId xmlns:a16="http://schemas.microsoft.com/office/drawing/2014/main" id="{A3DB77BC-B1C0-42D5-9DFA-47D1656D2FCB}"/>
              </a:ext>
            </a:extLst>
          </p:cNvPr>
          <p:cNvGrpSpPr/>
          <p:nvPr/>
        </p:nvGrpSpPr>
        <p:grpSpPr>
          <a:xfrm>
            <a:off x="5390745" y="3640894"/>
            <a:ext cx="914400" cy="822960"/>
            <a:chOff x="1902821" y="1455690"/>
            <a:chExt cx="602023" cy="553698"/>
          </a:xfrm>
        </p:grpSpPr>
        <p:sp>
          <p:nvSpPr>
            <p:cNvPr id="148" name="Google Shape;2329;p64">
              <a:extLst>
                <a:ext uri="{FF2B5EF4-FFF2-40B4-BE49-F238E27FC236}">
                  <a16:creationId xmlns:a16="http://schemas.microsoft.com/office/drawing/2014/main" id="{8C2958C8-70B5-4D9C-9764-BF2C7FBC4827}"/>
                </a:ext>
              </a:extLst>
            </p:cNvPr>
            <p:cNvSpPr/>
            <p:nvPr/>
          </p:nvSpPr>
          <p:spPr>
            <a:xfrm>
              <a:off x="2268526" y="1496088"/>
              <a:ext cx="51774" cy="61990"/>
            </a:xfrm>
            <a:custGeom>
              <a:avLst/>
              <a:gdLst/>
              <a:ahLst/>
              <a:cxnLst/>
              <a:rect l="l" t="t" r="r" b="b"/>
              <a:pathLst>
                <a:path w="1561" h="1869" extrusionOk="0">
                  <a:moveTo>
                    <a:pt x="780" y="533"/>
                  </a:moveTo>
                  <a:cubicBezTo>
                    <a:pt x="918" y="533"/>
                    <a:pt x="1029" y="644"/>
                    <a:pt x="1029" y="781"/>
                  </a:cubicBezTo>
                  <a:lnTo>
                    <a:pt x="1029" y="1087"/>
                  </a:lnTo>
                  <a:cubicBezTo>
                    <a:pt x="1029" y="1225"/>
                    <a:pt x="918" y="1337"/>
                    <a:pt x="780" y="1337"/>
                  </a:cubicBezTo>
                  <a:cubicBezTo>
                    <a:pt x="644" y="1337"/>
                    <a:pt x="532" y="1225"/>
                    <a:pt x="532" y="1087"/>
                  </a:cubicBezTo>
                  <a:lnTo>
                    <a:pt x="532" y="781"/>
                  </a:lnTo>
                  <a:cubicBezTo>
                    <a:pt x="532" y="644"/>
                    <a:pt x="644" y="533"/>
                    <a:pt x="780" y="533"/>
                  </a:cubicBezTo>
                  <a:close/>
                  <a:moveTo>
                    <a:pt x="780" y="1"/>
                  </a:moveTo>
                  <a:cubicBezTo>
                    <a:pt x="350" y="1"/>
                    <a:pt x="0" y="351"/>
                    <a:pt x="0" y="782"/>
                  </a:cubicBezTo>
                  <a:lnTo>
                    <a:pt x="0" y="1087"/>
                  </a:lnTo>
                  <a:cubicBezTo>
                    <a:pt x="0" y="1518"/>
                    <a:pt x="350" y="1869"/>
                    <a:pt x="780" y="1869"/>
                  </a:cubicBezTo>
                  <a:cubicBezTo>
                    <a:pt x="1211" y="1869"/>
                    <a:pt x="1561" y="1518"/>
                    <a:pt x="1561" y="1087"/>
                  </a:cubicBezTo>
                  <a:lnTo>
                    <a:pt x="1561" y="782"/>
                  </a:lnTo>
                  <a:cubicBezTo>
                    <a:pt x="1561" y="351"/>
                    <a:pt x="1211" y="1"/>
                    <a:pt x="7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9" name="Google Shape;2330;p64">
              <a:extLst>
                <a:ext uri="{FF2B5EF4-FFF2-40B4-BE49-F238E27FC236}">
                  <a16:creationId xmlns:a16="http://schemas.microsoft.com/office/drawing/2014/main" id="{A5D7AF34-2C64-41EA-818F-D4F9BD5F0D11}"/>
                </a:ext>
              </a:extLst>
            </p:cNvPr>
            <p:cNvSpPr/>
            <p:nvPr/>
          </p:nvSpPr>
          <p:spPr>
            <a:xfrm>
              <a:off x="2394894" y="1496088"/>
              <a:ext cx="51774" cy="61990"/>
            </a:xfrm>
            <a:custGeom>
              <a:avLst/>
              <a:gdLst/>
              <a:ahLst/>
              <a:cxnLst/>
              <a:rect l="l" t="t" r="r" b="b"/>
              <a:pathLst>
                <a:path w="1561" h="1869" extrusionOk="0">
                  <a:moveTo>
                    <a:pt x="782" y="533"/>
                  </a:moveTo>
                  <a:cubicBezTo>
                    <a:pt x="918" y="533"/>
                    <a:pt x="1030" y="644"/>
                    <a:pt x="1030" y="781"/>
                  </a:cubicBezTo>
                  <a:lnTo>
                    <a:pt x="1030" y="1087"/>
                  </a:lnTo>
                  <a:cubicBezTo>
                    <a:pt x="1030" y="1225"/>
                    <a:pt x="918" y="1337"/>
                    <a:pt x="782" y="1337"/>
                  </a:cubicBezTo>
                  <a:cubicBezTo>
                    <a:pt x="644" y="1337"/>
                    <a:pt x="532" y="1225"/>
                    <a:pt x="532" y="1087"/>
                  </a:cubicBezTo>
                  <a:lnTo>
                    <a:pt x="532" y="781"/>
                  </a:lnTo>
                  <a:cubicBezTo>
                    <a:pt x="532" y="644"/>
                    <a:pt x="644" y="533"/>
                    <a:pt x="782" y="533"/>
                  </a:cubicBezTo>
                  <a:close/>
                  <a:moveTo>
                    <a:pt x="781" y="1"/>
                  </a:moveTo>
                  <a:cubicBezTo>
                    <a:pt x="350" y="1"/>
                    <a:pt x="0" y="351"/>
                    <a:pt x="0" y="782"/>
                  </a:cubicBezTo>
                  <a:lnTo>
                    <a:pt x="0" y="1087"/>
                  </a:lnTo>
                  <a:cubicBezTo>
                    <a:pt x="0" y="1518"/>
                    <a:pt x="350" y="1869"/>
                    <a:pt x="781" y="1869"/>
                  </a:cubicBezTo>
                  <a:cubicBezTo>
                    <a:pt x="1212" y="1869"/>
                    <a:pt x="1561" y="1518"/>
                    <a:pt x="1561" y="1087"/>
                  </a:cubicBezTo>
                  <a:lnTo>
                    <a:pt x="1561" y="782"/>
                  </a:lnTo>
                  <a:cubicBezTo>
                    <a:pt x="1561" y="351"/>
                    <a:pt x="1212" y="1"/>
                    <a:pt x="7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0" name="Google Shape;2331;p64">
              <a:extLst>
                <a:ext uri="{FF2B5EF4-FFF2-40B4-BE49-F238E27FC236}">
                  <a16:creationId xmlns:a16="http://schemas.microsoft.com/office/drawing/2014/main" id="{BEACAAFC-B151-4362-832A-542EE16B53BD}"/>
                </a:ext>
              </a:extLst>
            </p:cNvPr>
            <p:cNvSpPr/>
            <p:nvPr/>
          </p:nvSpPr>
          <p:spPr>
            <a:xfrm>
              <a:off x="2453036" y="1496088"/>
              <a:ext cx="51808" cy="61990"/>
            </a:xfrm>
            <a:custGeom>
              <a:avLst/>
              <a:gdLst/>
              <a:ahLst/>
              <a:cxnLst/>
              <a:rect l="l" t="t" r="r" b="b"/>
              <a:pathLst>
                <a:path w="1562" h="1869" extrusionOk="0">
                  <a:moveTo>
                    <a:pt x="781" y="533"/>
                  </a:moveTo>
                  <a:cubicBezTo>
                    <a:pt x="918" y="533"/>
                    <a:pt x="1030" y="644"/>
                    <a:pt x="1030" y="781"/>
                  </a:cubicBezTo>
                  <a:lnTo>
                    <a:pt x="1030" y="1087"/>
                  </a:lnTo>
                  <a:cubicBezTo>
                    <a:pt x="1030" y="1225"/>
                    <a:pt x="918" y="1337"/>
                    <a:pt x="781" y="1337"/>
                  </a:cubicBezTo>
                  <a:cubicBezTo>
                    <a:pt x="644" y="1337"/>
                    <a:pt x="533" y="1225"/>
                    <a:pt x="533" y="1087"/>
                  </a:cubicBezTo>
                  <a:lnTo>
                    <a:pt x="533" y="781"/>
                  </a:lnTo>
                  <a:cubicBezTo>
                    <a:pt x="533" y="644"/>
                    <a:pt x="644" y="533"/>
                    <a:pt x="781" y="533"/>
                  </a:cubicBezTo>
                  <a:close/>
                  <a:moveTo>
                    <a:pt x="781" y="1"/>
                  </a:moveTo>
                  <a:cubicBezTo>
                    <a:pt x="351" y="1"/>
                    <a:pt x="1" y="351"/>
                    <a:pt x="1" y="782"/>
                  </a:cubicBezTo>
                  <a:lnTo>
                    <a:pt x="1" y="1087"/>
                  </a:lnTo>
                  <a:cubicBezTo>
                    <a:pt x="1" y="1518"/>
                    <a:pt x="351" y="1869"/>
                    <a:pt x="781" y="1869"/>
                  </a:cubicBezTo>
                  <a:cubicBezTo>
                    <a:pt x="1211" y="1869"/>
                    <a:pt x="1562" y="1518"/>
                    <a:pt x="1562" y="1087"/>
                  </a:cubicBezTo>
                  <a:lnTo>
                    <a:pt x="1562" y="782"/>
                  </a:lnTo>
                  <a:cubicBezTo>
                    <a:pt x="1562" y="351"/>
                    <a:pt x="1211" y="1"/>
                    <a:pt x="7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1" name="Google Shape;2332;p64">
              <a:extLst>
                <a:ext uri="{FF2B5EF4-FFF2-40B4-BE49-F238E27FC236}">
                  <a16:creationId xmlns:a16="http://schemas.microsoft.com/office/drawing/2014/main" id="{A44A30DE-6C50-49DB-8E75-372BE9E1C2FA}"/>
                </a:ext>
              </a:extLst>
            </p:cNvPr>
            <p:cNvSpPr/>
            <p:nvPr/>
          </p:nvSpPr>
          <p:spPr>
            <a:xfrm>
              <a:off x="2324114" y="1496088"/>
              <a:ext cx="27131" cy="61990"/>
            </a:xfrm>
            <a:custGeom>
              <a:avLst/>
              <a:gdLst/>
              <a:ahLst/>
              <a:cxnLst/>
              <a:rect l="l" t="t" r="r" b="b"/>
              <a:pathLst>
                <a:path w="818" h="1869" extrusionOk="0">
                  <a:moveTo>
                    <a:pt x="267" y="1"/>
                  </a:moveTo>
                  <a:cubicBezTo>
                    <a:pt x="120" y="1"/>
                    <a:pt x="1" y="120"/>
                    <a:pt x="1" y="267"/>
                  </a:cubicBezTo>
                  <a:cubicBezTo>
                    <a:pt x="1" y="414"/>
                    <a:pt x="120" y="533"/>
                    <a:pt x="267" y="533"/>
                  </a:cubicBezTo>
                  <a:lnTo>
                    <a:pt x="287" y="533"/>
                  </a:lnTo>
                  <a:lnTo>
                    <a:pt x="287" y="1603"/>
                  </a:lnTo>
                  <a:cubicBezTo>
                    <a:pt x="287" y="1749"/>
                    <a:pt x="405" y="1869"/>
                    <a:pt x="553" y="1869"/>
                  </a:cubicBezTo>
                  <a:cubicBezTo>
                    <a:pt x="700" y="1869"/>
                    <a:pt x="818" y="1749"/>
                    <a:pt x="818" y="1603"/>
                  </a:cubicBezTo>
                  <a:lnTo>
                    <a:pt x="818" y="267"/>
                  </a:lnTo>
                  <a:cubicBezTo>
                    <a:pt x="818" y="120"/>
                    <a:pt x="700" y="1"/>
                    <a:pt x="5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2" name="Google Shape;2333;p64">
              <a:extLst>
                <a:ext uri="{FF2B5EF4-FFF2-40B4-BE49-F238E27FC236}">
                  <a16:creationId xmlns:a16="http://schemas.microsoft.com/office/drawing/2014/main" id="{F8F45690-9125-4A1B-8B4D-2E62FAA5C28E}"/>
                </a:ext>
              </a:extLst>
            </p:cNvPr>
            <p:cNvSpPr/>
            <p:nvPr/>
          </p:nvSpPr>
          <p:spPr>
            <a:xfrm>
              <a:off x="2358874" y="1496088"/>
              <a:ext cx="27164" cy="61990"/>
            </a:xfrm>
            <a:custGeom>
              <a:avLst/>
              <a:gdLst/>
              <a:ahLst/>
              <a:cxnLst/>
              <a:rect l="l" t="t" r="r" b="b"/>
              <a:pathLst>
                <a:path w="819" h="1869" extrusionOk="0">
                  <a:moveTo>
                    <a:pt x="267" y="1"/>
                  </a:moveTo>
                  <a:cubicBezTo>
                    <a:pt x="120" y="1"/>
                    <a:pt x="1" y="120"/>
                    <a:pt x="1" y="267"/>
                  </a:cubicBezTo>
                  <a:cubicBezTo>
                    <a:pt x="1" y="414"/>
                    <a:pt x="120" y="533"/>
                    <a:pt x="267" y="533"/>
                  </a:cubicBezTo>
                  <a:lnTo>
                    <a:pt x="286" y="533"/>
                  </a:lnTo>
                  <a:lnTo>
                    <a:pt x="286" y="1603"/>
                  </a:lnTo>
                  <a:cubicBezTo>
                    <a:pt x="286" y="1749"/>
                    <a:pt x="406" y="1869"/>
                    <a:pt x="552" y="1869"/>
                  </a:cubicBezTo>
                  <a:cubicBezTo>
                    <a:pt x="699" y="1869"/>
                    <a:pt x="818" y="1749"/>
                    <a:pt x="818" y="1603"/>
                  </a:cubicBezTo>
                  <a:lnTo>
                    <a:pt x="818" y="267"/>
                  </a:lnTo>
                  <a:cubicBezTo>
                    <a:pt x="818" y="120"/>
                    <a:pt x="699" y="1"/>
                    <a:pt x="5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3" name="Google Shape;2334;p64">
              <a:extLst>
                <a:ext uri="{FF2B5EF4-FFF2-40B4-BE49-F238E27FC236}">
                  <a16:creationId xmlns:a16="http://schemas.microsoft.com/office/drawing/2014/main" id="{CB2C840F-02B3-4AF3-8E60-E4CC7BEA7D30}"/>
                </a:ext>
              </a:extLst>
            </p:cNvPr>
            <p:cNvSpPr/>
            <p:nvPr/>
          </p:nvSpPr>
          <p:spPr>
            <a:xfrm>
              <a:off x="2453036" y="1575458"/>
              <a:ext cx="51808" cy="61957"/>
            </a:xfrm>
            <a:custGeom>
              <a:avLst/>
              <a:gdLst/>
              <a:ahLst/>
              <a:cxnLst/>
              <a:rect l="l" t="t" r="r" b="b"/>
              <a:pathLst>
                <a:path w="1562" h="1868" extrusionOk="0">
                  <a:moveTo>
                    <a:pt x="781" y="532"/>
                  </a:moveTo>
                  <a:cubicBezTo>
                    <a:pt x="918" y="532"/>
                    <a:pt x="1030" y="644"/>
                    <a:pt x="1030" y="782"/>
                  </a:cubicBezTo>
                  <a:lnTo>
                    <a:pt x="1030" y="1087"/>
                  </a:lnTo>
                  <a:cubicBezTo>
                    <a:pt x="1030" y="1224"/>
                    <a:pt x="918" y="1336"/>
                    <a:pt x="781" y="1336"/>
                  </a:cubicBezTo>
                  <a:cubicBezTo>
                    <a:pt x="644" y="1336"/>
                    <a:pt x="533" y="1224"/>
                    <a:pt x="533" y="1087"/>
                  </a:cubicBezTo>
                  <a:lnTo>
                    <a:pt x="533" y="782"/>
                  </a:lnTo>
                  <a:cubicBezTo>
                    <a:pt x="533" y="644"/>
                    <a:pt x="644" y="532"/>
                    <a:pt x="781" y="532"/>
                  </a:cubicBezTo>
                  <a:close/>
                  <a:moveTo>
                    <a:pt x="781" y="0"/>
                  </a:moveTo>
                  <a:cubicBezTo>
                    <a:pt x="351" y="0"/>
                    <a:pt x="1" y="350"/>
                    <a:pt x="1" y="782"/>
                  </a:cubicBezTo>
                  <a:lnTo>
                    <a:pt x="1" y="1087"/>
                  </a:lnTo>
                  <a:cubicBezTo>
                    <a:pt x="1" y="1518"/>
                    <a:pt x="351" y="1868"/>
                    <a:pt x="781" y="1868"/>
                  </a:cubicBezTo>
                  <a:cubicBezTo>
                    <a:pt x="1211" y="1868"/>
                    <a:pt x="1562" y="1518"/>
                    <a:pt x="1562" y="1087"/>
                  </a:cubicBezTo>
                  <a:lnTo>
                    <a:pt x="1562" y="782"/>
                  </a:lnTo>
                  <a:cubicBezTo>
                    <a:pt x="1562" y="350"/>
                    <a:pt x="1211" y="0"/>
                    <a:pt x="7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4" name="Google Shape;2335;p64">
              <a:extLst>
                <a:ext uri="{FF2B5EF4-FFF2-40B4-BE49-F238E27FC236}">
                  <a16:creationId xmlns:a16="http://schemas.microsoft.com/office/drawing/2014/main" id="{DEA94CD7-2178-42E6-ABFE-9877F144C6AD}"/>
                </a:ext>
              </a:extLst>
            </p:cNvPr>
            <p:cNvSpPr/>
            <p:nvPr/>
          </p:nvSpPr>
          <p:spPr>
            <a:xfrm>
              <a:off x="2360731" y="1575458"/>
              <a:ext cx="51808" cy="61957"/>
            </a:xfrm>
            <a:custGeom>
              <a:avLst/>
              <a:gdLst/>
              <a:ahLst/>
              <a:cxnLst/>
              <a:rect l="l" t="t" r="r" b="b"/>
              <a:pathLst>
                <a:path w="1562" h="1868" extrusionOk="0">
                  <a:moveTo>
                    <a:pt x="781" y="532"/>
                  </a:moveTo>
                  <a:cubicBezTo>
                    <a:pt x="918" y="532"/>
                    <a:pt x="1029" y="644"/>
                    <a:pt x="1029" y="782"/>
                  </a:cubicBezTo>
                  <a:lnTo>
                    <a:pt x="1029" y="1087"/>
                  </a:lnTo>
                  <a:cubicBezTo>
                    <a:pt x="1029" y="1224"/>
                    <a:pt x="918" y="1336"/>
                    <a:pt x="781" y="1336"/>
                  </a:cubicBezTo>
                  <a:cubicBezTo>
                    <a:pt x="644" y="1336"/>
                    <a:pt x="532" y="1224"/>
                    <a:pt x="532" y="1087"/>
                  </a:cubicBezTo>
                  <a:lnTo>
                    <a:pt x="532" y="782"/>
                  </a:lnTo>
                  <a:cubicBezTo>
                    <a:pt x="532" y="644"/>
                    <a:pt x="644" y="532"/>
                    <a:pt x="781" y="532"/>
                  </a:cubicBezTo>
                  <a:close/>
                  <a:moveTo>
                    <a:pt x="781" y="0"/>
                  </a:moveTo>
                  <a:cubicBezTo>
                    <a:pt x="351" y="0"/>
                    <a:pt x="0" y="350"/>
                    <a:pt x="0" y="782"/>
                  </a:cubicBezTo>
                  <a:lnTo>
                    <a:pt x="0" y="1087"/>
                  </a:lnTo>
                  <a:cubicBezTo>
                    <a:pt x="0" y="1518"/>
                    <a:pt x="351" y="1868"/>
                    <a:pt x="781" y="1868"/>
                  </a:cubicBezTo>
                  <a:cubicBezTo>
                    <a:pt x="1211" y="1868"/>
                    <a:pt x="1561" y="1518"/>
                    <a:pt x="1561" y="1087"/>
                  </a:cubicBezTo>
                  <a:lnTo>
                    <a:pt x="1561" y="782"/>
                  </a:lnTo>
                  <a:cubicBezTo>
                    <a:pt x="1561" y="350"/>
                    <a:pt x="1211" y="0"/>
                    <a:pt x="7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5" name="Google Shape;2336;p64">
              <a:extLst>
                <a:ext uri="{FF2B5EF4-FFF2-40B4-BE49-F238E27FC236}">
                  <a16:creationId xmlns:a16="http://schemas.microsoft.com/office/drawing/2014/main" id="{FD79F0EC-98B5-4812-B5A5-A6DA9EE6B82B}"/>
                </a:ext>
              </a:extLst>
            </p:cNvPr>
            <p:cNvSpPr/>
            <p:nvPr/>
          </p:nvSpPr>
          <p:spPr>
            <a:xfrm>
              <a:off x="2417249" y="1575458"/>
              <a:ext cx="27164" cy="61957"/>
            </a:xfrm>
            <a:custGeom>
              <a:avLst/>
              <a:gdLst/>
              <a:ahLst/>
              <a:cxnLst/>
              <a:rect l="l" t="t" r="r" b="b"/>
              <a:pathLst>
                <a:path w="819" h="1868" extrusionOk="0">
                  <a:moveTo>
                    <a:pt x="267" y="0"/>
                  </a:moveTo>
                  <a:cubicBezTo>
                    <a:pt x="120" y="0"/>
                    <a:pt x="1" y="119"/>
                    <a:pt x="1" y="266"/>
                  </a:cubicBezTo>
                  <a:cubicBezTo>
                    <a:pt x="1" y="413"/>
                    <a:pt x="120" y="531"/>
                    <a:pt x="267" y="531"/>
                  </a:cubicBezTo>
                  <a:lnTo>
                    <a:pt x="286" y="531"/>
                  </a:lnTo>
                  <a:lnTo>
                    <a:pt x="286" y="1602"/>
                  </a:lnTo>
                  <a:cubicBezTo>
                    <a:pt x="286" y="1749"/>
                    <a:pt x="405" y="1868"/>
                    <a:pt x="552" y="1868"/>
                  </a:cubicBezTo>
                  <a:cubicBezTo>
                    <a:pt x="699" y="1868"/>
                    <a:pt x="818" y="1749"/>
                    <a:pt x="818" y="1602"/>
                  </a:cubicBezTo>
                  <a:lnTo>
                    <a:pt x="818" y="266"/>
                  </a:lnTo>
                  <a:cubicBezTo>
                    <a:pt x="818" y="119"/>
                    <a:pt x="699" y="0"/>
                    <a:pt x="5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6" name="Google Shape;2337;p64">
              <a:extLst>
                <a:ext uri="{FF2B5EF4-FFF2-40B4-BE49-F238E27FC236}">
                  <a16:creationId xmlns:a16="http://schemas.microsoft.com/office/drawing/2014/main" id="{D04F2C1A-D5D0-4E2B-A89E-B980C65914C7}"/>
                </a:ext>
              </a:extLst>
            </p:cNvPr>
            <p:cNvSpPr/>
            <p:nvPr/>
          </p:nvSpPr>
          <p:spPr>
            <a:xfrm>
              <a:off x="2290250" y="1575458"/>
              <a:ext cx="27164" cy="61957"/>
            </a:xfrm>
            <a:custGeom>
              <a:avLst/>
              <a:gdLst/>
              <a:ahLst/>
              <a:cxnLst/>
              <a:rect l="l" t="t" r="r" b="b"/>
              <a:pathLst>
                <a:path w="819" h="1868" extrusionOk="0">
                  <a:moveTo>
                    <a:pt x="266" y="0"/>
                  </a:moveTo>
                  <a:cubicBezTo>
                    <a:pt x="119" y="0"/>
                    <a:pt x="0" y="119"/>
                    <a:pt x="0" y="266"/>
                  </a:cubicBezTo>
                  <a:cubicBezTo>
                    <a:pt x="0" y="413"/>
                    <a:pt x="119" y="531"/>
                    <a:pt x="266" y="531"/>
                  </a:cubicBezTo>
                  <a:lnTo>
                    <a:pt x="287" y="531"/>
                  </a:lnTo>
                  <a:lnTo>
                    <a:pt x="287" y="1602"/>
                  </a:lnTo>
                  <a:cubicBezTo>
                    <a:pt x="287" y="1749"/>
                    <a:pt x="406" y="1868"/>
                    <a:pt x="551" y="1868"/>
                  </a:cubicBezTo>
                  <a:cubicBezTo>
                    <a:pt x="698" y="1868"/>
                    <a:pt x="817" y="1749"/>
                    <a:pt x="817" y="1602"/>
                  </a:cubicBezTo>
                  <a:lnTo>
                    <a:pt x="817" y="266"/>
                  </a:lnTo>
                  <a:cubicBezTo>
                    <a:pt x="818" y="119"/>
                    <a:pt x="699" y="0"/>
                    <a:pt x="5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7" name="Google Shape;2338;p64">
              <a:extLst>
                <a:ext uri="{FF2B5EF4-FFF2-40B4-BE49-F238E27FC236}">
                  <a16:creationId xmlns:a16="http://schemas.microsoft.com/office/drawing/2014/main" id="{F6A8F58B-62DB-4D90-A8E1-438A4F2B9272}"/>
                </a:ext>
              </a:extLst>
            </p:cNvPr>
            <p:cNvSpPr/>
            <p:nvPr/>
          </p:nvSpPr>
          <p:spPr>
            <a:xfrm>
              <a:off x="2325010" y="1575458"/>
              <a:ext cx="27131" cy="61957"/>
            </a:xfrm>
            <a:custGeom>
              <a:avLst/>
              <a:gdLst/>
              <a:ahLst/>
              <a:cxnLst/>
              <a:rect l="l" t="t" r="r" b="b"/>
              <a:pathLst>
                <a:path w="818" h="1868" extrusionOk="0">
                  <a:moveTo>
                    <a:pt x="266" y="0"/>
                  </a:moveTo>
                  <a:cubicBezTo>
                    <a:pt x="119" y="0"/>
                    <a:pt x="0" y="119"/>
                    <a:pt x="0" y="266"/>
                  </a:cubicBezTo>
                  <a:cubicBezTo>
                    <a:pt x="0" y="413"/>
                    <a:pt x="119" y="531"/>
                    <a:pt x="266" y="531"/>
                  </a:cubicBezTo>
                  <a:lnTo>
                    <a:pt x="286" y="531"/>
                  </a:lnTo>
                  <a:lnTo>
                    <a:pt x="286" y="1602"/>
                  </a:lnTo>
                  <a:cubicBezTo>
                    <a:pt x="286" y="1749"/>
                    <a:pt x="405" y="1868"/>
                    <a:pt x="552" y="1868"/>
                  </a:cubicBezTo>
                  <a:cubicBezTo>
                    <a:pt x="699" y="1868"/>
                    <a:pt x="818" y="1749"/>
                    <a:pt x="818" y="1602"/>
                  </a:cubicBezTo>
                  <a:lnTo>
                    <a:pt x="818" y="266"/>
                  </a:lnTo>
                  <a:cubicBezTo>
                    <a:pt x="818" y="119"/>
                    <a:pt x="699" y="0"/>
                    <a:pt x="5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8" name="Google Shape;2339;p64">
              <a:extLst>
                <a:ext uri="{FF2B5EF4-FFF2-40B4-BE49-F238E27FC236}">
                  <a16:creationId xmlns:a16="http://schemas.microsoft.com/office/drawing/2014/main" id="{9C353328-F7DA-4038-A7C3-C5948283A4FD}"/>
                </a:ext>
              </a:extLst>
            </p:cNvPr>
            <p:cNvSpPr/>
            <p:nvPr/>
          </p:nvSpPr>
          <p:spPr>
            <a:xfrm>
              <a:off x="1902821" y="1455690"/>
              <a:ext cx="441327" cy="553698"/>
            </a:xfrm>
            <a:custGeom>
              <a:avLst/>
              <a:gdLst/>
              <a:ahLst/>
              <a:cxnLst/>
              <a:rect l="l" t="t" r="r" b="b"/>
              <a:pathLst>
                <a:path w="13306" h="16694" extrusionOk="0">
                  <a:moveTo>
                    <a:pt x="3904" y="2715"/>
                  </a:moveTo>
                  <a:cubicBezTo>
                    <a:pt x="4031" y="2715"/>
                    <a:pt x="4136" y="2820"/>
                    <a:pt x="4136" y="2948"/>
                  </a:cubicBezTo>
                  <a:cubicBezTo>
                    <a:pt x="4136" y="3076"/>
                    <a:pt x="4031" y="3180"/>
                    <a:pt x="3904" y="3180"/>
                  </a:cubicBezTo>
                  <a:cubicBezTo>
                    <a:pt x="3776" y="3180"/>
                    <a:pt x="3672" y="3076"/>
                    <a:pt x="3672" y="2948"/>
                  </a:cubicBezTo>
                  <a:cubicBezTo>
                    <a:pt x="3672" y="2820"/>
                    <a:pt x="3776" y="2715"/>
                    <a:pt x="3904" y="2715"/>
                  </a:cubicBezTo>
                  <a:close/>
                  <a:moveTo>
                    <a:pt x="2323" y="3889"/>
                  </a:moveTo>
                  <a:cubicBezTo>
                    <a:pt x="2451" y="3889"/>
                    <a:pt x="2554" y="3993"/>
                    <a:pt x="2554" y="4122"/>
                  </a:cubicBezTo>
                  <a:cubicBezTo>
                    <a:pt x="2554" y="4250"/>
                    <a:pt x="2451" y="4355"/>
                    <a:pt x="2323" y="4355"/>
                  </a:cubicBezTo>
                  <a:cubicBezTo>
                    <a:pt x="2195" y="4355"/>
                    <a:pt x="2091" y="4251"/>
                    <a:pt x="2091" y="4122"/>
                  </a:cubicBezTo>
                  <a:cubicBezTo>
                    <a:pt x="2091" y="3994"/>
                    <a:pt x="2195" y="3889"/>
                    <a:pt x="2323" y="3889"/>
                  </a:cubicBezTo>
                  <a:close/>
                  <a:moveTo>
                    <a:pt x="4039" y="5780"/>
                  </a:moveTo>
                  <a:cubicBezTo>
                    <a:pt x="4166" y="5780"/>
                    <a:pt x="4270" y="5884"/>
                    <a:pt x="4270" y="6013"/>
                  </a:cubicBezTo>
                  <a:cubicBezTo>
                    <a:pt x="4270" y="6141"/>
                    <a:pt x="4166" y="6245"/>
                    <a:pt x="4039" y="6245"/>
                  </a:cubicBezTo>
                  <a:cubicBezTo>
                    <a:pt x="3911" y="6245"/>
                    <a:pt x="3807" y="6141"/>
                    <a:pt x="3807" y="6013"/>
                  </a:cubicBezTo>
                  <a:cubicBezTo>
                    <a:pt x="3807" y="5884"/>
                    <a:pt x="3911" y="5780"/>
                    <a:pt x="4039" y="5780"/>
                  </a:cubicBezTo>
                  <a:close/>
                  <a:moveTo>
                    <a:pt x="2826" y="11946"/>
                  </a:moveTo>
                  <a:lnTo>
                    <a:pt x="2826" y="12141"/>
                  </a:lnTo>
                  <a:cubicBezTo>
                    <a:pt x="2827" y="12444"/>
                    <a:pt x="3245" y="12660"/>
                    <a:pt x="3249" y="12662"/>
                  </a:cubicBezTo>
                  <a:cubicBezTo>
                    <a:pt x="3307" y="12691"/>
                    <a:pt x="3372" y="12705"/>
                    <a:pt x="3440" y="12705"/>
                  </a:cubicBezTo>
                  <a:cubicBezTo>
                    <a:pt x="3577" y="12705"/>
                    <a:pt x="3716" y="12647"/>
                    <a:pt x="3812" y="12549"/>
                  </a:cubicBezTo>
                  <a:lnTo>
                    <a:pt x="3946" y="12415"/>
                  </a:lnTo>
                  <a:lnTo>
                    <a:pt x="4242" y="12714"/>
                  </a:lnTo>
                  <a:lnTo>
                    <a:pt x="4106" y="12853"/>
                  </a:lnTo>
                  <a:cubicBezTo>
                    <a:pt x="3891" y="13069"/>
                    <a:pt x="4036" y="13516"/>
                    <a:pt x="4038" y="13520"/>
                  </a:cubicBezTo>
                  <a:cubicBezTo>
                    <a:pt x="4102" y="13706"/>
                    <a:pt x="4302" y="13841"/>
                    <a:pt x="4514" y="13841"/>
                  </a:cubicBezTo>
                  <a:lnTo>
                    <a:pt x="4704" y="13841"/>
                  </a:lnTo>
                  <a:lnTo>
                    <a:pt x="4704" y="14268"/>
                  </a:lnTo>
                  <a:lnTo>
                    <a:pt x="4514" y="14268"/>
                  </a:lnTo>
                  <a:cubicBezTo>
                    <a:pt x="4211" y="14268"/>
                    <a:pt x="3997" y="14690"/>
                    <a:pt x="3995" y="14694"/>
                  </a:cubicBezTo>
                  <a:cubicBezTo>
                    <a:pt x="3910" y="14868"/>
                    <a:pt x="3956" y="15106"/>
                    <a:pt x="4106" y="15256"/>
                  </a:cubicBezTo>
                  <a:lnTo>
                    <a:pt x="4242" y="15394"/>
                  </a:lnTo>
                  <a:lnTo>
                    <a:pt x="3946" y="15694"/>
                  </a:lnTo>
                  <a:lnTo>
                    <a:pt x="3812" y="15559"/>
                  </a:lnTo>
                  <a:cubicBezTo>
                    <a:pt x="3733" y="15479"/>
                    <a:pt x="3620" y="15440"/>
                    <a:pt x="3468" y="15440"/>
                  </a:cubicBezTo>
                  <a:cubicBezTo>
                    <a:pt x="3343" y="15440"/>
                    <a:pt x="3214" y="15466"/>
                    <a:pt x="3145" y="15490"/>
                  </a:cubicBezTo>
                  <a:cubicBezTo>
                    <a:pt x="2961" y="15554"/>
                    <a:pt x="2827" y="15755"/>
                    <a:pt x="2827" y="15967"/>
                  </a:cubicBezTo>
                  <a:lnTo>
                    <a:pt x="2827" y="16163"/>
                  </a:lnTo>
                  <a:lnTo>
                    <a:pt x="2410" y="16163"/>
                  </a:lnTo>
                  <a:lnTo>
                    <a:pt x="2410" y="15967"/>
                  </a:lnTo>
                  <a:cubicBezTo>
                    <a:pt x="2410" y="15664"/>
                    <a:pt x="1992" y="15449"/>
                    <a:pt x="1988" y="15447"/>
                  </a:cubicBezTo>
                  <a:cubicBezTo>
                    <a:pt x="1929" y="15418"/>
                    <a:pt x="1865" y="15403"/>
                    <a:pt x="1797" y="15403"/>
                  </a:cubicBezTo>
                  <a:cubicBezTo>
                    <a:pt x="1660" y="15403"/>
                    <a:pt x="1521" y="15462"/>
                    <a:pt x="1425" y="15559"/>
                  </a:cubicBezTo>
                  <a:lnTo>
                    <a:pt x="1290" y="15695"/>
                  </a:lnTo>
                  <a:lnTo>
                    <a:pt x="994" y="15394"/>
                  </a:lnTo>
                  <a:lnTo>
                    <a:pt x="1131" y="15256"/>
                  </a:lnTo>
                  <a:cubicBezTo>
                    <a:pt x="1345" y="15040"/>
                    <a:pt x="1200" y="14593"/>
                    <a:pt x="1199" y="14589"/>
                  </a:cubicBezTo>
                  <a:cubicBezTo>
                    <a:pt x="1135" y="14402"/>
                    <a:pt x="935" y="14268"/>
                    <a:pt x="722" y="14268"/>
                  </a:cubicBezTo>
                  <a:lnTo>
                    <a:pt x="532" y="14268"/>
                  </a:lnTo>
                  <a:lnTo>
                    <a:pt x="532" y="13841"/>
                  </a:lnTo>
                  <a:lnTo>
                    <a:pt x="722" y="13841"/>
                  </a:lnTo>
                  <a:cubicBezTo>
                    <a:pt x="1027" y="13841"/>
                    <a:pt x="1240" y="13419"/>
                    <a:pt x="1242" y="13415"/>
                  </a:cubicBezTo>
                  <a:cubicBezTo>
                    <a:pt x="1326" y="13240"/>
                    <a:pt x="1280" y="13004"/>
                    <a:pt x="1131" y="12853"/>
                  </a:cubicBezTo>
                  <a:lnTo>
                    <a:pt x="994" y="12714"/>
                  </a:lnTo>
                  <a:lnTo>
                    <a:pt x="1290" y="12415"/>
                  </a:lnTo>
                  <a:lnTo>
                    <a:pt x="1425" y="12549"/>
                  </a:lnTo>
                  <a:cubicBezTo>
                    <a:pt x="1503" y="12629"/>
                    <a:pt x="1616" y="12668"/>
                    <a:pt x="1769" y="12668"/>
                  </a:cubicBezTo>
                  <a:cubicBezTo>
                    <a:pt x="1893" y="12668"/>
                    <a:pt x="2023" y="12642"/>
                    <a:pt x="2091" y="12619"/>
                  </a:cubicBezTo>
                  <a:cubicBezTo>
                    <a:pt x="2275" y="12554"/>
                    <a:pt x="2410" y="12354"/>
                    <a:pt x="2410" y="12141"/>
                  </a:cubicBezTo>
                  <a:lnTo>
                    <a:pt x="2410" y="11946"/>
                  </a:lnTo>
                  <a:close/>
                  <a:moveTo>
                    <a:pt x="5848" y="0"/>
                  </a:moveTo>
                  <a:cubicBezTo>
                    <a:pt x="2681" y="0"/>
                    <a:pt x="104" y="2582"/>
                    <a:pt x="104" y="5756"/>
                  </a:cubicBezTo>
                  <a:cubicBezTo>
                    <a:pt x="104" y="7726"/>
                    <a:pt x="1098" y="9478"/>
                    <a:pt x="2622" y="10517"/>
                  </a:cubicBezTo>
                  <a:lnTo>
                    <a:pt x="2622" y="11414"/>
                  </a:lnTo>
                  <a:lnTo>
                    <a:pt x="2321" y="11414"/>
                  </a:lnTo>
                  <a:cubicBezTo>
                    <a:pt x="2077" y="11414"/>
                    <a:pt x="1878" y="11613"/>
                    <a:pt x="1878" y="11857"/>
                  </a:cubicBezTo>
                  <a:lnTo>
                    <a:pt x="1878" y="12125"/>
                  </a:lnTo>
                  <a:cubicBezTo>
                    <a:pt x="1848" y="12130"/>
                    <a:pt x="1807" y="12136"/>
                    <a:pt x="1769" y="12136"/>
                  </a:cubicBezTo>
                  <a:lnTo>
                    <a:pt x="1764" y="12136"/>
                  </a:lnTo>
                  <a:lnTo>
                    <a:pt x="1605" y="11975"/>
                  </a:lnTo>
                  <a:cubicBezTo>
                    <a:pt x="1521" y="11891"/>
                    <a:pt x="1410" y="11845"/>
                    <a:pt x="1291" y="11845"/>
                  </a:cubicBezTo>
                  <a:cubicBezTo>
                    <a:pt x="1172" y="11845"/>
                    <a:pt x="1061" y="11891"/>
                    <a:pt x="977" y="11975"/>
                  </a:cubicBezTo>
                  <a:lnTo>
                    <a:pt x="555" y="12401"/>
                  </a:lnTo>
                  <a:cubicBezTo>
                    <a:pt x="385" y="12574"/>
                    <a:pt x="385" y="12855"/>
                    <a:pt x="555" y="13028"/>
                  </a:cubicBezTo>
                  <a:lnTo>
                    <a:pt x="743" y="13216"/>
                  </a:lnTo>
                  <a:cubicBezTo>
                    <a:pt x="722" y="13248"/>
                    <a:pt x="691" y="13286"/>
                    <a:pt x="667" y="13309"/>
                  </a:cubicBezTo>
                  <a:lnTo>
                    <a:pt x="444" y="13309"/>
                  </a:lnTo>
                  <a:cubicBezTo>
                    <a:pt x="200" y="13309"/>
                    <a:pt x="1" y="13508"/>
                    <a:pt x="1" y="13752"/>
                  </a:cubicBezTo>
                  <a:lnTo>
                    <a:pt x="1" y="14356"/>
                  </a:lnTo>
                  <a:cubicBezTo>
                    <a:pt x="1" y="14600"/>
                    <a:pt x="200" y="14800"/>
                    <a:pt x="444" y="14800"/>
                  </a:cubicBezTo>
                  <a:lnTo>
                    <a:pt x="705" y="14800"/>
                  </a:lnTo>
                  <a:cubicBezTo>
                    <a:pt x="711" y="14838"/>
                    <a:pt x="716" y="14886"/>
                    <a:pt x="715" y="14920"/>
                  </a:cubicBezTo>
                  <a:lnTo>
                    <a:pt x="555" y="15081"/>
                  </a:lnTo>
                  <a:cubicBezTo>
                    <a:pt x="385" y="15253"/>
                    <a:pt x="385" y="15535"/>
                    <a:pt x="555" y="15707"/>
                  </a:cubicBezTo>
                  <a:lnTo>
                    <a:pt x="977" y="16133"/>
                  </a:lnTo>
                  <a:cubicBezTo>
                    <a:pt x="1060" y="16218"/>
                    <a:pt x="1172" y="16264"/>
                    <a:pt x="1291" y="16264"/>
                  </a:cubicBezTo>
                  <a:cubicBezTo>
                    <a:pt x="1410" y="16264"/>
                    <a:pt x="1521" y="16218"/>
                    <a:pt x="1605" y="16133"/>
                  </a:cubicBezTo>
                  <a:lnTo>
                    <a:pt x="1789" y="15948"/>
                  </a:lnTo>
                  <a:cubicBezTo>
                    <a:pt x="1819" y="15969"/>
                    <a:pt x="1855" y="15998"/>
                    <a:pt x="1878" y="16021"/>
                  </a:cubicBezTo>
                  <a:lnTo>
                    <a:pt x="1878" y="16251"/>
                  </a:lnTo>
                  <a:cubicBezTo>
                    <a:pt x="1878" y="16496"/>
                    <a:pt x="2077" y="16694"/>
                    <a:pt x="2321" y="16694"/>
                  </a:cubicBezTo>
                  <a:lnTo>
                    <a:pt x="2916" y="16694"/>
                  </a:lnTo>
                  <a:cubicBezTo>
                    <a:pt x="3160" y="16694"/>
                    <a:pt x="3359" y="16496"/>
                    <a:pt x="3359" y="16251"/>
                  </a:cubicBezTo>
                  <a:lnTo>
                    <a:pt x="3359" y="15983"/>
                  </a:lnTo>
                  <a:cubicBezTo>
                    <a:pt x="3389" y="15978"/>
                    <a:pt x="3430" y="15972"/>
                    <a:pt x="3468" y="15972"/>
                  </a:cubicBezTo>
                  <a:lnTo>
                    <a:pt x="3473" y="15972"/>
                  </a:lnTo>
                  <a:lnTo>
                    <a:pt x="3632" y="16133"/>
                  </a:lnTo>
                  <a:cubicBezTo>
                    <a:pt x="3716" y="16218"/>
                    <a:pt x="3828" y="16264"/>
                    <a:pt x="3946" y="16264"/>
                  </a:cubicBezTo>
                  <a:cubicBezTo>
                    <a:pt x="4065" y="16264"/>
                    <a:pt x="4176" y="16218"/>
                    <a:pt x="4260" y="16133"/>
                  </a:cubicBezTo>
                  <a:lnTo>
                    <a:pt x="4682" y="15707"/>
                  </a:lnTo>
                  <a:cubicBezTo>
                    <a:pt x="4802" y="15586"/>
                    <a:pt x="4837" y="15411"/>
                    <a:pt x="4788" y="15257"/>
                  </a:cubicBezTo>
                  <a:lnTo>
                    <a:pt x="5602" y="15257"/>
                  </a:lnTo>
                  <a:cubicBezTo>
                    <a:pt x="5749" y="15257"/>
                    <a:pt x="5868" y="15138"/>
                    <a:pt x="5868" y="14992"/>
                  </a:cubicBezTo>
                  <a:cubicBezTo>
                    <a:pt x="5868" y="14845"/>
                    <a:pt x="5749" y="14726"/>
                    <a:pt x="5602" y="14726"/>
                  </a:cubicBezTo>
                  <a:lnTo>
                    <a:pt x="5038" y="14726"/>
                  </a:lnTo>
                  <a:cubicBezTo>
                    <a:pt x="5157" y="14646"/>
                    <a:pt x="5236" y="14510"/>
                    <a:pt x="5236" y="14356"/>
                  </a:cubicBezTo>
                  <a:lnTo>
                    <a:pt x="5236" y="13752"/>
                  </a:lnTo>
                  <a:cubicBezTo>
                    <a:pt x="5236" y="13508"/>
                    <a:pt x="5037" y="13310"/>
                    <a:pt x="4793" y="13310"/>
                  </a:cubicBezTo>
                  <a:lnTo>
                    <a:pt x="4532" y="13310"/>
                  </a:lnTo>
                  <a:cubicBezTo>
                    <a:pt x="4525" y="13272"/>
                    <a:pt x="4521" y="13223"/>
                    <a:pt x="4521" y="13190"/>
                  </a:cubicBezTo>
                  <a:lnTo>
                    <a:pt x="4682" y="13028"/>
                  </a:lnTo>
                  <a:cubicBezTo>
                    <a:pt x="4852" y="12855"/>
                    <a:pt x="4852" y="12574"/>
                    <a:pt x="4682" y="12401"/>
                  </a:cubicBezTo>
                  <a:lnTo>
                    <a:pt x="4260" y="11976"/>
                  </a:lnTo>
                  <a:cubicBezTo>
                    <a:pt x="4176" y="11892"/>
                    <a:pt x="4065" y="11845"/>
                    <a:pt x="3946" y="11845"/>
                  </a:cubicBezTo>
                  <a:cubicBezTo>
                    <a:pt x="3826" y="11845"/>
                    <a:pt x="3716" y="11892"/>
                    <a:pt x="3632" y="11975"/>
                  </a:cubicBezTo>
                  <a:lnTo>
                    <a:pt x="3448" y="12162"/>
                  </a:lnTo>
                  <a:cubicBezTo>
                    <a:pt x="3417" y="12140"/>
                    <a:pt x="3381" y="12111"/>
                    <a:pt x="3359" y="12087"/>
                  </a:cubicBezTo>
                  <a:lnTo>
                    <a:pt x="3359" y="11857"/>
                  </a:lnTo>
                  <a:cubicBezTo>
                    <a:pt x="3359" y="11701"/>
                    <a:pt x="3277" y="11563"/>
                    <a:pt x="3154" y="11484"/>
                  </a:cubicBezTo>
                  <a:lnTo>
                    <a:pt x="3154" y="10840"/>
                  </a:lnTo>
                  <a:cubicBezTo>
                    <a:pt x="3793" y="11180"/>
                    <a:pt x="4504" y="11404"/>
                    <a:pt x="5261" y="11481"/>
                  </a:cubicBezTo>
                  <a:lnTo>
                    <a:pt x="5261" y="12020"/>
                  </a:lnTo>
                  <a:cubicBezTo>
                    <a:pt x="5261" y="12737"/>
                    <a:pt x="5842" y="13320"/>
                    <a:pt x="6558" y="13320"/>
                  </a:cubicBezTo>
                  <a:lnTo>
                    <a:pt x="7770" y="13320"/>
                  </a:lnTo>
                  <a:lnTo>
                    <a:pt x="7770" y="14726"/>
                  </a:lnTo>
                  <a:lnTo>
                    <a:pt x="7196" y="14726"/>
                  </a:lnTo>
                  <a:cubicBezTo>
                    <a:pt x="7050" y="14726"/>
                    <a:pt x="6930" y="14845"/>
                    <a:pt x="6930" y="14992"/>
                  </a:cubicBezTo>
                  <a:cubicBezTo>
                    <a:pt x="6930" y="15138"/>
                    <a:pt x="7049" y="15257"/>
                    <a:pt x="7196" y="15257"/>
                  </a:cubicBezTo>
                  <a:lnTo>
                    <a:pt x="7859" y="15257"/>
                  </a:lnTo>
                  <a:cubicBezTo>
                    <a:pt x="8103" y="15257"/>
                    <a:pt x="8302" y="15058"/>
                    <a:pt x="8302" y="14814"/>
                  </a:cubicBezTo>
                  <a:lnTo>
                    <a:pt x="8302" y="13320"/>
                  </a:lnTo>
                  <a:lnTo>
                    <a:pt x="10296" y="13320"/>
                  </a:lnTo>
                  <a:cubicBezTo>
                    <a:pt x="11012" y="13320"/>
                    <a:pt x="11593" y="12737"/>
                    <a:pt x="11593" y="12020"/>
                  </a:cubicBezTo>
                  <a:lnTo>
                    <a:pt x="11593" y="8956"/>
                  </a:lnTo>
                  <a:lnTo>
                    <a:pt x="12618" y="8956"/>
                  </a:lnTo>
                  <a:cubicBezTo>
                    <a:pt x="12881" y="8956"/>
                    <a:pt x="13093" y="8850"/>
                    <a:pt x="13200" y="8663"/>
                  </a:cubicBezTo>
                  <a:cubicBezTo>
                    <a:pt x="13305" y="8477"/>
                    <a:pt x="13290" y="8240"/>
                    <a:pt x="13157" y="8014"/>
                  </a:cubicBezTo>
                  <a:lnTo>
                    <a:pt x="11578" y="5344"/>
                  </a:lnTo>
                  <a:cubicBezTo>
                    <a:pt x="11478" y="3922"/>
                    <a:pt x="10858" y="2596"/>
                    <a:pt x="9827" y="1605"/>
                  </a:cubicBezTo>
                  <a:cubicBezTo>
                    <a:pt x="9775" y="1555"/>
                    <a:pt x="9709" y="1530"/>
                    <a:pt x="9643" y="1530"/>
                  </a:cubicBezTo>
                  <a:cubicBezTo>
                    <a:pt x="9573" y="1530"/>
                    <a:pt x="9503" y="1558"/>
                    <a:pt x="9451" y="1612"/>
                  </a:cubicBezTo>
                  <a:cubicBezTo>
                    <a:pt x="9349" y="1718"/>
                    <a:pt x="9352" y="1886"/>
                    <a:pt x="9458" y="1988"/>
                  </a:cubicBezTo>
                  <a:cubicBezTo>
                    <a:pt x="10408" y="2902"/>
                    <a:pt x="10974" y="4128"/>
                    <a:pt x="11052" y="5441"/>
                  </a:cubicBezTo>
                  <a:cubicBezTo>
                    <a:pt x="11055" y="5483"/>
                    <a:pt x="11067" y="5524"/>
                    <a:pt x="11089" y="5560"/>
                  </a:cubicBezTo>
                  <a:lnTo>
                    <a:pt x="12699" y="8284"/>
                  </a:lnTo>
                  <a:cubicBezTo>
                    <a:pt x="12740" y="8354"/>
                    <a:pt x="12740" y="8394"/>
                    <a:pt x="12739" y="8399"/>
                  </a:cubicBezTo>
                  <a:cubicBezTo>
                    <a:pt x="12733" y="8404"/>
                    <a:pt x="12699" y="8425"/>
                    <a:pt x="12618" y="8425"/>
                  </a:cubicBezTo>
                  <a:lnTo>
                    <a:pt x="11328" y="8425"/>
                  </a:lnTo>
                  <a:cubicBezTo>
                    <a:pt x="11181" y="8425"/>
                    <a:pt x="11062" y="8544"/>
                    <a:pt x="11062" y="8691"/>
                  </a:cubicBezTo>
                  <a:lnTo>
                    <a:pt x="11062" y="10333"/>
                  </a:lnTo>
                  <a:lnTo>
                    <a:pt x="9222" y="10333"/>
                  </a:lnTo>
                  <a:cubicBezTo>
                    <a:pt x="9075" y="10333"/>
                    <a:pt x="8956" y="10452"/>
                    <a:pt x="8956" y="10599"/>
                  </a:cubicBezTo>
                  <a:cubicBezTo>
                    <a:pt x="8956" y="10746"/>
                    <a:pt x="9075" y="10865"/>
                    <a:pt x="9222" y="10865"/>
                  </a:cubicBezTo>
                  <a:lnTo>
                    <a:pt x="11062" y="10865"/>
                  </a:lnTo>
                  <a:lnTo>
                    <a:pt x="11062" y="12020"/>
                  </a:lnTo>
                  <a:cubicBezTo>
                    <a:pt x="11062" y="12443"/>
                    <a:pt x="10718" y="12787"/>
                    <a:pt x="10296" y="12787"/>
                  </a:cubicBezTo>
                  <a:lnTo>
                    <a:pt x="6558" y="12787"/>
                  </a:lnTo>
                  <a:cubicBezTo>
                    <a:pt x="6136" y="12787"/>
                    <a:pt x="5793" y="12443"/>
                    <a:pt x="5793" y="12020"/>
                  </a:cubicBezTo>
                  <a:lnTo>
                    <a:pt x="5793" y="11236"/>
                  </a:lnTo>
                  <a:cubicBezTo>
                    <a:pt x="5793" y="11095"/>
                    <a:pt x="5683" y="10978"/>
                    <a:pt x="5542" y="10970"/>
                  </a:cubicBezTo>
                  <a:cubicBezTo>
                    <a:pt x="5420" y="10964"/>
                    <a:pt x="5299" y="10951"/>
                    <a:pt x="5179" y="10936"/>
                  </a:cubicBezTo>
                  <a:lnTo>
                    <a:pt x="5179" y="8304"/>
                  </a:lnTo>
                  <a:cubicBezTo>
                    <a:pt x="5180" y="8276"/>
                    <a:pt x="5206" y="8210"/>
                    <a:pt x="5227" y="8189"/>
                  </a:cubicBezTo>
                  <a:lnTo>
                    <a:pt x="5526" y="7890"/>
                  </a:lnTo>
                  <a:cubicBezTo>
                    <a:pt x="5645" y="7771"/>
                    <a:pt x="5728" y="7568"/>
                    <a:pt x="5728" y="7400"/>
                  </a:cubicBezTo>
                  <a:lnTo>
                    <a:pt x="5728" y="6823"/>
                  </a:lnTo>
                  <a:cubicBezTo>
                    <a:pt x="5728" y="6677"/>
                    <a:pt x="5609" y="6558"/>
                    <a:pt x="5462" y="6558"/>
                  </a:cubicBezTo>
                  <a:cubicBezTo>
                    <a:pt x="5315" y="6558"/>
                    <a:pt x="5197" y="6677"/>
                    <a:pt x="5197" y="6823"/>
                  </a:cubicBezTo>
                  <a:lnTo>
                    <a:pt x="5197" y="7399"/>
                  </a:lnTo>
                  <a:cubicBezTo>
                    <a:pt x="5196" y="7428"/>
                    <a:pt x="5169" y="7493"/>
                    <a:pt x="5149" y="7515"/>
                  </a:cubicBezTo>
                  <a:lnTo>
                    <a:pt x="4851" y="7814"/>
                  </a:lnTo>
                  <a:cubicBezTo>
                    <a:pt x="4731" y="7933"/>
                    <a:pt x="4648" y="8135"/>
                    <a:pt x="4648" y="8304"/>
                  </a:cubicBezTo>
                  <a:lnTo>
                    <a:pt x="4648" y="10840"/>
                  </a:lnTo>
                  <a:cubicBezTo>
                    <a:pt x="4532" y="10813"/>
                    <a:pt x="4417" y="10781"/>
                    <a:pt x="4305" y="10746"/>
                  </a:cubicBezTo>
                  <a:lnTo>
                    <a:pt x="4305" y="6728"/>
                  </a:lnTo>
                  <a:cubicBezTo>
                    <a:pt x="4595" y="6620"/>
                    <a:pt x="4802" y="6340"/>
                    <a:pt x="4802" y="6013"/>
                  </a:cubicBezTo>
                  <a:cubicBezTo>
                    <a:pt x="4802" y="5592"/>
                    <a:pt x="4460" y="5249"/>
                    <a:pt x="4039" y="5249"/>
                  </a:cubicBezTo>
                  <a:cubicBezTo>
                    <a:pt x="3618" y="5249"/>
                    <a:pt x="3275" y="5592"/>
                    <a:pt x="3275" y="6013"/>
                  </a:cubicBezTo>
                  <a:cubicBezTo>
                    <a:pt x="3275" y="6340"/>
                    <a:pt x="3483" y="6620"/>
                    <a:pt x="3773" y="6728"/>
                  </a:cubicBezTo>
                  <a:lnTo>
                    <a:pt x="3773" y="10549"/>
                  </a:lnTo>
                  <a:cubicBezTo>
                    <a:pt x="3641" y="10491"/>
                    <a:pt x="3512" y="10429"/>
                    <a:pt x="3387" y="10361"/>
                  </a:cubicBezTo>
                  <a:lnTo>
                    <a:pt x="3387" y="7694"/>
                  </a:lnTo>
                  <a:cubicBezTo>
                    <a:pt x="3387" y="7525"/>
                    <a:pt x="3303" y="7323"/>
                    <a:pt x="3184" y="7204"/>
                  </a:cubicBezTo>
                  <a:lnTo>
                    <a:pt x="2637" y="6656"/>
                  </a:lnTo>
                  <a:cubicBezTo>
                    <a:pt x="2616" y="6635"/>
                    <a:pt x="2589" y="6569"/>
                    <a:pt x="2588" y="6541"/>
                  </a:cubicBezTo>
                  <a:lnTo>
                    <a:pt x="2588" y="4838"/>
                  </a:lnTo>
                  <a:cubicBezTo>
                    <a:pt x="2879" y="4729"/>
                    <a:pt x="3086" y="4450"/>
                    <a:pt x="3086" y="4123"/>
                  </a:cubicBezTo>
                  <a:cubicBezTo>
                    <a:pt x="3086" y="3701"/>
                    <a:pt x="2743" y="3358"/>
                    <a:pt x="2322" y="3358"/>
                  </a:cubicBezTo>
                  <a:cubicBezTo>
                    <a:pt x="1901" y="3358"/>
                    <a:pt x="1559" y="3701"/>
                    <a:pt x="1559" y="4123"/>
                  </a:cubicBezTo>
                  <a:cubicBezTo>
                    <a:pt x="1559" y="4450"/>
                    <a:pt x="1767" y="4729"/>
                    <a:pt x="2056" y="4838"/>
                  </a:cubicBezTo>
                  <a:lnTo>
                    <a:pt x="2056" y="6541"/>
                  </a:lnTo>
                  <a:cubicBezTo>
                    <a:pt x="2056" y="6709"/>
                    <a:pt x="2141" y="6911"/>
                    <a:pt x="2260" y="7030"/>
                  </a:cubicBezTo>
                  <a:lnTo>
                    <a:pt x="2807" y="7579"/>
                  </a:lnTo>
                  <a:cubicBezTo>
                    <a:pt x="2826" y="7600"/>
                    <a:pt x="2854" y="7665"/>
                    <a:pt x="2855" y="7694"/>
                  </a:cubicBezTo>
                  <a:lnTo>
                    <a:pt x="2855" y="10032"/>
                  </a:lnTo>
                  <a:cubicBezTo>
                    <a:pt x="1509" y="9084"/>
                    <a:pt x="635" y="7516"/>
                    <a:pt x="635" y="5756"/>
                  </a:cubicBezTo>
                  <a:cubicBezTo>
                    <a:pt x="635" y="3668"/>
                    <a:pt x="1865" y="1862"/>
                    <a:pt x="3638" y="1026"/>
                  </a:cubicBezTo>
                  <a:lnTo>
                    <a:pt x="3638" y="2232"/>
                  </a:lnTo>
                  <a:cubicBezTo>
                    <a:pt x="3348" y="2340"/>
                    <a:pt x="3141" y="2619"/>
                    <a:pt x="3141" y="2948"/>
                  </a:cubicBezTo>
                  <a:cubicBezTo>
                    <a:pt x="3141" y="3369"/>
                    <a:pt x="3483" y="3712"/>
                    <a:pt x="3904" y="3712"/>
                  </a:cubicBezTo>
                  <a:cubicBezTo>
                    <a:pt x="4324" y="3712"/>
                    <a:pt x="4666" y="3369"/>
                    <a:pt x="4666" y="2948"/>
                  </a:cubicBezTo>
                  <a:cubicBezTo>
                    <a:pt x="4666" y="2619"/>
                    <a:pt x="4459" y="2340"/>
                    <a:pt x="4169" y="2232"/>
                  </a:cubicBezTo>
                  <a:lnTo>
                    <a:pt x="4169" y="810"/>
                  </a:lnTo>
                  <a:cubicBezTo>
                    <a:pt x="4696" y="631"/>
                    <a:pt x="5262" y="532"/>
                    <a:pt x="5849" y="532"/>
                  </a:cubicBezTo>
                  <a:cubicBezTo>
                    <a:pt x="6667" y="532"/>
                    <a:pt x="7450" y="717"/>
                    <a:pt x="8177" y="1081"/>
                  </a:cubicBezTo>
                  <a:cubicBezTo>
                    <a:pt x="8215" y="1100"/>
                    <a:pt x="8255" y="1109"/>
                    <a:pt x="8295" y="1109"/>
                  </a:cubicBezTo>
                  <a:cubicBezTo>
                    <a:pt x="8393" y="1109"/>
                    <a:pt x="8486" y="1056"/>
                    <a:pt x="8533" y="962"/>
                  </a:cubicBezTo>
                  <a:cubicBezTo>
                    <a:pt x="8599" y="831"/>
                    <a:pt x="8546" y="672"/>
                    <a:pt x="8415" y="605"/>
                  </a:cubicBezTo>
                  <a:cubicBezTo>
                    <a:pt x="7614" y="205"/>
                    <a:pt x="6751" y="0"/>
                    <a:pt x="58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9" name="Google Shape;2340;p64">
              <a:extLst>
                <a:ext uri="{FF2B5EF4-FFF2-40B4-BE49-F238E27FC236}">
                  <a16:creationId xmlns:a16="http://schemas.microsoft.com/office/drawing/2014/main" id="{13F3A4A6-49FB-4A87-886A-89E1BD7FDE85}"/>
                </a:ext>
              </a:extLst>
            </p:cNvPr>
            <p:cNvSpPr/>
            <p:nvPr/>
          </p:nvSpPr>
          <p:spPr>
            <a:xfrm>
              <a:off x="2201295" y="1609919"/>
              <a:ext cx="17678" cy="51973"/>
            </a:xfrm>
            <a:custGeom>
              <a:avLst/>
              <a:gdLst/>
              <a:ahLst/>
              <a:cxnLst/>
              <a:rect l="l" t="t" r="r" b="b"/>
              <a:pathLst>
                <a:path w="533" h="1567" extrusionOk="0">
                  <a:moveTo>
                    <a:pt x="266" y="0"/>
                  </a:moveTo>
                  <a:cubicBezTo>
                    <a:pt x="119" y="0"/>
                    <a:pt x="0" y="119"/>
                    <a:pt x="0" y="266"/>
                  </a:cubicBezTo>
                  <a:lnTo>
                    <a:pt x="0" y="1300"/>
                  </a:lnTo>
                  <a:cubicBezTo>
                    <a:pt x="0" y="1447"/>
                    <a:pt x="119" y="1566"/>
                    <a:pt x="266" y="1566"/>
                  </a:cubicBezTo>
                  <a:cubicBezTo>
                    <a:pt x="413" y="1566"/>
                    <a:pt x="532" y="1447"/>
                    <a:pt x="532" y="1300"/>
                  </a:cubicBezTo>
                  <a:lnTo>
                    <a:pt x="532" y="266"/>
                  </a:lnTo>
                  <a:cubicBezTo>
                    <a:pt x="532" y="119"/>
                    <a:pt x="413" y="0"/>
                    <a:pt x="2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0" name="Google Shape;2341;p64">
              <a:extLst>
                <a:ext uri="{FF2B5EF4-FFF2-40B4-BE49-F238E27FC236}">
                  <a16:creationId xmlns:a16="http://schemas.microsoft.com/office/drawing/2014/main" id="{BB0872DE-9ACC-43DB-9E72-3096D1590CDF}"/>
                </a:ext>
              </a:extLst>
            </p:cNvPr>
            <p:cNvSpPr/>
            <p:nvPr/>
          </p:nvSpPr>
          <p:spPr>
            <a:xfrm>
              <a:off x="1943285" y="1875093"/>
              <a:ext cx="92769" cy="93466"/>
            </a:xfrm>
            <a:custGeom>
              <a:avLst/>
              <a:gdLst/>
              <a:ahLst/>
              <a:cxnLst/>
              <a:rect l="l" t="t" r="r" b="b"/>
              <a:pathLst>
                <a:path w="2797" h="2818" extrusionOk="0">
                  <a:moveTo>
                    <a:pt x="1398" y="532"/>
                  </a:moveTo>
                  <a:cubicBezTo>
                    <a:pt x="1875" y="532"/>
                    <a:pt x="2265" y="926"/>
                    <a:pt x="2265" y="1409"/>
                  </a:cubicBezTo>
                  <a:cubicBezTo>
                    <a:pt x="2265" y="1893"/>
                    <a:pt x="1876" y="2286"/>
                    <a:pt x="1398" y="2286"/>
                  </a:cubicBezTo>
                  <a:cubicBezTo>
                    <a:pt x="921" y="2286"/>
                    <a:pt x="532" y="1893"/>
                    <a:pt x="532" y="1409"/>
                  </a:cubicBezTo>
                  <a:cubicBezTo>
                    <a:pt x="532" y="926"/>
                    <a:pt x="921" y="532"/>
                    <a:pt x="1398" y="532"/>
                  </a:cubicBezTo>
                  <a:close/>
                  <a:moveTo>
                    <a:pt x="1398" y="1"/>
                  </a:moveTo>
                  <a:cubicBezTo>
                    <a:pt x="628" y="1"/>
                    <a:pt x="1" y="633"/>
                    <a:pt x="1" y="1409"/>
                  </a:cubicBezTo>
                  <a:cubicBezTo>
                    <a:pt x="1" y="2186"/>
                    <a:pt x="628" y="2818"/>
                    <a:pt x="1398" y="2818"/>
                  </a:cubicBezTo>
                  <a:cubicBezTo>
                    <a:pt x="2169" y="2818"/>
                    <a:pt x="2796" y="2186"/>
                    <a:pt x="2796" y="1409"/>
                  </a:cubicBezTo>
                  <a:cubicBezTo>
                    <a:pt x="2796" y="633"/>
                    <a:pt x="2169" y="1"/>
                    <a:pt x="13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1" name="Google Shape;2342;p64">
              <a:extLst>
                <a:ext uri="{FF2B5EF4-FFF2-40B4-BE49-F238E27FC236}">
                  <a16:creationId xmlns:a16="http://schemas.microsoft.com/office/drawing/2014/main" id="{2957C8A5-4CB3-4BE2-943C-11FDE53923E7}"/>
                </a:ext>
              </a:extLst>
            </p:cNvPr>
            <p:cNvSpPr/>
            <p:nvPr/>
          </p:nvSpPr>
          <p:spPr>
            <a:xfrm>
              <a:off x="1964944" y="1896984"/>
              <a:ext cx="49420" cy="49718"/>
            </a:xfrm>
            <a:custGeom>
              <a:avLst/>
              <a:gdLst/>
              <a:ahLst/>
              <a:cxnLst/>
              <a:rect l="l" t="t" r="r" b="b"/>
              <a:pathLst>
                <a:path w="1490" h="1499" extrusionOk="0">
                  <a:moveTo>
                    <a:pt x="745" y="533"/>
                  </a:moveTo>
                  <a:cubicBezTo>
                    <a:pt x="863" y="533"/>
                    <a:pt x="959" y="630"/>
                    <a:pt x="959" y="749"/>
                  </a:cubicBezTo>
                  <a:cubicBezTo>
                    <a:pt x="959" y="869"/>
                    <a:pt x="863" y="967"/>
                    <a:pt x="745" y="967"/>
                  </a:cubicBezTo>
                  <a:cubicBezTo>
                    <a:pt x="628" y="967"/>
                    <a:pt x="532" y="869"/>
                    <a:pt x="532" y="749"/>
                  </a:cubicBezTo>
                  <a:cubicBezTo>
                    <a:pt x="532" y="630"/>
                    <a:pt x="628" y="533"/>
                    <a:pt x="745" y="533"/>
                  </a:cubicBezTo>
                  <a:close/>
                  <a:moveTo>
                    <a:pt x="745" y="1"/>
                  </a:moveTo>
                  <a:cubicBezTo>
                    <a:pt x="335" y="1"/>
                    <a:pt x="1" y="336"/>
                    <a:pt x="1" y="749"/>
                  </a:cubicBezTo>
                  <a:cubicBezTo>
                    <a:pt x="1" y="1162"/>
                    <a:pt x="335" y="1499"/>
                    <a:pt x="745" y="1499"/>
                  </a:cubicBezTo>
                  <a:cubicBezTo>
                    <a:pt x="1156" y="1499"/>
                    <a:pt x="1489" y="1162"/>
                    <a:pt x="1489" y="749"/>
                  </a:cubicBezTo>
                  <a:cubicBezTo>
                    <a:pt x="1489" y="336"/>
                    <a:pt x="1156" y="1"/>
                    <a:pt x="7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2" name="Google Shape;2343;p64">
              <a:extLst>
                <a:ext uri="{FF2B5EF4-FFF2-40B4-BE49-F238E27FC236}">
                  <a16:creationId xmlns:a16="http://schemas.microsoft.com/office/drawing/2014/main" id="{A3D01CEC-F48A-4AE1-901A-6A31476A6A6B}"/>
                </a:ext>
              </a:extLst>
            </p:cNvPr>
            <p:cNvSpPr/>
            <p:nvPr/>
          </p:nvSpPr>
          <p:spPr>
            <a:xfrm>
              <a:off x="2058675" y="1563053"/>
              <a:ext cx="50647" cy="78441"/>
            </a:xfrm>
            <a:custGeom>
              <a:avLst/>
              <a:gdLst/>
              <a:ahLst/>
              <a:cxnLst/>
              <a:rect l="l" t="t" r="r" b="b"/>
              <a:pathLst>
                <a:path w="1527" h="2365" extrusionOk="0">
                  <a:moveTo>
                    <a:pt x="763" y="532"/>
                  </a:moveTo>
                  <a:cubicBezTo>
                    <a:pt x="891" y="532"/>
                    <a:pt x="995" y="636"/>
                    <a:pt x="995" y="764"/>
                  </a:cubicBezTo>
                  <a:cubicBezTo>
                    <a:pt x="995" y="893"/>
                    <a:pt x="890" y="997"/>
                    <a:pt x="763" y="997"/>
                  </a:cubicBezTo>
                  <a:cubicBezTo>
                    <a:pt x="636" y="997"/>
                    <a:pt x="532" y="893"/>
                    <a:pt x="532" y="764"/>
                  </a:cubicBezTo>
                  <a:cubicBezTo>
                    <a:pt x="532" y="637"/>
                    <a:pt x="636" y="532"/>
                    <a:pt x="763" y="532"/>
                  </a:cubicBezTo>
                  <a:close/>
                  <a:moveTo>
                    <a:pt x="763" y="1"/>
                  </a:moveTo>
                  <a:cubicBezTo>
                    <a:pt x="342" y="1"/>
                    <a:pt x="0" y="343"/>
                    <a:pt x="0" y="765"/>
                  </a:cubicBezTo>
                  <a:cubicBezTo>
                    <a:pt x="0" y="1093"/>
                    <a:pt x="208" y="1372"/>
                    <a:pt x="497" y="1480"/>
                  </a:cubicBezTo>
                  <a:lnTo>
                    <a:pt x="497" y="2098"/>
                  </a:lnTo>
                  <a:cubicBezTo>
                    <a:pt x="497" y="2245"/>
                    <a:pt x="616" y="2364"/>
                    <a:pt x="763" y="2364"/>
                  </a:cubicBezTo>
                  <a:cubicBezTo>
                    <a:pt x="910" y="2364"/>
                    <a:pt x="1029" y="2245"/>
                    <a:pt x="1029" y="2098"/>
                  </a:cubicBezTo>
                  <a:lnTo>
                    <a:pt x="1029" y="1480"/>
                  </a:lnTo>
                  <a:cubicBezTo>
                    <a:pt x="1320" y="1372"/>
                    <a:pt x="1527" y="1093"/>
                    <a:pt x="1527" y="765"/>
                  </a:cubicBezTo>
                  <a:cubicBezTo>
                    <a:pt x="1527" y="343"/>
                    <a:pt x="1184" y="1"/>
                    <a:pt x="7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63" name="Google Shape;13244;p81">
            <a:extLst>
              <a:ext uri="{FF2B5EF4-FFF2-40B4-BE49-F238E27FC236}">
                <a16:creationId xmlns:a16="http://schemas.microsoft.com/office/drawing/2014/main" id="{86CC1A81-F4D0-46F1-9189-23AFAE9A2E40}"/>
              </a:ext>
            </a:extLst>
          </p:cNvPr>
          <p:cNvGrpSpPr/>
          <p:nvPr/>
        </p:nvGrpSpPr>
        <p:grpSpPr>
          <a:xfrm>
            <a:off x="4404608" y="1903982"/>
            <a:ext cx="365760" cy="365760"/>
            <a:chOff x="5343544" y="1509358"/>
            <a:chExt cx="244676" cy="351095"/>
          </a:xfrm>
        </p:grpSpPr>
        <p:sp>
          <p:nvSpPr>
            <p:cNvPr id="164" name="Google Shape;13245;p81">
              <a:extLst>
                <a:ext uri="{FF2B5EF4-FFF2-40B4-BE49-F238E27FC236}">
                  <a16:creationId xmlns:a16="http://schemas.microsoft.com/office/drawing/2014/main" id="{C87F9EBC-B0C0-4403-8A9F-CD1FB186348F}"/>
                </a:ext>
              </a:extLst>
            </p:cNvPr>
            <p:cNvSpPr/>
            <p:nvPr/>
          </p:nvSpPr>
          <p:spPr>
            <a:xfrm>
              <a:off x="5430658" y="1574494"/>
              <a:ext cx="25031" cy="10655"/>
            </a:xfrm>
            <a:custGeom>
              <a:avLst/>
              <a:gdLst/>
              <a:ahLst/>
              <a:cxnLst/>
              <a:rect l="l" t="t" r="r" b="b"/>
              <a:pathLst>
                <a:path w="787" h="335" extrusionOk="0">
                  <a:moveTo>
                    <a:pt x="167" y="1"/>
                  </a:moveTo>
                  <a:cubicBezTo>
                    <a:pt x="72" y="1"/>
                    <a:pt x="0" y="72"/>
                    <a:pt x="0" y="168"/>
                  </a:cubicBezTo>
                  <a:cubicBezTo>
                    <a:pt x="0" y="263"/>
                    <a:pt x="72" y="334"/>
                    <a:pt x="167" y="334"/>
                  </a:cubicBezTo>
                  <a:lnTo>
                    <a:pt x="619" y="334"/>
                  </a:lnTo>
                  <a:cubicBezTo>
                    <a:pt x="715" y="334"/>
                    <a:pt x="786" y="263"/>
                    <a:pt x="786" y="168"/>
                  </a:cubicBezTo>
                  <a:cubicBezTo>
                    <a:pt x="786" y="72"/>
                    <a:pt x="715" y="1"/>
                    <a:pt x="619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5" name="Google Shape;13246;p81">
              <a:extLst>
                <a:ext uri="{FF2B5EF4-FFF2-40B4-BE49-F238E27FC236}">
                  <a16:creationId xmlns:a16="http://schemas.microsoft.com/office/drawing/2014/main" id="{F7882214-97A2-44D7-BD51-826ECD412E5B}"/>
                </a:ext>
              </a:extLst>
            </p:cNvPr>
            <p:cNvSpPr/>
            <p:nvPr/>
          </p:nvSpPr>
          <p:spPr>
            <a:xfrm>
              <a:off x="5447706" y="1613137"/>
              <a:ext cx="39025" cy="38643"/>
            </a:xfrm>
            <a:custGeom>
              <a:avLst/>
              <a:gdLst/>
              <a:ahLst/>
              <a:cxnLst/>
              <a:rect l="l" t="t" r="r" b="b"/>
              <a:pathLst>
                <a:path w="1227" h="1215" extrusionOk="0">
                  <a:moveTo>
                    <a:pt x="607" y="322"/>
                  </a:moveTo>
                  <a:cubicBezTo>
                    <a:pt x="774" y="322"/>
                    <a:pt x="893" y="453"/>
                    <a:pt x="893" y="608"/>
                  </a:cubicBezTo>
                  <a:cubicBezTo>
                    <a:pt x="893" y="750"/>
                    <a:pt x="774" y="893"/>
                    <a:pt x="607" y="893"/>
                  </a:cubicBezTo>
                  <a:cubicBezTo>
                    <a:pt x="453" y="893"/>
                    <a:pt x="322" y="750"/>
                    <a:pt x="322" y="608"/>
                  </a:cubicBezTo>
                  <a:cubicBezTo>
                    <a:pt x="322" y="453"/>
                    <a:pt x="464" y="322"/>
                    <a:pt x="607" y="322"/>
                  </a:cubicBezTo>
                  <a:close/>
                  <a:moveTo>
                    <a:pt x="607" y="0"/>
                  </a:moveTo>
                  <a:cubicBezTo>
                    <a:pt x="274" y="0"/>
                    <a:pt x="0" y="262"/>
                    <a:pt x="0" y="608"/>
                  </a:cubicBezTo>
                  <a:cubicBezTo>
                    <a:pt x="0" y="953"/>
                    <a:pt x="274" y="1215"/>
                    <a:pt x="607" y="1215"/>
                  </a:cubicBezTo>
                  <a:cubicBezTo>
                    <a:pt x="953" y="1215"/>
                    <a:pt x="1215" y="953"/>
                    <a:pt x="1215" y="608"/>
                  </a:cubicBezTo>
                  <a:cubicBezTo>
                    <a:pt x="1226" y="262"/>
                    <a:pt x="953" y="0"/>
                    <a:pt x="607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6" name="Google Shape;13247;p81">
              <a:extLst>
                <a:ext uri="{FF2B5EF4-FFF2-40B4-BE49-F238E27FC236}">
                  <a16:creationId xmlns:a16="http://schemas.microsoft.com/office/drawing/2014/main" id="{2C74AB08-40A1-4920-957E-50022FFFFD26}"/>
                </a:ext>
              </a:extLst>
            </p:cNvPr>
            <p:cNvSpPr/>
            <p:nvPr/>
          </p:nvSpPr>
          <p:spPr>
            <a:xfrm>
              <a:off x="5343544" y="1509358"/>
              <a:ext cx="244676" cy="351095"/>
            </a:xfrm>
            <a:custGeom>
              <a:avLst/>
              <a:gdLst/>
              <a:ahLst/>
              <a:cxnLst/>
              <a:rect l="l" t="t" r="r" b="b"/>
              <a:pathLst>
                <a:path w="7693" h="11039" extrusionOk="0">
                  <a:moveTo>
                    <a:pt x="4728" y="311"/>
                  </a:moveTo>
                  <a:lnTo>
                    <a:pt x="4728" y="1192"/>
                  </a:lnTo>
                  <a:cubicBezTo>
                    <a:pt x="4728" y="1275"/>
                    <a:pt x="4811" y="1346"/>
                    <a:pt x="4894" y="1346"/>
                  </a:cubicBezTo>
                  <a:cubicBezTo>
                    <a:pt x="4990" y="1346"/>
                    <a:pt x="5061" y="1275"/>
                    <a:pt x="5061" y="1192"/>
                  </a:cubicBezTo>
                  <a:lnTo>
                    <a:pt x="5061" y="322"/>
                  </a:lnTo>
                  <a:cubicBezTo>
                    <a:pt x="5716" y="418"/>
                    <a:pt x="6216" y="965"/>
                    <a:pt x="6216" y="1644"/>
                  </a:cubicBezTo>
                  <a:lnTo>
                    <a:pt x="6216" y="2037"/>
                  </a:lnTo>
                  <a:lnTo>
                    <a:pt x="4418" y="2037"/>
                  </a:lnTo>
                  <a:cubicBezTo>
                    <a:pt x="4335" y="2037"/>
                    <a:pt x="4251" y="2108"/>
                    <a:pt x="4251" y="2204"/>
                  </a:cubicBezTo>
                  <a:cubicBezTo>
                    <a:pt x="4251" y="2287"/>
                    <a:pt x="4335" y="2358"/>
                    <a:pt x="4418" y="2358"/>
                  </a:cubicBezTo>
                  <a:lnTo>
                    <a:pt x="6216" y="2358"/>
                  </a:lnTo>
                  <a:lnTo>
                    <a:pt x="6216" y="2704"/>
                  </a:lnTo>
                  <a:lnTo>
                    <a:pt x="4418" y="2704"/>
                  </a:lnTo>
                  <a:cubicBezTo>
                    <a:pt x="4335" y="2704"/>
                    <a:pt x="4251" y="2775"/>
                    <a:pt x="4251" y="2870"/>
                  </a:cubicBezTo>
                  <a:cubicBezTo>
                    <a:pt x="4251" y="2966"/>
                    <a:pt x="4335" y="3037"/>
                    <a:pt x="4418" y="3037"/>
                  </a:cubicBezTo>
                  <a:lnTo>
                    <a:pt x="6216" y="3037"/>
                  </a:lnTo>
                  <a:lnTo>
                    <a:pt x="6216" y="3382"/>
                  </a:lnTo>
                  <a:lnTo>
                    <a:pt x="4894" y="3382"/>
                  </a:lnTo>
                  <a:cubicBezTo>
                    <a:pt x="4811" y="3382"/>
                    <a:pt x="4728" y="3454"/>
                    <a:pt x="4728" y="3537"/>
                  </a:cubicBezTo>
                  <a:cubicBezTo>
                    <a:pt x="4728" y="3632"/>
                    <a:pt x="4811" y="3704"/>
                    <a:pt x="4894" y="3704"/>
                  </a:cubicBezTo>
                  <a:lnTo>
                    <a:pt x="6216" y="3704"/>
                  </a:lnTo>
                  <a:lnTo>
                    <a:pt x="6216" y="4049"/>
                  </a:lnTo>
                  <a:lnTo>
                    <a:pt x="4894" y="4049"/>
                  </a:lnTo>
                  <a:cubicBezTo>
                    <a:pt x="4811" y="4049"/>
                    <a:pt x="4728" y="4121"/>
                    <a:pt x="4728" y="4216"/>
                  </a:cubicBezTo>
                  <a:cubicBezTo>
                    <a:pt x="4728" y="4299"/>
                    <a:pt x="4811" y="4371"/>
                    <a:pt x="4894" y="4371"/>
                  </a:cubicBezTo>
                  <a:lnTo>
                    <a:pt x="6216" y="4371"/>
                  </a:lnTo>
                  <a:lnTo>
                    <a:pt x="6216" y="4716"/>
                  </a:lnTo>
                  <a:lnTo>
                    <a:pt x="4418" y="4716"/>
                  </a:lnTo>
                  <a:cubicBezTo>
                    <a:pt x="4335" y="4716"/>
                    <a:pt x="4251" y="4787"/>
                    <a:pt x="4251" y="4883"/>
                  </a:cubicBezTo>
                  <a:cubicBezTo>
                    <a:pt x="4251" y="4966"/>
                    <a:pt x="4335" y="5049"/>
                    <a:pt x="4418" y="5049"/>
                  </a:cubicBezTo>
                  <a:lnTo>
                    <a:pt x="6216" y="5049"/>
                  </a:lnTo>
                  <a:lnTo>
                    <a:pt x="6216" y="5383"/>
                  </a:lnTo>
                  <a:lnTo>
                    <a:pt x="4418" y="5383"/>
                  </a:lnTo>
                  <a:cubicBezTo>
                    <a:pt x="4335" y="5383"/>
                    <a:pt x="4251" y="5466"/>
                    <a:pt x="4251" y="5549"/>
                  </a:cubicBezTo>
                  <a:cubicBezTo>
                    <a:pt x="4251" y="5645"/>
                    <a:pt x="4335" y="5716"/>
                    <a:pt x="4418" y="5716"/>
                  </a:cubicBezTo>
                  <a:lnTo>
                    <a:pt x="6216" y="5716"/>
                  </a:lnTo>
                  <a:lnTo>
                    <a:pt x="6216" y="6097"/>
                  </a:lnTo>
                  <a:cubicBezTo>
                    <a:pt x="6216" y="6788"/>
                    <a:pt x="5716" y="7335"/>
                    <a:pt x="5061" y="7430"/>
                  </a:cubicBezTo>
                  <a:lnTo>
                    <a:pt x="5061" y="6538"/>
                  </a:lnTo>
                  <a:cubicBezTo>
                    <a:pt x="5061" y="6442"/>
                    <a:pt x="4990" y="6371"/>
                    <a:pt x="4894" y="6371"/>
                  </a:cubicBezTo>
                  <a:cubicBezTo>
                    <a:pt x="4811" y="6371"/>
                    <a:pt x="4728" y="6442"/>
                    <a:pt x="4728" y="6538"/>
                  </a:cubicBezTo>
                  <a:lnTo>
                    <a:pt x="4728" y="7407"/>
                  </a:lnTo>
                  <a:lnTo>
                    <a:pt x="4394" y="7407"/>
                  </a:lnTo>
                  <a:lnTo>
                    <a:pt x="4394" y="6538"/>
                  </a:lnTo>
                  <a:cubicBezTo>
                    <a:pt x="4394" y="6442"/>
                    <a:pt x="4311" y="6371"/>
                    <a:pt x="4228" y="6371"/>
                  </a:cubicBezTo>
                  <a:cubicBezTo>
                    <a:pt x="4132" y="6371"/>
                    <a:pt x="4061" y="6442"/>
                    <a:pt x="4061" y="6538"/>
                  </a:cubicBezTo>
                  <a:lnTo>
                    <a:pt x="4061" y="7407"/>
                  </a:lnTo>
                  <a:lnTo>
                    <a:pt x="3716" y="7407"/>
                  </a:lnTo>
                  <a:lnTo>
                    <a:pt x="3716" y="6538"/>
                  </a:lnTo>
                  <a:cubicBezTo>
                    <a:pt x="3716" y="6442"/>
                    <a:pt x="3644" y="6371"/>
                    <a:pt x="3561" y="6371"/>
                  </a:cubicBezTo>
                  <a:cubicBezTo>
                    <a:pt x="3466" y="6371"/>
                    <a:pt x="3394" y="6442"/>
                    <a:pt x="3394" y="6538"/>
                  </a:cubicBezTo>
                  <a:lnTo>
                    <a:pt x="3394" y="7407"/>
                  </a:lnTo>
                  <a:lnTo>
                    <a:pt x="3049" y="7407"/>
                  </a:lnTo>
                  <a:lnTo>
                    <a:pt x="3049" y="6538"/>
                  </a:lnTo>
                  <a:cubicBezTo>
                    <a:pt x="3049" y="6442"/>
                    <a:pt x="2977" y="6371"/>
                    <a:pt x="2882" y="6371"/>
                  </a:cubicBezTo>
                  <a:cubicBezTo>
                    <a:pt x="2799" y="6371"/>
                    <a:pt x="2727" y="6442"/>
                    <a:pt x="2727" y="6538"/>
                  </a:cubicBezTo>
                  <a:lnTo>
                    <a:pt x="2727" y="7395"/>
                  </a:lnTo>
                  <a:cubicBezTo>
                    <a:pt x="2073" y="7311"/>
                    <a:pt x="1561" y="6752"/>
                    <a:pt x="1561" y="6073"/>
                  </a:cubicBezTo>
                  <a:lnTo>
                    <a:pt x="1561" y="5680"/>
                  </a:lnTo>
                  <a:lnTo>
                    <a:pt x="3358" y="5680"/>
                  </a:lnTo>
                  <a:cubicBezTo>
                    <a:pt x="3454" y="5680"/>
                    <a:pt x="3525" y="5609"/>
                    <a:pt x="3525" y="5525"/>
                  </a:cubicBezTo>
                  <a:cubicBezTo>
                    <a:pt x="3525" y="5430"/>
                    <a:pt x="3454" y="5359"/>
                    <a:pt x="3358" y="5359"/>
                  </a:cubicBezTo>
                  <a:lnTo>
                    <a:pt x="1561" y="5359"/>
                  </a:lnTo>
                  <a:lnTo>
                    <a:pt x="1561" y="5014"/>
                  </a:lnTo>
                  <a:lnTo>
                    <a:pt x="3358" y="5014"/>
                  </a:lnTo>
                  <a:cubicBezTo>
                    <a:pt x="3454" y="5014"/>
                    <a:pt x="3525" y="4942"/>
                    <a:pt x="3525" y="4847"/>
                  </a:cubicBezTo>
                  <a:cubicBezTo>
                    <a:pt x="3525" y="4763"/>
                    <a:pt x="3454" y="4680"/>
                    <a:pt x="3358" y="4680"/>
                  </a:cubicBezTo>
                  <a:lnTo>
                    <a:pt x="1561" y="4680"/>
                  </a:lnTo>
                  <a:lnTo>
                    <a:pt x="1561" y="4347"/>
                  </a:lnTo>
                  <a:lnTo>
                    <a:pt x="2894" y="4347"/>
                  </a:lnTo>
                  <a:cubicBezTo>
                    <a:pt x="2977" y="4347"/>
                    <a:pt x="3049" y="4263"/>
                    <a:pt x="3049" y="4180"/>
                  </a:cubicBezTo>
                  <a:cubicBezTo>
                    <a:pt x="3049" y="4085"/>
                    <a:pt x="2977" y="4013"/>
                    <a:pt x="2894" y="4013"/>
                  </a:cubicBezTo>
                  <a:lnTo>
                    <a:pt x="1561" y="4013"/>
                  </a:lnTo>
                  <a:lnTo>
                    <a:pt x="1561" y="3668"/>
                  </a:lnTo>
                  <a:lnTo>
                    <a:pt x="2894" y="3668"/>
                  </a:lnTo>
                  <a:cubicBezTo>
                    <a:pt x="2977" y="3668"/>
                    <a:pt x="3049" y="3597"/>
                    <a:pt x="3049" y="3513"/>
                  </a:cubicBezTo>
                  <a:cubicBezTo>
                    <a:pt x="3049" y="3418"/>
                    <a:pt x="2977" y="3347"/>
                    <a:pt x="2894" y="3347"/>
                  </a:cubicBezTo>
                  <a:lnTo>
                    <a:pt x="1561" y="3347"/>
                  </a:lnTo>
                  <a:lnTo>
                    <a:pt x="1561" y="3001"/>
                  </a:lnTo>
                  <a:lnTo>
                    <a:pt x="3358" y="3001"/>
                  </a:lnTo>
                  <a:cubicBezTo>
                    <a:pt x="3454" y="3001"/>
                    <a:pt x="3525" y="2930"/>
                    <a:pt x="3525" y="2835"/>
                  </a:cubicBezTo>
                  <a:cubicBezTo>
                    <a:pt x="3525" y="2751"/>
                    <a:pt x="3454" y="2680"/>
                    <a:pt x="3358" y="2680"/>
                  </a:cubicBezTo>
                  <a:lnTo>
                    <a:pt x="1561" y="2680"/>
                  </a:lnTo>
                  <a:lnTo>
                    <a:pt x="1561" y="2370"/>
                  </a:lnTo>
                  <a:lnTo>
                    <a:pt x="2156" y="2370"/>
                  </a:lnTo>
                  <a:cubicBezTo>
                    <a:pt x="2251" y="2370"/>
                    <a:pt x="2323" y="2287"/>
                    <a:pt x="2323" y="2204"/>
                  </a:cubicBezTo>
                  <a:cubicBezTo>
                    <a:pt x="2323" y="2108"/>
                    <a:pt x="2251" y="2037"/>
                    <a:pt x="2156" y="2037"/>
                  </a:cubicBezTo>
                  <a:lnTo>
                    <a:pt x="1561" y="2037"/>
                  </a:lnTo>
                  <a:lnTo>
                    <a:pt x="1561" y="1644"/>
                  </a:lnTo>
                  <a:cubicBezTo>
                    <a:pt x="1561" y="965"/>
                    <a:pt x="2073" y="418"/>
                    <a:pt x="2727" y="322"/>
                  </a:cubicBezTo>
                  <a:lnTo>
                    <a:pt x="2727" y="1192"/>
                  </a:lnTo>
                  <a:cubicBezTo>
                    <a:pt x="2727" y="1275"/>
                    <a:pt x="2799" y="1346"/>
                    <a:pt x="2882" y="1346"/>
                  </a:cubicBezTo>
                  <a:cubicBezTo>
                    <a:pt x="2977" y="1346"/>
                    <a:pt x="3049" y="1275"/>
                    <a:pt x="3049" y="1192"/>
                  </a:cubicBezTo>
                  <a:lnTo>
                    <a:pt x="3049" y="311"/>
                  </a:lnTo>
                  <a:lnTo>
                    <a:pt x="3394" y="311"/>
                  </a:lnTo>
                  <a:lnTo>
                    <a:pt x="3394" y="1192"/>
                  </a:lnTo>
                  <a:cubicBezTo>
                    <a:pt x="3394" y="1275"/>
                    <a:pt x="3466" y="1346"/>
                    <a:pt x="3561" y="1346"/>
                  </a:cubicBezTo>
                  <a:cubicBezTo>
                    <a:pt x="3644" y="1346"/>
                    <a:pt x="3716" y="1275"/>
                    <a:pt x="3716" y="1192"/>
                  </a:cubicBezTo>
                  <a:lnTo>
                    <a:pt x="3716" y="311"/>
                  </a:lnTo>
                  <a:lnTo>
                    <a:pt x="4061" y="311"/>
                  </a:lnTo>
                  <a:lnTo>
                    <a:pt x="4061" y="1192"/>
                  </a:lnTo>
                  <a:cubicBezTo>
                    <a:pt x="4061" y="1275"/>
                    <a:pt x="4132" y="1346"/>
                    <a:pt x="4228" y="1346"/>
                  </a:cubicBezTo>
                  <a:cubicBezTo>
                    <a:pt x="4311" y="1346"/>
                    <a:pt x="4394" y="1275"/>
                    <a:pt x="4394" y="1192"/>
                  </a:cubicBezTo>
                  <a:lnTo>
                    <a:pt x="4394" y="311"/>
                  </a:lnTo>
                  <a:close/>
                  <a:moveTo>
                    <a:pt x="6776" y="5025"/>
                  </a:moveTo>
                  <a:lnTo>
                    <a:pt x="6776" y="6192"/>
                  </a:lnTo>
                  <a:cubicBezTo>
                    <a:pt x="6776" y="7216"/>
                    <a:pt x="5942" y="8050"/>
                    <a:pt x="4906" y="8050"/>
                  </a:cubicBezTo>
                  <a:lnTo>
                    <a:pt x="2882" y="8050"/>
                  </a:lnTo>
                  <a:cubicBezTo>
                    <a:pt x="1858" y="8050"/>
                    <a:pt x="1025" y="7216"/>
                    <a:pt x="1025" y="6192"/>
                  </a:cubicBezTo>
                  <a:lnTo>
                    <a:pt x="1013" y="5025"/>
                  </a:lnTo>
                  <a:lnTo>
                    <a:pt x="1251" y="5025"/>
                  </a:lnTo>
                  <a:lnTo>
                    <a:pt x="1251" y="6085"/>
                  </a:lnTo>
                  <a:cubicBezTo>
                    <a:pt x="1251" y="6990"/>
                    <a:pt x="1977" y="7728"/>
                    <a:pt x="2882" y="7740"/>
                  </a:cubicBezTo>
                  <a:lnTo>
                    <a:pt x="4894" y="7740"/>
                  </a:lnTo>
                  <a:cubicBezTo>
                    <a:pt x="5799" y="7728"/>
                    <a:pt x="6537" y="6978"/>
                    <a:pt x="6537" y="6085"/>
                  </a:cubicBezTo>
                  <a:lnTo>
                    <a:pt x="6537" y="5025"/>
                  </a:lnTo>
                  <a:close/>
                  <a:moveTo>
                    <a:pt x="4144" y="8966"/>
                  </a:moveTo>
                  <a:lnTo>
                    <a:pt x="4144" y="9966"/>
                  </a:lnTo>
                  <a:lnTo>
                    <a:pt x="3620" y="9966"/>
                  </a:lnTo>
                  <a:lnTo>
                    <a:pt x="3620" y="8966"/>
                  </a:lnTo>
                  <a:close/>
                  <a:moveTo>
                    <a:pt x="6299" y="10300"/>
                  </a:moveTo>
                  <a:cubicBezTo>
                    <a:pt x="6561" y="10300"/>
                    <a:pt x="6787" y="10478"/>
                    <a:pt x="6859" y="10717"/>
                  </a:cubicBezTo>
                  <a:lnTo>
                    <a:pt x="918" y="10717"/>
                  </a:lnTo>
                  <a:cubicBezTo>
                    <a:pt x="1001" y="10478"/>
                    <a:pt x="1215" y="10300"/>
                    <a:pt x="1489" y="10300"/>
                  </a:cubicBezTo>
                  <a:close/>
                  <a:moveTo>
                    <a:pt x="2835" y="1"/>
                  </a:moveTo>
                  <a:cubicBezTo>
                    <a:pt x="1918" y="13"/>
                    <a:pt x="1191" y="763"/>
                    <a:pt x="1191" y="1656"/>
                  </a:cubicBezTo>
                  <a:lnTo>
                    <a:pt x="1191" y="4704"/>
                  </a:lnTo>
                  <a:lnTo>
                    <a:pt x="953" y="4704"/>
                  </a:lnTo>
                  <a:lnTo>
                    <a:pt x="953" y="4502"/>
                  </a:lnTo>
                  <a:cubicBezTo>
                    <a:pt x="953" y="4252"/>
                    <a:pt x="751" y="4037"/>
                    <a:pt x="477" y="4037"/>
                  </a:cubicBezTo>
                  <a:cubicBezTo>
                    <a:pt x="227" y="4037"/>
                    <a:pt x="1" y="4240"/>
                    <a:pt x="1" y="4502"/>
                  </a:cubicBezTo>
                  <a:lnTo>
                    <a:pt x="1" y="6168"/>
                  </a:lnTo>
                  <a:cubicBezTo>
                    <a:pt x="1" y="7716"/>
                    <a:pt x="1251" y="8966"/>
                    <a:pt x="2799" y="8966"/>
                  </a:cubicBezTo>
                  <a:lnTo>
                    <a:pt x="3227" y="8966"/>
                  </a:lnTo>
                  <a:lnTo>
                    <a:pt x="3227" y="9966"/>
                  </a:lnTo>
                  <a:lnTo>
                    <a:pt x="1406" y="9966"/>
                  </a:lnTo>
                  <a:cubicBezTo>
                    <a:pt x="906" y="9966"/>
                    <a:pt x="489" y="10371"/>
                    <a:pt x="489" y="10883"/>
                  </a:cubicBezTo>
                  <a:cubicBezTo>
                    <a:pt x="489" y="10967"/>
                    <a:pt x="572" y="11038"/>
                    <a:pt x="656" y="11038"/>
                  </a:cubicBezTo>
                  <a:lnTo>
                    <a:pt x="6966" y="11038"/>
                  </a:lnTo>
                  <a:cubicBezTo>
                    <a:pt x="7061" y="11038"/>
                    <a:pt x="7133" y="10967"/>
                    <a:pt x="7133" y="10883"/>
                  </a:cubicBezTo>
                  <a:cubicBezTo>
                    <a:pt x="7133" y="10383"/>
                    <a:pt x="6728" y="9966"/>
                    <a:pt x="6228" y="9966"/>
                  </a:cubicBezTo>
                  <a:lnTo>
                    <a:pt x="4466" y="9966"/>
                  </a:lnTo>
                  <a:lnTo>
                    <a:pt x="4466" y="8966"/>
                  </a:lnTo>
                  <a:lnTo>
                    <a:pt x="4894" y="8966"/>
                  </a:lnTo>
                  <a:cubicBezTo>
                    <a:pt x="6442" y="8966"/>
                    <a:pt x="7692" y="7728"/>
                    <a:pt x="7692" y="6168"/>
                  </a:cubicBezTo>
                  <a:lnTo>
                    <a:pt x="7692" y="5978"/>
                  </a:lnTo>
                  <a:cubicBezTo>
                    <a:pt x="7692" y="5895"/>
                    <a:pt x="7621" y="5811"/>
                    <a:pt x="7538" y="5811"/>
                  </a:cubicBezTo>
                  <a:cubicBezTo>
                    <a:pt x="7442" y="5811"/>
                    <a:pt x="7371" y="5895"/>
                    <a:pt x="7371" y="5978"/>
                  </a:cubicBezTo>
                  <a:lnTo>
                    <a:pt x="7371" y="6168"/>
                  </a:lnTo>
                  <a:cubicBezTo>
                    <a:pt x="7371" y="7538"/>
                    <a:pt x="6252" y="8657"/>
                    <a:pt x="4882" y="8657"/>
                  </a:cubicBezTo>
                  <a:lnTo>
                    <a:pt x="2858" y="8657"/>
                  </a:lnTo>
                  <a:cubicBezTo>
                    <a:pt x="1489" y="8657"/>
                    <a:pt x="370" y="7538"/>
                    <a:pt x="370" y="6168"/>
                  </a:cubicBezTo>
                  <a:lnTo>
                    <a:pt x="370" y="4502"/>
                  </a:lnTo>
                  <a:cubicBezTo>
                    <a:pt x="370" y="4418"/>
                    <a:pt x="453" y="4359"/>
                    <a:pt x="525" y="4359"/>
                  </a:cubicBezTo>
                  <a:cubicBezTo>
                    <a:pt x="596" y="4359"/>
                    <a:pt x="668" y="4430"/>
                    <a:pt x="668" y="4502"/>
                  </a:cubicBezTo>
                  <a:lnTo>
                    <a:pt x="668" y="6168"/>
                  </a:lnTo>
                  <a:cubicBezTo>
                    <a:pt x="668" y="7383"/>
                    <a:pt x="1656" y="8347"/>
                    <a:pt x="2846" y="8347"/>
                  </a:cubicBezTo>
                  <a:lnTo>
                    <a:pt x="4871" y="8347"/>
                  </a:lnTo>
                  <a:cubicBezTo>
                    <a:pt x="6073" y="8347"/>
                    <a:pt x="7037" y="7359"/>
                    <a:pt x="7037" y="6168"/>
                  </a:cubicBezTo>
                  <a:lnTo>
                    <a:pt x="7037" y="4502"/>
                  </a:lnTo>
                  <a:cubicBezTo>
                    <a:pt x="7037" y="4418"/>
                    <a:pt x="7121" y="4359"/>
                    <a:pt x="7192" y="4359"/>
                  </a:cubicBezTo>
                  <a:cubicBezTo>
                    <a:pt x="7276" y="4359"/>
                    <a:pt x="7335" y="4430"/>
                    <a:pt x="7335" y="4502"/>
                  </a:cubicBezTo>
                  <a:lnTo>
                    <a:pt x="7335" y="5252"/>
                  </a:lnTo>
                  <a:cubicBezTo>
                    <a:pt x="7335" y="5347"/>
                    <a:pt x="7418" y="5418"/>
                    <a:pt x="7502" y="5418"/>
                  </a:cubicBezTo>
                  <a:cubicBezTo>
                    <a:pt x="7585" y="5418"/>
                    <a:pt x="7668" y="5347"/>
                    <a:pt x="7668" y="5252"/>
                  </a:cubicBezTo>
                  <a:lnTo>
                    <a:pt x="7668" y="4502"/>
                  </a:lnTo>
                  <a:cubicBezTo>
                    <a:pt x="7668" y="4252"/>
                    <a:pt x="7454" y="4037"/>
                    <a:pt x="7192" y="4037"/>
                  </a:cubicBezTo>
                  <a:cubicBezTo>
                    <a:pt x="6930" y="4037"/>
                    <a:pt x="6716" y="4240"/>
                    <a:pt x="6716" y="4502"/>
                  </a:cubicBezTo>
                  <a:lnTo>
                    <a:pt x="6716" y="4704"/>
                  </a:lnTo>
                  <a:lnTo>
                    <a:pt x="6478" y="4704"/>
                  </a:lnTo>
                  <a:lnTo>
                    <a:pt x="6478" y="1656"/>
                  </a:lnTo>
                  <a:cubicBezTo>
                    <a:pt x="6478" y="739"/>
                    <a:pt x="5740" y="13"/>
                    <a:pt x="4835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67" name="Google Shape;13344;p81">
            <a:extLst>
              <a:ext uri="{FF2B5EF4-FFF2-40B4-BE49-F238E27FC236}">
                <a16:creationId xmlns:a16="http://schemas.microsoft.com/office/drawing/2014/main" id="{4808DB63-FC64-449E-8E59-44B2EDF5B6A7}"/>
              </a:ext>
            </a:extLst>
          </p:cNvPr>
          <p:cNvGrpSpPr/>
          <p:nvPr/>
        </p:nvGrpSpPr>
        <p:grpSpPr>
          <a:xfrm>
            <a:off x="1728458" y="1843134"/>
            <a:ext cx="457200" cy="548640"/>
            <a:chOff x="1367060" y="2422129"/>
            <a:chExt cx="269261" cy="352050"/>
          </a:xfrm>
        </p:grpSpPr>
        <p:sp>
          <p:nvSpPr>
            <p:cNvPr id="168" name="Google Shape;13345;p81">
              <a:extLst>
                <a:ext uri="{FF2B5EF4-FFF2-40B4-BE49-F238E27FC236}">
                  <a16:creationId xmlns:a16="http://schemas.microsoft.com/office/drawing/2014/main" id="{E833C82F-BCED-4785-BA92-3C9721862BFC}"/>
                </a:ext>
              </a:extLst>
            </p:cNvPr>
            <p:cNvSpPr/>
            <p:nvPr/>
          </p:nvSpPr>
          <p:spPr>
            <a:xfrm>
              <a:off x="1392059" y="2651857"/>
              <a:ext cx="129160" cy="122322"/>
            </a:xfrm>
            <a:custGeom>
              <a:avLst/>
              <a:gdLst/>
              <a:ahLst/>
              <a:cxnLst/>
              <a:rect l="l" t="t" r="r" b="b"/>
              <a:pathLst>
                <a:path w="4061" h="3846" extrusionOk="0">
                  <a:moveTo>
                    <a:pt x="167" y="0"/>
                  </a:moveTo>
                  <a:cubicBezTo>
                    <a:pt x="72" y="0"/>
                    <a:pt x="0" y="83"/>
                    <a:pt x="0" y="167"/>
                  </a:cubicBezTo>
                  <a:cubicBezTo>
                    <a:pt x="0" y="262"/>
                    <a:pt x="72" y="333"/>
                    <a:pt x="167" y="333"/>
                  </a:cubicBezTo>
                  <a:lnTo>
                    <a:pt x="357" y="333"/>
                  </a:lnTo>
                  <a:lnTo>
                    <a:pt x="357" y="1691"/>
                  </a:lnTo>
                  <a:cubicBezTo>
                    <a:pt x="357" y="2179"/>
                    <a:pt x="762" y="2584"/>
                    <a:pt x="1250" y="2584"/>
                  </a:cubicBezTo>
                  <a:cubicBezTo>
                    <a:pt x="1286" y="2584"/>
                    <a:pt x="1226" y="2584"/>
                    <a:pt x="2310" y="2405"/>
                  </a:cubicBezTo>
                  <a:lnTo>
                    <a:pt x="2310" y="3453"/>
                  </a:lnTo>
                  <a:cubicBezTo>
                    <a:pt x="2310" y="3667"/>
                    <a:pt x="2489" y="3846"/>
                    <a:pt x="2691" y="3846"/>
                  </a:cubicBezTo>
                  <a:lnTo>
                    <a:pt x="3905" y="3846"/>
                  </a:lnTo>
                  <a:cubicBezTo>
                    <a:pt x="3989" y="3846"/>
                    <a:pt x="4060" y="3774"/>
                    <a:pt x="4060" y="3679"/>
                  </a:cubicBezTo>
                  <a:cubicBezTo>
                    <a:pt x="4060" y="3596"/>
                    <a:pt x="3989" y="3500"/>
                    <a:pt x="3893" y="3500"/>
                  </a:cubicBezTo>
                  <a:lnTo>
                    <a:pt x="2691" y="3500"/>
                  </a:lnTo>
                  <a:cubicBezTo>
                    <a:pt x="2667" y="3500"/>
                    <a:pt x="2631" y="3465"/>
                    <a:pt x="2631" y="3441"/>
                  </a:cubicBezTo>
                  <a:lnTo>
                    <a:pt x="2631" y="2191"/>
                  </a:lnTo>
                  <a:cubicBezTo>
                    <a:pt x="2631" y="2143"/>
                    <a:pt x="2620" y="2107"/>
                    <a:pt x="2572" y="2072"/>
                  </a:cubicBezTo>
                  <a:cubicBezTo>
                    <a:pt x="2555" y="2055"/>
                    <a:pt x="2520" y="2038"/>
                    <a:pt x="2485" y="2038"/>
                  </a:cubicBezTo>
                  <a:cubicBezTo>
                    <a:pt x="2470" y="2038"/>
                    <a:pt x="2455" y="2041"/>
                    <a:pt x="2441" y="2048"/>
                  </a:cubicBezTo>
                  <a:lnTo>
                    <a:pt x="1238" y="2250"/>
                  </a:lnTo>
                  <a:cubicBezTo>
                    <a:pt x="917" y="2250"/>
                    <a:pt x="691" y="2000"/>
                    <a:pt x="691" y="1691"/>
                  </a:cubicBezTo>
                  <a:lnTo>
                    <a:pt x="691" y="167"/>
                  </a:lnTo>
                  <a:cubicBezTo>
                    <a:pt x="691" y="83"/>
                    <a:pt x="607" y="0"/>
                    <a:pt x="524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9" name="Google Shape;13346;p81">
              <a:extLst>
                <a:ext uri="{FF2B5EF4-FFF2-40B4-BE49-F238E27FC236}">
                  <a16:creationId xmlns:a16="http://schemas.microsoft.com/office/drawing/2014/main" id="{F70156E1-3C4D-467B-BA5B-D925472B77BE}"/>
                </a:ext>
              </a:extLst>
            </p:cNvPr>
            <p:cNvSpPr/>
            <p:nvPr/>
          </p:nvSpPr>
          <p:spPr>
            <a:xfrm>
              <a:off x="1367060" y="2441912"/>
              <a:ext cx="82184" cy="212139"/>
            </a:xfrm>
            <a:custGeom>
              <a:avLst/>
              <a:gdLst/>
              <a:ahLst/>
              <a:cxnLst/>
              <a:rect l="l" t="t" r="r" b="b"/>
              <a:pathLst>
                <a:path w="2584" h="6670" extrusionOk="0">
                  <a:moveTo>
                    <a:pt x="2415" y="1"/>
                  </a:moveTo>
                  <a:cubicBezTo>
                    <a:pt x="2382" y="1"/>
                    <a:pt x="2350" y="10"/>
                    <a:pt x="2322" y="29"/>
                  </a:cubicBezTo>
                  <a:cubicBezTo>
                    <a:pt x="1274" y="731"/>
                    <a:pt x="655" y="1898"/>
                    <a:pt x="655" y="3148"/>
                  </a:cubicBezTo>
                  <a:cubicBezTo>
                    <a:pt x="655" y="3351"/>
                    <a:pt x="667" y="3541"/>
                    <a:pt x="703" y="3732"/>
                  </a:cubicBezTo>
                  <a:cubicBezTo>
                    <a:pt x="48" y="5708"/>
                    <a:pt x="0" y="5696"/>
                    <a:pt x="0" y="5970"/>
                  </a:cubicBezTo>
                  <a:cubicBezTo>
                    <a:pt x="0" y="6208"/>
                    <a:pt x="84" y="6446"/>
                    <a:pt x="262" y="6625"/>
                  </a:cubicBezTo>
                  <a:cubicBezTo>
                    <a:pt x="295" y="6651"/>
                    <a:pt x="342" y="6670"/>
                    <a:pt x="389" y="6670"/>
                  </a:cubicBezTo>
                  <a:cubicBezTo>
                    <a:pt x="429" y="6670"/>
                    <a:pt x="468" y="6657"/>
                    <a:pt x="500" y="6625"/>
                  </a:cubicBezTo>
                  <a:cubicBezTo>
                    <a:pt x="560" y="6565"/>
                    <a:pt x="584" y="6458"/>
                    <a:pt x="500" y="6375"/>
                  </a:cubicBezTo>
                  <a:cubicBezTo>
                    <a:pt x="358" y="6220"/>
                    <a:pt x="298" y="5982"/>
                    <a:pt x="369" y="5756"/>
                  </a:cubicBezTo>
                  <a:lnTo>
                    <a:pt x="1036" y="3791"/>
                  </a:lnTo>
                  <a:cubicBezTo>
                    <a:pt x="1060" y="3767"/>
                    <a:pt x="1060" y="3732"/>
                    <a:pt x="1036" y="3720"/>
                  </a:cubicBezTo>
                  <a:cubicBezTo>
                    <a:pt x="1012" y="3517"/>
                    <a:pt x="1000" y="3327"/>
                    <a:pt x="1000" y="3148"/>
                  </a:cubicBezTo>
                  <a:cubicBezTo>
                    <a:pt x="1000" y="2005"/>
                    <a:pt x="1560" y="934"/>
                    <a:pt x="2513" y="291"/>
                  </a:cubicBezTo>
                  <a:cubicBezTo>
                    <a:pt x="2572" y="255"/>
                    <a:pt x="2584" y="148"/>
                    <a:pt x="2548" y="76"/>
                  </a:cubicBezTo>
                  <a:cubicBezTo>
                    <a:pt x="2519" y="25"/>
                    <a:pt x="2467" y="1"/>
                    <a:pt x="2415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0" name="Google Shape;13347;p81">
              <a:extLst>
                <a:ext uri="{FF2B5EF4-FFF2-40B4-BE49-F238E27FC236}">
                  <a16:creationId xmlns:a16="http://schemas.microsoft.com/office/drawing/2014/main" id="{A02D8CB8-A44D-4D65-BB69-619F8F93DB88}"/>
                </a:ext>
              </a:extLst>
            </p:cNvPr>
            <p:cNvSpPr/>
            <p:nvPr/>
          </p:nvSpPr>
          <p:spPr>
            <a:xfrm>
              <a:off x="1456051" y="2422129"/>
              <a:ext cx="180271" cy="162937"/>
            </a:xfrm>
            <a:custGeom>
              <a:avLst/>
              <a:gdLst/>
              <a:ahLst/>
              <a:cxnLst/>
              <a:rect l="l" t="t" r="r" b="b"/>
              <a:pathLst>
                <a:path w="5668" h="5123" extrusionOk="0">
                  <a:moveTo>
                    <a:pt x="1621" y="1"/>
                  </a:moveTo>
                  <a:cubicBezTo>
                    <a:pt x="1104" y="1"/>
                    <a:pt x="591" y="107"/>
                    <a:pt x="119" y="317"/>
                  </a:cubicBezTo>
                  <a:cubicBezTo>
                    <a:pt x="24" y="353"/>
                    <a:pt x="0" y="448"/>
                    <a:pt x="24" y="544"/>
                  </a:cubicBezTo>
                  <a:cubicBezTo>
                    <a:pt x="51" y="616"/>
                    <a:pt x="113" y="648"/>
                    <a:pt x="184" y="648"/>
                  </a:cubicBezTo>
                  <a:cubicBezTo>
                    <a:pt x="205" y="648"/>
                    <a:pt x="228" y="645"/>
                    <a:pt x="250" y="639"/>
                  </a:cubicBezTo>
                  <a:cubicBezTo>
                    <a:pt x="965" y="317"/>
                    <a:pt x="1536" y="365"/>
                    <a:pt x="1643" y="353"/>
                  </a:cubicBezTo>
                  <a:cubicBezTo>
                    <a:pt x="3941" y="365"/>
                    <a:pt x="5644" y="2556"/>
                    <a:pt x="4894" y="4901"/>
                  </a:cubicBezTo>
                  <a:cubicBezTo>
                    <a:pt x="4870" y="4997"/>
                    <a:pt x="4906" y="5080"/>
                    <a:pt x="5001" y="5116"/>
                  </a:cubicBezTo>
                  <a:cubicBezTo>
                    <a:pt x="5018" y="5120"/>
                    <a:pt x="5035" y="5123"/>
                    <a:pt x="5052" y="5123"/>
                  </a:cubicBezTo>
                  <a:cubicBezTo>
                    <a:pt x="5119" y="5123"/>
                    <a:pt x="5184" y="5085"/>
                    <a:pt x="5203" y="5009"/>
                  </a:cubicBezTo>
                  <a:cubicBezTo>
                    <a:pt x="5668" y="3508"/>
                    <a:pt x="5239" y="2044"/>
                    <a:pt x="4263" y="1079"/>
                  </a:cubicBezTo>
                  <a:cubicBezTo>
                    <a:pt x="3524" y="356"/>
                    <a:pt x="2566" y="1"/>
                    <a:pt x="162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1" name="Google Shape;13348;p81">
              <a:extLst>
                <a:ext uri="{FF2B5EF4-FFF2-40B4-BE49-F238E27FC236}">
                  <a16:creationId xmlns:a16="http://schemas.microsoft.com/office/drawing/2014/main" id="{A68F7B4E-D47C-4D01-8BD2-49D8AEB609FA}"/>
                </a:ext>
              </a:extLst>
            </p:cNvPr>
            <p:cNvSpPr/>
            <p:nvPr/>
          </p:nvSpPr>
          <p:spPr>
            <a:xfrm>
              <a:off x="1532160" y="2593590"/>
              <a:ext cx="81834" cy="180207"/>
            </a:xfrm>
            <a:custGeom>
              <a:avLst/>
              <a:gdLst/>
              <a:ahLst/>
              <a:cxnLst/>
              <a:rect l="l" t="t" r="r" b="b"/>
              <a:pathLst>
                <a:path w="2573" h="5666" extrusionOk="0">
                  <a:moveTo>
                    <a:pt x="2399" y="1"/>
                  </a:moveTo>
                  <a:cubicBezTo>
                    <a:pt x="2340" y="1"/>
                    <a:pt x="2284" y="36"/>
                    <a:pt x="2251" y="94"/>
                  </a:cubicBezTo>
                  <a:cubicBezTo>
                    <a:pt x="2096" y="380"/>
                    <a:pt x="1715" y="856"/>
                    <a:pt x="1715" y="1737"/>
                  </a:cubicBezTo>
                  <a:lnTo>
                    <a:pt x="1715" y="5273"/>
                  </a:lnTo>
                  <a:cubicBezTo>
                    <a:pt x="1715" y="5309"/>
                    <a:pt x="1679" y="5332"/>
                    <a:pt x="1655" y="5332"/>
                  </a:cubicBezTo>
                  <a:lnTo>
                    <a:pt x="167" y="5332"/>
                  </a:lnTo>
                  <a:cubicBezTo>
                    <a:pt x="72" y="5332"/>
                    <a:pt x="0" y="5404"/>
                    <a:pt x="0" y="5499"/>
                  </a:cubicBezTo>
                  <a:cubicBezTo>
                    <a:pt x="0" y="5583"/>
                    <a:pt x="72" y="5666"/>
                    <a:pt x="167" y="5666"/>
                  </a:cubicBezTo>
                  <a:lnTo>
                    <a:pt x="1655" y="5666"/>
                  </a:lnTo>
                  <a:cubicBezTo>
                    <a:pt x="1858" y="5666"/>
                    <a:pt x="2036" y="5487"/>
                    <a:pt x="2036" y="5273"/>
                  </a:cubicBezTo>
                  <a:lnTo>
                    <a:pt x="2036" y="1737"/>
                  </a:lnTo>
                  <a:cubicBezTo>
                    <a:pt x="2036" y="963"/>
                    <a:pt x="2382" y="558"/>
                    <a:pt x="2548" y="249"/>
                  </a:cubicBezTo>
                  <a:cubicBezTo>
                    <a:pt x="2572" y="153"/>
                    <a:pt x="2548" y="70"/>
                    <a:pt x="2477" y="22"/>
                  </a:cubicBezTo>
                  <a:cubicBezTo>
                    <a:pt x="2451" y="8"/>
                    <a:pt x="2425" y="1"/>
                    <a:pt x="2399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2" name="Google Shape;13349;p81">
              <a:extLst>
                <a:ext uri="{FF2B5EF4-FFF2-40B4-BE49-F238E27FC236}">
                  <a16:creationId xmlns:a16="http://schemas.microsoft.com/office/drawing/2014/main" id="{2AB32748-0432-435F-9CA9-32AB418DEABA}"/>
                </a:ext>
              </a:extLst>
            </p:cNvPr>
            <p:cNvSpPr/>
            <p:nvPr/>
          </p:nvSpPr>
          <p:spPr>
            <a:xfrm>
              <a:off x="1425359" y="2572313"/>
              <a:ext cx="24267" cy="17843"/>
            </a:xfrm>
            <a:custGeom>
              <a:avLst/>
              <a:gdLst/>
              <a:ahLst/>
              <a:cxnLst/>
              <a:rect l="l" t="t" r="r" b="b"/>
              <a:pathLst>
                <a:path w="763" h="561" extrusionOk="0">
                  <a:moveTo>
                    <a:pt x="583" y="0"/>
                  </a:moveTo>
                  <a:cubicBezTo>
                    <a:pt x="554" y="0"/>
                    <a:pt x="525" y="8"/>
                    <a:pt x="501" y="25"/>
                  </a:cubicBezTo>
                  <a:lnTo>
                    <a:pt x="96" y="239"/>
                  </a:lnTo>
                  <a:cubicBezTo>
                    <a:pt x="25" y="287"/>
                    <a:pt x="1" y="394"/>
                    <a:pt x="37" y="465"/>
                  </a:cubicBezTo>
                  <a:cubicBezTo>
                    <a:pt x="72" y="525"/>
                    <a:pt x="132" y="560"/>
                    <a:pt x="191" y="560"/>
                  </a:cubicBezTo>
                  <a:cubicBezTo>
                    <a:pt x="215" y="560"/>
                    <a:pt x="251" y="560"/>
                    <a:pt x="275" y="537"/>
                  </a:cubicBezTo>
                  <a:lnTo>
                    <a:pt x="680" y="322"/>
                  </a:lnTo>
                  <a:cubicBezTo>
                    <a:pt x="739" y="263"/>
                    <a:pt x="763" y="156"/>
                    <a:pt x="727" y="84"/>
                  </a:cubicBezTo>
                  <a:cubicBezTo>
                    <a:pt x="696" y="29"/>
                    <a:pt x="639" y="0"/>
                    <a:pt x="583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3" name="Google Shape;13350;p81">
              <a:extLst>
                <a:ext uri="{FF2B5EF4-FFF2-40B4-BE49-F238E27FC236}">
                  <a16:creationId xmlns:a16="http://schemas.microsoft.com/office/drawing/2014/main" id="{F2DB5B7B-391C-43AE-BC00-518BB998DB90}"/>
                </a:ext>
              </a:extLst>
            </p:cNvPr>
            <p:cNvSpPr/>
            <p:nvPr/>
          </p:nvSpPr>
          <p:spPr>
            <a:xfrm>
              <a:off x="1562820" y="2573680"/>
              <a:ext cx="26176" cy="17620"/>
            </a:xfrm>
            <a:custGeom>
              <a:avLst/>
              <a:gdLst/>
              <a:ahLst/>
              <a:cxnLst/>
              <a:rect l="l" t="t" r="r" b="b"/>
              <a:pathLst>
                <a:path w="823" h="554" extrusionOk="0">
                  <a:moveTo>
                    <a:pt x="201" y="1"/>
                  </a:moveTo>
                  <a:cubicBezTo>
                    <a:pt x="143" y="1"/>
                    <a:pt x="81" y="28"/>
                    <a:pt x="48" y="77"/>
                  </a:cubicBezTo>
                  <a:cubicBezTo>
                    <a:pt x="1" y="160"/>
                    <a:pt x="37" y="255"/>
                    <a:pt x="108" y="303"/>
                  </a:cubicBezTo>
                  <a:cubicBezTo>
                    <a:pt x="513" y="529"/>
                    <a:pt x="513" y="553"/>
                    <a:pt x="584" y="553"/>
                  </a:cubicBezTo>
                  <a:cubicBezTo>
                    <a:pt x="763" y="541"/>
                    <a:pt x="822" y="315"/>
                    <a:pt x="680" y="244"/>
                  </a:cubicBezTo>
                  <a:lnTo>
                    <a:pt x="275" y="17"/>
                  </a:lnTo>
                  <a:cubicBezTo>
                    <a:pt x="253" y="6"/>
                    <a:pt x="227" y="1"/>
                    <a:pt x="20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4" name="Google Shape;13351;p81">
              <a:extLst>
                <a:ext uri="{FF2B5EF4-FFF2-40B4-BE49-F238E27FC236}">
                  <a16:creationId xmlns:a16="http://schemas.microsoft.com/office/drawing/2014/main" id="{4BF28DF2-1379-4122-87C2-6A4725F85F70}"/>
                </a:ext>
              </a:extLst>
            </p:cNvPr>
            <p:cNvSpPr/>
            <p:nvPr/>
          </p:nvSpPr>
          <p:spPr>
            <a:xfrm>
              <a:off x="1448100" y="2481414"/>
              <a:ext cx="125375" cy="191275"/>
            </a:xfrm>
            <a:custGeom>
              <a:avLst/>
              <a:gdLst/>
              <a:ahLst/>
              <a:cxnLst/>
              <a:rect l="l" t="t" r="r" b="b"/>
              <a:pathLst>
                <a:path w="3942" h="6014" extrusionOk="0">
                  <a:moveTo>
                    <a:pt x="1280" y="1498"/>
                  </a:moveTo>
                  <a:cubicBezTo>
                    <a:pt x="1355" y="1498"/>
                    <a:pt x="1429" y="1543"/>
                    <a:pt x="1429" y="1632"/>
                  </a:cubicBezTo>
                  <a:lnTo>
                    <a:pt x="1429" y="1763"/>
                  </a:lnTo>
                  <a:lnTo>
                    <a:pt x="1262" y="1763"/>
                  </a:lnTo>
                  <a:cubicBezTo>
                    <a:pt x="1191" y="1763"/>
                    <a:pt x="1131" y="1704"/>
                    <a:pt x="1131" y="1632"/>
                  </a:cubicBezTo>
                  <a:cubicBezTo>
                    <a:pt x="1131" y="1543"/>
                    <a:pt x="1206" y="1498"/>
                    <a:pt x="1280" y="1498"/>
                  </a:cubicBezTo>
                  <a:close/>
                  <a:moveTo>
                    <a:pt x="2483" y="1498"/>
                  </a:moveTo>
                  <a:cubicBezTo>
                    <a:pt x="2557" y="1498"/>
                    <a:pt x="2632" y="1543"/>
                    <a:pt x="2632" y="1632"/>
                  </a:cubicBezTo>
                  <a:cubicBezTo>
                    <a:pt x="2632" y="1704"/>
                    <a:pt x="2572" y="1763"/>
                    <a:pt x="2501" y="1763"/>
                  </a:cubicBezTo>
                  <a:lnTo>
                    <a:pt x="2334" y="1763"/>
                  </a:lnTo>
                  <a:lnTo>
                    <a:pt x="2334" y="1632"/>
                  </a:lnTo>
                  <a:cubicBezTo>
                    <a:pt x="2334" y="1543"/>
                    <a:pt x="2408" y="1498"/>
                    <a:pt x="2483" y="1498"/>
                  </a:cubicBezTo>
                  <a:close/>
                  <a:moveTo>
                    <a:pt x="1989" y="2085"/>
                  </a:moveTo>
                  <a:lnTo>
                    <a:pt x="1989" y="3776"/>
                  </a:lnTo>
                  <a:lnTo>
                    <a:pt x="1739" y="3776"/>
                  </a:lnTo>
                  <a:lnTo>
                    <a:pt x="1739" y="2085"/>
                  </a:lnTo>
                  <a:close/>
                  <a:moveTo>
                    <a:pt x="2524" y="4097"/>
                  </a:moveTo>
                  <a:lnTo>
                    <a:pt x="2524" y="4430"/>
                  </a:lnTo>
                  <a:lnTo>
                    <a:pt x="1215" y="4430"/>
                  </a:lnTo>
                  <a:lnTo>
                    <a:pt x="1215" y="4097"/>
                  </a:lnTo>
                  <a:close/>
                  <a:moveTo>
                    <a:pt x="2512" y="4752"/>
                  </a:moveTo>
                  <a:lnTo>
                    <a:pt x="2512" y="4942"/>
                  </a:lnTo>
                  <a:lnTo>
                    <a:pt x="2524" y="4942"/>
                  </a:lnTo>
                  <a:cubicBezTo>
                    <a:pt x="2524" y="5026"/>
                    <a:pt x="2465" y="5085"/>
                    <a:pt x="2393" y="5085"/>
                  </a:cubicBezTo>
                  <a:lnTo>
                    <a:pt x="1334" y="5085"/>
                  </a:lnTo>
                  <a:cubicBezTo>
                    <a:pt x="1262" y="5085"/>
                    <a:pt x="1203" y="5026"/>
                    <a:pt x="1203" y="4942"/>
                  </a:cubicBezTo>
                  <a:lnTo>
                    <a:pt x="1203" y="4752"/>
                  </a:lnTo>
                  <a:close/>
                  <a:moveTo>
                    <a:pt x="2227" y="5395"/>
                  </a:moveTo>
                  <a:cubicBezTo>
                    <a:pt x="2203" y="5561"/>
                    <a:pt x="2048" y="5681"/>
                    <a:pt x="1870" y="5681"/>
                  </a:cubicBezTo>
                  <a:cubicBezTo>
                    <a:pt x="1691" y="5681"/>
                    <a:pt x="1548" y="5561"/>
                    <a:pt x="1500" y="5395"/>
                  </a:cubicBezTo>
                  <a:close/>
                  <a:moveTo>
                    <a:pt x="1874" y="1"/>
                  </a:moveTo>
                  <a:cubicBezTo>
                    <a:pt x="834" y="1"/>
                    <a:pt x="0" y="837"/>
                    <a:pt x="0" y="1882"/>
                  </a:cubicBezTo>
                  <a:cubicBezTo>
                    <a:pt x="0" y="2406"/>
                    <a:pt x="215" y="2906"/>
                    <a:pt x="607" y="3264"/>
                  </a:cubicBezTo>
                  <a:cubicBezTo>
                    <a:pt x="786" y="3418"/>
                    <a:pt x="869" y="3656"/>
                    <a:pt x="869" y="3895"/>
                  </a:cubicBezTo>
                  <a:lnTo>
                    <a:pt x="869" y="4942"/>
                  </a:lnTo>
                  <a:cubicBezTo>
                    <a:pt x="869" y="5145"/>
                    <a:pt x="988" y="5300"/>
                    <a:pt x="1155" y="5359"/>
                  </a:cubicBezTo>
                  <a:cubicBezTo>
                    <a:pt x="1191" y="5716"/>
                    <a:pt x="1489" y="6014"/>
                    <a:pt x="1858" y="6014"/>
                  </a:cubicBezTo>
                  <a:cubicBezTo>
                    <a:pt x="2227" y="6014"/>
                    <a:pt x="2524" y="5740"/>
                    <a:pt x="2560" y="5359"/>
                  </a:cubicBezTo>
                  <a:cubicBezTo>
                    <a:pt x="2715" y="5288"/>
                    <a:pt x="2834" y="5121"/>
                    <a:pt x="2834" y="4942"/>
                  </a:cubicBezTo>
                  <a:lnTo>
                    <a:pt x="2834" y="3871"/>
                  </a:lnTo>
                  <a:cubicBezTo>
                    <a:pt x="2834" y="3811"/>
                    <a:pt x="2834" y="3752"/>
                    <a:pt x="2858" y="3692"/>
                  </a:cubicBezTo>
                  <a:cubicBezTo>
                    <a:pt x="2870" y="3609"/>
                    <a:pt x="2822" y="3514"/>
                    <a:pt x="2727" y="3502"/>
                  </a:cubicBezTo>
                  <a:cubicBezTo>
                    <a:pt x="2718" y="3500"/>
                    <a:pt x="2710" y="3500"/>
                    <a:pt x="2701" y="3500"/>
                  </a:cubicBezTo>
                  <a:cubicBezTo>
                    <a:pt x="2627" y="3500"/>
                    <a:pt x="2558" y="3546"/>
                    <a:pt x="2536" y="3621"/>
                  </a:cubicBezTo>
                  <a:cubicBezTo>
                    <a:pt x="2524" y="3668"/>
                    <a:pt x="2524" y="3728"/>
                    <a:pt x="2512" y="3776"/>
                  </a:cubicBezTo>
                  <a:lnTo>
                    <a:pt x="2298" y="3776"/>
                  </a:lnTo>
                  <a:lnTo>
                    <a:pt x="2298" y="2085"/>
                  </a:lnTo>
                  <a:lnTo>
                    <a:pt x="2465" y="2085"/>
                  </a:lnTo>
                  <a:cubicBezTo>
                    <a:pt x="2715" y="2085"/>
                    <a:pt x="2929" y="1882"/>
                    <a:pt x="2929" y="1632"/>
                  </a:cubicBezTo>
                  <a:cubicBezTo>
                    <a:pt x="2929" y="1370"/>
                    <a:pt x="2715" y="1168"/>
                    <a:pt x="2465" y="1168"/>
                  </a:cubicBezTo>
                  <a:lnTo>
                    <a:pt x="2441" y="1168"/>
                  </a:lnTo>
                  <a:cubicBezTo>
                    <a:pt x="2179" y="1168"/>
                    <a:pt x="1977" y="1370"/>
                    <a:pt x="1977" y="1632"/>
                  </a:cubicBezTo>
                  <a:lnTo>
                    <a:pt x="1977" y="1763"/>
                  </a:lnTo>
                  <a:lnTo>
                    <a:pt x="1727" y="1763"/>
                  </a:lnTo>
                  <a:lnTo>
                    <a:pt x="1727" y="1632"/>
                  </a:lnTo>
                  <a:cubicBezTo>
                    <a:pt x="1727" y="1370"/>
                    <a:pt x="1512" y="1168"/>
                    <a:pt x="1262" y="1168"/>
                  </a:cubicBezTo>
                  <a:lnTo>
                    <a:pt x="1227" y="1168"/>
                  </a:lnTo>
                  <a:cubicBezTo>
                    <a:pt x="977" y="1168"/>
                    <a:pt x="774" y="1370"/>
                    <a:pt x="774" y="1632"/>
                  </a:cubicBezTo>
                  <a:cubicBezTo>
                    <a:pt x="774" y="1882"/>
                    <a:pt x="977" y="2085"/>
                    <a:pt x="1227" y="2085"/>
                  </a:cubicBezTo>
                  <a:lnTo>
                    <a:pt x="1393" y="2085"/>
                  </a:lnTo>
                  <a:lnTo>
                    <a:pt x="1393" y="3776"/>
                  </a:lnTo>
                  <a:lnTo>
                    <a:pt x="1191" y="3776"/>
                  </a:lnTo>
                  <a:cubicBezTo>
                    <a:pt x="1155" y="3478"/>
                    <a:pt x="1024" y="3204"/>
                    <a:pt x="810" y="3014"/>
                  </a:cubicBezTo>
                  <a:cubicBezTo>
                    <a:pt x="488" y="2716"/>
                    <a:pt x="310" y="2299"/>
                    <a:pt x="310" y="1871"/>
                  </a:cubicBezTo>
                  <a:cubicBezTo>
                    <a:pt x="310" y="1013"/>
                    <a:pt x="988" y="323"/>
                    <a:pt x="1858" y="323"/>
                  </a:cubicBezTo>
                  <a:lnTo>
                    <a:pt x="1905" y="323"/>
                  </a:lnTo>
                  <a:cubicBezTo>
                    <a:pt x="2715" y="335"/>
                    <a:pt x="3394" y="1013"/>
                    <a:pt x="3405" y="1835"/>
                  </a:cubicBezTo>
                  <a:lnTo>
                    <a:pt x="3405" y="1847"/>
                  </a:lnTo>
                  <a:cubicBezTo>
                    <a:pt x="3405" y="2287"/>
                    <a:pt x="3239" y="2668"/>
                    <a:pt x="2929" y="2966"/>
                  </a:cubicBezTo>
                  <a:cubicBezTo>
                    <a:pt x="2870" y="3025"/>
                    <a:pt x="2858" y="3133"/>
                    <a:pt x="2929" y="3204"/>
                  </a:cubicBezTo>
                  <a:cubicBezTo>
                    <a:pt x="2965" y="3240"/>
                    <a:pt x="3007" y="3258"/>
                    <a:pt x="3048" y="3258"/>
                  </a:cubicBezTo>
                  <a:cubicBezTo>
                    <a:pt x="3090" y="3258"/>
                    <a:pt x="3132" y="3240"/>
                    <a:pt x="3167" y="3204"/>
                  </a:cubicBezTo>
                  <a:cubicBezTo>
                    <a:pt x="3906" y="2502"/>
                    <a:pt x="3941" y="1299"/>
                    <a:pt x="3191" y="561"/>
                  </a:cubicBezTo>
                  <a:cubicBezTo>
                    <a:pt x="2858" y="216"/>
                    <a:pt x="2393" y="1"/>
                    <a:pt x="1917" y="1"/>
                  </a:cubicBezTo>
                  <a:cubicBezTo>
                    <a:pt x="1903" y="1"/>
                    <a:pt x="1888" y="1"/>
                    <a:pt x="1874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5" name="Google Shape;13352;p81">
              <a:extLst>
                <a:ext uri="{FF2B5EF4-FFF2-40B4-BE49-F238E27FC236}">
                  <a16:creationId xmlns:a16="http://schemas.microsoft.com/office/drawing/2014/main" id="{757B1FBB-0342-4312-8F40-18D92A38F5A2}"/>
                </a:ext>
              </a:extLst>
            </p:cNvPr>
            <p:cNvSpPr/>
            <p:nvPr/>
          </p:nvSpPr>
          <p:spPr>
            <a:xfrm>
              <a:off x="1502232" y="2449259"/>
              <a:ext cx="10655" cy="25380"/>
            </a:xfrm>
            <a:custGeom>
              <a:avLst/>
              <a:gdLst/>
              <a:ahLst/>
              <a:cxnLst/>
              <a:rect l="l" t="t" r="r" b="b"/>
              <a:pathLst>
                <a:path w="335" h="798" extrusionOk="0">
                  <a:moveTo>
                    <a:pt x="168" y="0"/>
                  </a:moveTo>
                  <a:cubicBezTo>
                    <a:pt x="84" y="0"/>
                    <a:pt x="1" y="84"/>
                    <a:pt x="1" y="167"/>
                  </a:cubicBezTo>
                  <a:lnTo>
                    <a:pt x="1" y="631"/>
                  </a:lnTo>
                  <a:cubicBezTo>
                    <a:pt x="1" y="715"/>
                    <a:pt x="84" y="798"/>
                    <a:pt x="168" y="798"/>
                  </a:cubicBezTo>
                  <a:cubicBezTo>
                    <a:pt x="263" y="798"/>
                    <a:pt x="334" y="715"/>
                    <a:pt x="334" y="631"/>
                  </a:cubicBezTo>
                  <a:lnTo>
                    <a:pt x="334" y="167"/>
                  </a:lnTo>
                  <a:cubicBezTo>
                    <a:pt x="334" y="84"/>
                    <a:pt x="263" y="0"/>
                    <a:pt x="168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6" name="Google Shape;13353;p81">
              <a:extLst>
                <a:ext uri="{FF2B5EF4-FFF2-40B4-BE49-F238E27FC236}">
                  <a16:creationId xmlns:a16="http://schemas.microsoft.com/office/drawing/2014/main" id="{DA24D612-BCEE-422A-9912-CDFCAD9B758F}"/>
                </a:ext>
              </a:extLst>
            </p:cNvPr>
            <p:cNvSpPr/>
            <p:nvPr/>
          </p:nvSpPr>
          <p:spPr>
            <a:xfrm>
              <a:off x="1458309" y="2460582"/>
              <a:ext cx="18988" cy="23090"/>
            </a:xfrm>
            <a:custGeom>
              <a:avLst/>
              <a:gdLst/>
              <a:ahLst/>
              <a:cxnLst/>
              <a:rect l="l" t="t" r="r" b="b"/>
              <a:pathLst>
                <a:path w="597" h="726" extrusionOk="0">
                  <a:moveTo>
                    <a:pt x="190" y="1"/>
                  </a:moveTo>
                  <a:cubicBezTo>
                    <a:pt x="161" y="1"/>
                    <a:pt x="132" y="9"/>
                    <a:pt x="108" y="25"/>
                  </a:cubicBezTo>
                  <a:cubicBezTo>
                    <a:pt x="25" y="61"/>
                    <a:pt x="1" y="168"/>
                    <a:pt x="48" y="240"/>
                  </a:cubicBezTo>
                  <a:lnTo>
                    <a:pt x="275" y="644"/>
                  </a:lnTo>
                  <a:cubicBezTo>
                    <a:pt x="299" y="693"/>
                    <a:pt x="357" y="726"/>
                    <a:pt x="414" y="726"/>
                  </a:cubicBezTo>
                  <a:cubicBezTo>
                    <a:pt x="441" y="726"/>
                    <a:pt x="466" y="719"/>
                    <a:pt x="489" y="704"/>
                  </a:cubicBezTo>
                  <a:cubicBezTo>
                    <a:pt x="572" y="656"/>
                    <a:pt x="596" y="573"/>
                    <a:pt x="548" y="478"/>
                  </a:cubicBezTo>
                  <a:lnTo>
                    <a:pt x="322" y="85"/>
                  </a:lnTo>
                  <a:cubicBezTo>
                    <a:pt x="299" y="30"/>
                    <a:pt x="244" y="1"/>
                    <a:pt x="190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7" name="Google Shape;13354;p81">
              <a:extLst>
                <a:ext uri="{FF2B5EF4-FFF2-40B4-BE49-F238E27FC236}">
                  <a16:creationId xmlns:a16="http://schemas.microsoft.com/office/drawing/2014/main" id="{76E1C624-3836-4F51-9379-69FE24F7EEDC}"/>
                </a:ext>
              </a:extLst>
            </p:cNvPr>
            <p:cNvSpPr/>
            <p:nvPr/>
          </p:nvSpPr>
          <p:spPr>
            <a:xfrm>
              <a:off x="1425741" y="2492768"/>
              <a:ext cx="25031" cy="17874"/>
            </a:xfrm>
            <a:custGeom>
              <a:avLst/>
              <a:gdLst/>
              <a:ahLst/>
              <a:cxnLst/>
              <a:rect l="l" t="t" r="r" b="b"/>
              <a:pathLst>
                <a:path w="787" h="562" extrusionOk="0">
                  <a:moveTo>
                    <a:pt x="181" y="1"/>
                  </a:moveTo>
                  <a:cubicBezTo>
                    <a:pt x="126" y="1"/>
                    <a:pt x="72" y="30"/>
                    <a:pt x="48" y="85"/>
                  </a:cubicBezTo>
                  <a:cubicBezTo>
                    <a:pt x="1" y="156"/>
                    <a:pt x="25" y="263"/>
                    <a:pt x="108" y="299"/>
                  </a:cubicBezTo>
                  <a:cubicBezTo>
                    <a:pt x="501" y="525"/>
                    <a:pt x="501" y="561"/>
                    <a:pt x="584" y="561"/>
                  </a:cubicBezTo>
                  <a:cubicBezTo>
                    <a:pt x="632" y="561"/>
                    <a:pt x="703" y="525"/>
                    <a:pt x="727" y="466"/>
                  </a:cubicBezTo>
                  <a:cubicBezTo>
                    <a:pt x="787" y="394"/>
                    <a:pt x="751" y="287"/>
                    <a:pt x="668" y="240"/>
                  </a:cubicBezTo>
                  <a:lnTo>
                    <a:pt x="263" y="25"/>
                  </a:lnTo>
                  <a:cubicBezTo>
                    <a:pt x="238" y="9"/>
                    <a:pt x="209" y="1"/>
                    <a:pt x="18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8" name="Google Shape;13355;p81">
              <a:extLst>
                <a:ext uri="{FF2B5EF4-FFF2-40B4-BE49-F238E27FC236}">
                  <a16:creationId xmlns:a16="http://schemas.microsoft.com/office/drawing/2014/main" id="{A4BDC736-D6A5-4B14-88AB-B7C9DCA53580}"/>
                </a:ext>
              </a:extLst>
            </p:cNvPr>
            <p:cNvSpPr/>
            <p:nvPr/>
          </p:nvSpPr>
          <p:spPr>
            <a:xfrm>
              <a:off x="1414768" y="2535959"/>
              <a:ext cx="25031" cy="10655"/>
            </a:xfrm>
            <a:custGeom>
              <a:avLst/>
              <a:gdLst/>
              <a:ahLst/>
              <a:cxnLst/>
              <a:rect l="l" t="t" r="r" b="b"/>
              <a:pathLst>
                <a:path w="787" h="335" extrusionOk="0">
                  <a:moveTo>
                    <a:pt x="167" y="1"/>
                  </a:moveTo>
                  <a:cubicBezTo>
                    <a:pt x="72" y="1"/>
                    <a:pt x="1" y="72"/>
                    <a:pt x="1" y="167"/>
                  </a:cubicBezTo>
                  <a:cubicBezTo>
                    <a:pt x="1" y="251"/>
                    <a:pt x="72" y="334"/>
                    <a:pt x="167" y="334"/>
                  </a:cubicBezTo>
                  <a:lnTo>
                    <a:pt x="632" y="334"/>
                  </a:lnTo>
                  <a:cubicBezTo>
                    <a:pt x="715" y="334"/>
                    <a:pt x="786" y="251"/>
                    <a:pt x="786" y="167"/>
                  </a:cubicBezTo>
                  <a:cubicBezTo>
                    <a:pt x="786" y="72"/>
                    <a:pt x="715" y="1"/>
                    <a:pt x="632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9" name="Google Shape;13356;p81">
              <a:extLst>
                <a:ext uri="{FF2B5EF4-FFF2-40B4-BE49-F238E27FC236}">
                  <a16:creationId xmlns:a16="http://schemas.microsoft.com/office/drawing/2014/main" id="{BE17EB18-23E9-4A3A-B1E6-BBDAAC1289D2}"/>
                </a:ext>
              </a:extLst>
            </p:cNvPr>
            <p:cNvSpPr/>
            <p:nvPr/>
          </p:nvSpPr>
          <p:spPr>
            <a:xfrm>
              <a:off x="1573825" y="2537104"/>
              <a:ext cx="24999" cy="10241"/>
            </a:xfrm>
            <a:custGeom>
              <a:avLst/>
              <a:gdLst/>
              <a:ahLst/>
              <a:cxnLst/>
              <a:rect l="l" t="t" r="r" b="b"/>
              <a:pathLst>
                <a:path w="786" h="322" extrusionOk="0">
                  <a:moveTo>
                    <a:pt x="167" y="0"/>
                  </a:moveTo>
                  <a:cubicBezTo>
                    <a:pt x="72" y="0"/>
                    <a:pt x="0" y="72"/>
                    <a:pt x="0" y="155"/>
                  </a:cubicBezTo>
                  <a:cubicBezTo>
                    <a:pt x="0" y="251"/>
                    <a:pt x="72" y="322"/>
                    <a:pt x="167" y="322"/>
                  </a:cubicBezTo>
                  <a:lnTo>
                    <a:pt x="631" y="322"/>
                  </a:lnTo>
                  <a:cubicBezTo>
                    <a:pt x="715" y="322"/>
                    <a:pt x="786" y="251"/>
                    <a:pt x="786" y="155"/>
                  </a:cubicBezTo>
                  <a:cubicBezTo>
                    <a:pt x="786" y="72"/>
                    <a:pt x="715" y="0"/>
                    <a:pt x="631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0" name="Google Shape;13357;p81">
              <a:extLst>
                <a:ext uri="{FF2B5EF4-FFF2-40B4-BE49-F238E27FC236}">
                  <a16:creationId xmlns:a16="http://schemas.microsoft.com/office/drawing/2014/main" id="{AB0DCF00-692C-4852-AB84-29D3525BFCA6}"/>
                </a:ext>
              </a:extLst>
            </p:cNvPr>
            <p:cNvSpPr/>
            <p:nvPr/>
          </p:nvSpPr>
          <p:spPr>
            <a:xfrm>
              <a:off x="1563965" y="2493627"/>
              <a:ext cx="24649" cy="17525"/>
            </a:xfrm>
            <a:custGeom>
              <a:avLst/>
              <a:gdLst/>
              <a:ahLst/>
              <a:cxnLst/>
              <a:rect l="l" t="t" r="r" b="b"/>
              <a:pathLst>
                <a:path w="775" h="551" extrusionOk="0">
                  <a:moveTo>
                    <a:pt x="576" y="0"/>
                  </a:moveTo>
                  <a:cubicBezTo>
                    <a:pt x="549" y="0"/>
                    <a:pt x="523" y="7"/>
                    <a:pt x="501" y="22"/>
                  </a:cubicBezTo>
                  <a:lnTo>
                    <a:pt x="108" y="248"/>
                  </a:lnTo>
                  <a:cubicBezTo>
                    <a:pt x="24" y="296"/>
                    <a:pt x="1" y="391"/>
                    <a:pt x="48" y="475"/>
                  </a:cubicBezTo>
                  <a:cubicBezTo>
                    <a:pt x="73" y="524"/>
                    <a:pt x="132" y="550"/>
                    <a:pt x="189" y="550"/>
                  </a:cubicBezTo>
                  <a:cubicBezTo>
                    <a:pt x="215" y="550"/>
                    <a:pt x="240" y="545"/>
                    <a:pt x="263" y="534"/>
                  </a:cubicBezTo>
                  <a:lnTo>
                    <a:pt x="667" y="308"/>
                  </a:lnTo>
                  <a:cubicBezTo>
                    <a:pt x="739" y="260"/>
                    <a:pt x="774" y="153"/>
                    <a:pt x="727" y="82"/>
                  </a:cubicBezTo>
                  <a:cubicBezTo>
                    <a:pt x="694" y="33"/>
                    <a:pt x="633" y="0"/>
                    <a:pt x="576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1" name="Google Shape;13358;p81">
              <a:extLst>
                <a:ext uri="{FF2B5EF4-FFF2-40B4-BE49-F238E27FC236}">
                  <a16:creationId xmlns:a16="http://schemas.microsoft.com/office/drawing/2014/main" id="{960D1F45-EAED-4A95-B4B1-AAD5E77F8D44}"/>
                </a:ext>
              </a:extLst>
            </p:cNvPr>
            <p:cNvSpPr/>
            <p:nvPr/>
          </p:nvSpPr>
          <p:spPr>
            <a:xfrm>
              <a:off x="1537853" y="2461440"/>
              <a:ext cx="18956" cy="23090"/>
            </a:xfrm>
            <a:custGeom>
              <a:avLst/>
              <a:gdLst/>
              <a:ahLst/>
              <a:cxnLst/>
              <a:rect l="l" t="t" r="r" b="b"/>
              <a:pathLst>
                <a:path w="596" h="726" extrusionOk="0">
                  <a:moveTo>
                    <a:pt x="414" y="0"/>
                  </a:moveTo>
                  <a:cubicBezTo>
                    <a:pt x="357" y="0"/>
                    <a:pt x="298" y="33"/>
                    <a:pt x="274" y="82"/>
                  </a:cubicBezTo>
                  <a:lnTo>
                    <a:pt x="48" y="486"/>
                  </a:lnTo>
                  <a:cubicBezTo>
                    <a:pt x="0" y="558"/>
                    <a:pt x="36" y="665"/>
                    <a:pt x="107" y="701"/>
                  </a:cubicBezTo>
                  <a:cubicBezTo>
                    <a:pt x="132" y="718"/>
                    <a:pt x="162" y="725"/>
                    <a:pt x="192" y="725"/>
                  </a:cubicBezTo>
                  <a:cubicBezTo>
                    <a:pt x="247" y="725"/>
                    <a:pt x="303" y="699"/>
                    <a:pt x="333" y="653"/>
                  </a:cubicBezTo>
                  <a:lnTo>
                    <a:pt x="548" y="248"/>
                  </a:lnTo>
                  <a:cubicBezTo>
                    <a:pt x="595" y="177"/>
                    <a:pt x="572" y="70"/>
                    <a:pt x="488" y="22"/>
                  </a:cubicBezTo>
                  <a:cubicBezTo>
                    <a:pt x="466" y="7"/>
                    <a:pt x="440" y="0"/>
                    <a:pt x="414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pic>
        <p:nvPicPr>
          <p:cNvPr id="19" name="Picture 18">
            <a:extLst>
              <a:ext uri="{FF2B5EF4-FFF2-40B4-BE49-F238E27FC236}">
                <a16:creationId xmlns:a16="http://schemas.microsoft.com/office/drawing/2014/main" id="{45C67D94-6595-488C-8FA0-85FE13346B2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/>
          <a:stretch/>
        </p:blipFill>
        <p:spPr>
          <a:xfrm>
            <a:off x="102759" y="3207616"/>
            <a:ext cx="3625757" cy="18288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grpSp>
        <p:nvGrpSpPr>
          <p:cNvPr id="191" name="Google Shape;2941;p64">
            <a:extLst>
              <a:ext uri="{FF2B5EF4-FFF2-40B4-BE49-F238E27FC236}">
                <a16:creationId xmlns:a16="http://schemas.microsoft.com/office/drawing/2014/main" id="{34683152-3864-4912-968B-8645A8645627}"/>
              </a:ext>
            </a:extLst>
          </p:cNvPr>
          <p:cNvGrpSpPr/>
          <p:nvPr/>
        </p:nvGrpSpPr>
        <p:grpSpPr>
          <a:xfrm>
            <a:off x="8095724" y="4090339"/>
            <a:ext cx="536674" cy="510358"/>
            <a:chOff x="7476387" y="4016321"/>
            <a:chExt cx="601990" cy="572471"/>
          </a:xfrm>
        </p:grpSpPr>
        <p:sp>
          <p:nvSpPr>
            <p:cNvPr id="192" name="Google Shape;2942;p64">
              <a:extLst>
                <a:ext uri="{FF2B5EF4-FFF2-40B4-BE49-F238E27FC236}">
                  <a16:creationId xmlns:a16="http://schemas.microsoft.com/office/drawing/2014/main" id="{7F97BCE9-378D-447A-B403-6A9E9393ED9D}"/>
                </a:ext>
              </a:extLst>
            </p:cNvPr>
            <p:cNvSpPr/>
            <p:nvPr/>
          </p:nvSpPr>
          <p:spPr>
            <a:xfrm>
              <a:off x="7476387" y="4041959"/>
              <a:ext cx="601990" cy="546833"/>
            </a:xfrm>
            <a:custGeom>
              <a:avLst/>
              <a:gdLst/>
              <a:ahLst/>
              <a:cxnLst/>
              <a:rect l="l" t="t" r="r" b="b"/>
              <a:pathLst>
                <a:path w="18150" h="16487" extrusionOk="0">
                  <a:moveTo>
                    <a:pt x="3686" y="531"/>
                  </a:moveTo>
                  <a:cubicBezTo>
                    <a:pt x="3996" y="531"/>
                    <a:pt x="4247" y="784"/>
                    <a:pt x="4247" y="1093"/>
                  </a:cubicBezTo>
                  <a:cubicBezTo>
                    <a:pt x="4247" y="1403"/>
                    <a:pt x="3996" y="1654"/>
                    <a:pt x="3686" y="1654"/>
                  </a:cubicBezTo>
                  <a:cubicBezTo>
                    <a:pt x="3377" y="1654"/>
                    <a:pt x="3124" y="1403"/>
                    <a:pt x="3124" y="1093"/>
                  </a:cubicBezTo>
                  <a:cubicBezTo>
                    <a:pt x="3124" y="784"/>
                    <a:pt x="3376" y="531"/>
                    <a:pt x="3686" y="531"/>
                  </a:cubicBezTo>
                  <a:close/>
                  <a:moveTo>
                    <a:pt x="14464" y="531"/>
                  </a:moveTo>
                  <a:cubicBezTo>
                    <a:pt x="14774" y="531"/>
                    <a:pt x="15026" y="784"/>
                    <a:pt x="15026" y="1093"/>
                  </a:cubicBezTo>
                  <a:cubicBezTo>
                    <a:pt x="15026" y="1403"/>
                    <a:pt x="14774" y="1654"/>
                    <a:pt x="14464" y="1654"/>
                  </a:cubicBezTo>
                  <a:cubicBezTo>
                    <a:pt x="14155" y="1654"/>
                    <a:pt x="13904" y="1403"/>
                    <a:pt x="13904" y="1093"/>
                  </a:cubicBezTo>
                  <a:cubicBezTo>
                    <a:pt x="13904" y="784"/>
                    <a:pt x="14155" y="531"/>
                    <a:pt x="14464" y="531"/>
                  </a:cubicBezTo>
                  <a:close/>
                  <a:moveTo>
                    <a:pt x="1602" y="6161"/>
                  </a:moveTo>
                  <a:lnTo>
                    <a:pt x="1602" y="10054"/>
                  </a:lnTo>
                  <a:lnTo>
                    <a:pt x="621" y="10054"/>
                  </a:lnTo>
                  <a:cubicBezTo>
                    <a:pt x="573" y="10054"/>
                    <a:pt x="532" y="10014"/>
                    <a:pt x="532" y="9966"/>
                  </a:cubicBezTo>
                  <a:lnTo>
                    <a:pt x="532" y="6249"/>
                  </a:lnTo>
                  <a:cubicBezTo>
                    <a:pt x="532" y="6202"/>
                    <a:pt x="573" y="6161"/>
                    <a:pt x="621" y="6161"/>
                  </a:cubicBezTo>
                  <a:close/>
                  <a:moveTo>
                    <a:pt x="1897" y="15125"/>
                  </a:moveTo>
                  <a:lnTo>
                    <a:pt x="1897" y="15955"/>
                  </a:lnTo>
                  <a:lnTo>
                    <a:pt x="532" y="15955"/>
                  </a:lnTo>
                  <a:lnTo>
                    <a:pt x="532" y="15125"/>
                  </a:lnTo>
                  <a:close/>
                  <a:moveTo>
                    <a:pt x="11422" y="12862"/>
                  </a:moveTo>
                  <a:lnTo>
                    <a:pt x="11422" y="13637"/>
                  </a:lnTo>
                  <a:lnTo>
                    <a:pt x="9217" y="13637"/>
                  </a:lnTo>
                  <a:cubicBezTo>
                    <a:pt x="9070" y="13637"/>
                    <a:pt x="8951" y="13756"/>
                    <a:pt x="8951" y="13903"/>
                  </a:cubicBezTo>
                  <a:cubicBezTo>
                    <a:pt x="8951" y="14050"/>
                    <a:pt x="9070" y="14169"/>
                    <a:pt x="9217" y="14169"/>
                  </a:cubicBezTo>
                  <a:lnTo>
                    <a:pt x="15722" y="14169"/>
                  </a:lnTo>
                  <a:lnTo>
                    <a:pt x="15722" y="15955"/>
                  </a:lnTo>
                  <a:lnTo>
                    <a:pt x="2429" y="15955"/>
                  </a:lnTo>
                  <a:lnTo>
                    <a:pt x="2429" y="14169"/>
                  </a:lnTo>
                  <a:lnTo>
                    <a:pt x="7444" y="14169"/>
                  </a:lnTo>
                  <a:cubicBezTo>
                    <a:pt x="7591" y="14169"/>
                    <a:pt x="7710" y="14049"/>
                    <a:pt x="7710" y="13903"/>
                  </a:cubicBezTo>
                  <a:cubicBezTo>
                    <a:pt x="7710" y="13756"/>
                    <a:pt x="7591" y="13637"/>
                    <a:pt x="7444" y="13637"/>
                  </a:cubicBezTo>
                  <a:lnTo>
                    <a:pt x="6728" y="13637"/>
                  </a:lnTo>
                  <a:lnTo>
                    <a:pt x="6728" y="12862"/>
                  </a:lnTo>
                  <a:close/>
                  <a:moveTo>
                    <a:pt x="17618" y="15125"/>
                  </a:moveTo>
                  <a:lnTo>
                    <a:pt x="17618" y="15955"/>
                  </a:lnTo>
                  <a:lnTo>
                    <a:pt x="16253" y="15955"/>
                  </a:lnTo>
                  <a:lnTo>
                    <a:pt x="16253" y="15125"/>
                  </a:lnTo>
                  <a:close/>
                  <a:moveTo>
                    <a:pt x="3686" y="0"/>
                  </a:moveTo>
                  <a:cubicBezTo>
                    <a:pt x="3083" y="0"/>
                    <a:pt x="2592" y="490"/>
                    <a:pt x="2592" y="1093"/>
                  </a:cubicBezTo>
                  <a:cubicBezTo>
                    <a:pt x="2592" y="1604"/>
                    <a:pt x="2945" y="2034"/>
                    <a:pt x="3420" y="2153"/>
                  </a:cubicBezTo>
                  <a:lnTo>
                    <a:pt x="3420" y="3354"/>
                  </a:lnTo>
                  <a:lnTo>
                    <a:pt x="2399" y="3354"/>
                  </a:lnTo>
                  <a:cubicBezTo>
                    <a:pt x="1960" y="3354"/>
                    <a:pt x="1602" y="3711"/>
                    <a:pt x="1602" y="4151"/>
                  </a:cubicBezTo>
                  <a:lnTo>
                    <a:pt x="1602" y="5630"/>
                  </a:lnTo>
                  <a:lnTo>
                    <a:pt x="621" y="5630"/>
                  </a:lnTo>
                  <a:cubicBezTo>
                    <a:pt x="279" y="5630"/>
                    <a:pt x="1" y="5908"/>
                    <a:pt x="1" y="6250"/>
                  </a:cubicBezTo>
                  <a:lnTo>
                    <a:pt x="1" y="9966"/>
                  </a:lnTo>
                  <a:cubicBezTo>
                    <a:pt x="1" y="10309"/>
                    <a:pt x="279" y="10587"/>
                    <a:pt x="621" y="10587"/>
                  </a:cubicBezTo>
                  <a:lnTo>
                    <a:pt x="1602" y="10587"/>
                  </a:lnTo>
                  <a:lnTo>
                    <a:pt x="1602" y="12065"/>
                  </a:lnTo>
                  <a:cubicBezTo>
                    <a:pt x="1602" y="12505"/>
                    <a:pt x="1960" y="12862"/>
                    <a:pt x="2399" y="12862"/>
                  </a:cubicBezTo>
                  <a:lnTo>
                    <a:pt x="6196" y="12862"/>
                  </a:lnTo>
                  <a:lnTo>
                    <a:pt x="6196" y="13637"/>
                  </a:lnTo>
                  <a:lnTo>
                    <a:pt x="2340" y="13637"/>
                  </a:lnTo>
                  <a:cubicBezTo>
                    <a:pt x="2095" y="13637"/>
                    <a:pt x="1897" y="13836"/>
                    <a:pt x="1897" y="14080"/>
                  </a:cubicBezTo>
                  <a:lnTo>
                    <a:pt x="1897" y="14594"/>
                  </a:lnTo>
                  <a:lnTo>
                    <a:pt x="443" y="14594"/>
                  </a:lnTo>
                  <a:cubicBezTo>
                    <a:pt x="199" y="14594"/>
                    <a:pt x="1" y="14792"/>
                    <a:pt x="1" y="15037"/>
                  </a:cubicBezTo>
                  <a:lnTo>
                    <a:pt x="1" y="16222"/>
                  </a:lnTo>
                  <a:cubicBezTo>
                    <a:pt x="1" y="16367"/>
                    <a:pt x="120" y="16487"/>
                    <a:pt x="266" y="16487"/>
                  </a:cubicBezTo>
                  <a:lnTo>
                    <a:pt x="17883" y="16487"/>
                  </a:lnTo>
                  <a:cubicBezTo>
                    <a:pt x="18030" y="16487"/>
                    <a:pt x="18149" y="16367"/>
                    <a:pt x="18149" y="16222"/>
                  </a:cubicBezTo>
                  <a:lnTo>
                    <a:pt x="18149" y="15037"/>
                  </a:lnTo>
                  <a:cubicBezTo>
                    <a:pt x="18149" y="14792"/>
                    <a:pt x="17951" y="14594"/>
                    <a:pt x="17707" y="14594"/>
                  </a:cubicBezTo>
                  <a:lnTo>
                    <a:pt x="16253" y="14594"/>
                  </a:lnTo>
                  <a:lnTo>
                    <a:pt x="16253" y="14080"/>
                  </a:lnTo>
                  <a:cubicBezTo>
                    <a:pt x="16253" y="13836"/>
                    <a:pt x="16054" y="13637"/>
                    <a:pt x="15809" y="13637"/>
                  </a:cubicBezTo>
                  <a:lnTo>
                    <a:pt x="11954" y="13637"/>
                  </a:lnTo>
                  <a:lnTo>
                    <a:pt x="11954" y="12862"/>
                  </a:lnTo>
                  <a:lnTo>
                    <a:pt x="15751" y="12862"/>
                  </a:lnTo>
                  <a:cubicBezTo>
                    <a:pt x="16190" y="12862"/>
                    <a:pt x="16548" y="12505"/>
                    <a:pt x="16548" y="12064"/>
                  </a:cubicBezTo>
                  <a:lnTo>
                    <a:pt x="16548" y="10586"/>
                  </a:lnTo>
                  <a:lnTo>
                    <a:pt x="17529" y="10586"/>
                  </a:lnTo>
                  <a:cubicBezTo>
                    <a:pt x="17871" y="10586"/>
                    <a:pt x="18149" y="10308"/>
                    <a:pt x="18149" y="9966"/>
                  </a:cubicBezTo>
                  <a:lnTo>
                    <a:pt x="18149" y="6250"/>
                  </a:lnTo>
                  <a:cubicBezTo>
                    <a:pt x="18149" y="5907"/>
                    <a:pt x="17871" y="5629"/>
                    <a:pt x="17529" y="5629"/>
                  </a:cubicBezTo>
                  <a:lnTo>
                    <a:pt x="16548" y="5629"/>
                  </a:lnTo>
                  <a:lnTo>
                    <a:pt x="16548" y="4151"/>
                  </a:lnTo>
                  <a:cubicBezTo>
                    <a:pt x="16548" y="3711"/>
                    <a:pt x="16190" y="3354"/>
                    <a:pt x="15751" y="3354"/>
                  </a:cubicBezTo>
                  <a:lnTo>
                    <a:pt x="14730" y="3354"/>
                  </a:lnTo>
                  <a:lnTo>
                    <a:pt x="14730" y="2153"/>
                  </a:lnTo>
                  <a:cubicBezTo>
                    <a:pt x="15206" y="2034"/>
                    <a:pt x="15558" y="1604"/>
                    <a:pt x="15558" y="1093"/>
                  </a:cubicBezTo>
                  <a:cubicBezTo>
                    <a:pt x="15558" y="490"/>
                    <a:pt x="15067" y="0"/>
                    <a:pt x="14464" y="0"/>
                  </a:cubicBezTo>
                  <a:cubicBezTo>
                    <a:pt x="13862" y="0"/>
                    <a:pt x="13372" y="490"/>
                    <a:pt x="13372" y="1093"/>
                  </a:cubicBezTo>
                  <a:cubicBezTo>
                    <a:pt x="13372" y="1604"/>
                    <a:pt x="13724" y="2034"/>
                    <a:pt x="14198" y="2153"/>
                  </a:cubicBezTo>
                  <a:lnTo>
                    <a:pt x="14198" y="3354"/>
                  </a:lnTo>
                  <a:lnTo>
                    <a:pt x="12904" y="3354"/>
                  </a:lnTo>
                  <a:cubicBezTo>
                    <a:pt x="12757" y="3354"/>
                    <a:pt x="12638" y="3473"/>
                    <a:pt x="12638" y="3619"/>
                  </a:cubicBezTo>
                  <a:cubicBezTo>
                    <a:pt x="12638" y="3766"/>
                    <a:pt x="12757" y="3884"/>
                    <a:pt x="12904" y="3884"/>
                  </a:cubicBezTo>
                  <a:lnTo>
                    <a:pt x="15751" y="3884"/>
                  </a:lnTo>
                  <a:cubicBezTo>
                    <a:pt x="15898" y="3884"/>
                    <a:pt x="16017" y="4004"/>
                    <a:pt x="16017" y="4150"/>
                  </a:cubicBezTo>
                  <a:lnTo>
                    <a:pt x="16017" y="7139"/>
                  </a:lnTo>
                  <a:cubicBezTo>
                    <a:pt x="16017" y="7286"/>
                    <a:pt x="16136" y="7405"/>
                    <a:pt x="16282" y="7405"/>
                  </a:cubicBezTo>
                  <a:cubicBezTo>
                    <a:pt x="16430" y="7405"/>
                    <a:pt x="16548" y="7286"/>
                    <a:pt x="16548" y="7139"/>
                  </a:cubicBezTo>
                  <a:lnTo>
                    <a:pt x="16548" y="6161"/>
                  </a:lnTo>
                  <a:lnTo>
                    <a:pt x="17529" y="6161"/>
                  </a:lnTo>
                  <a:cubicBezTo>
                    <a:pt x="17577" y="6161"/>
                    <a:pt x="17617" y="6202"/>
                    <a:pt x="17617" y="6249"/>
                  </a:cubicBezTo>
                  <a:lnTo>
                    <a:pt x="17617" y="9966"/>
                  </a:lnTo>
                  <a:cubicBezTo>
                    <a:pt x="17617" y="10014"/>
                    <a:pt x="17577" y="10055"/>
                    <a:pt x="17529" y="10055"/>
                  </a:cubicBezTo>
                  <a:lnTo>
                    <a:pt x="16548" y="10055"/>
                  </a:lnTo>
                  <a:lnTo>
                    <a:pt x="16548" y="8699"/>
                  </a:lnTo>
                  <a:cubicBezTo>
                    <a:pt x="16548" y="8552"/>
                    <a:pt x="16430" y="8433"/>
                    <a:pt x="16282" y="8433"/>
                  </a:cubicBezTo>
                  <a:cubicBezTo>
                    <a:pt x="16136" y="8433"/>
                    <a:pt x="16017" y="8552"/>
                    <a:pt x="16017" y="8699"/>
                  </a:cubicBezTo>
                  <a:lnTo>
                    <a:pt x="16017" y="12064"/>
                  </a:lnTo>
                  <a:cubicBezTo>
                    <a:pt x="16017" y="12211"/>
                    <a:pt x="15897" y="12330"/>
                    <a:pt x="15751" y="12330"/>
                  </a:cubicBezTo>
                  <a:lnTo>
                    <a:pt x="2400" y="12330"/>
                  </a:lnTo>
                  <a:cubicBezTo>
                    <a:pt x="2253" y="12330"/>
                    <a:pt x="2134" y="12211"/>
                    <a:pt x="2134" y="12064"/>
                  </a:cubicBezTo>
                  <a:lnTo>
                    <a:pt x="2134" y="4150"/>
                  </a:lnTo>
                  <a:cubicBezTo>
                    <a:pt x="2134" y="4004"/>
                    <a:pt x="2253" y="3885"/>
                    <a:pt x="2400" y="3885"/>
                  </a:cubicBezTo>
                  <a:lnTo>
                    <a:pt x="11166" y="3885"/>
                  </a:lnTo>
                  <a:cubicBezTo>
                    <a:pt x="11313" y="3885"/>
                    <a:pt x="11432" y="3766"/>
                    <a:pt x="11432" y="3619"/>
                  </a:cubicBezTo>
                  <a:cubicBezTo>
                    <a:pt x="11432" y="3472"/>
                    <a:pt x="11313" y="3354"/>
                    <a:pt x="11166" y="3354"/>
                  </a:cubicBezTo>
                  <a:lnTo>
                    <a:pt x="3952" y="3354"/>
                  </a:lnTo>
                  <a:lnTo>
                    <a:pt x="3952" y="2153"/>
                  </a:lnTo>
                  <a:cubicBezTo>
                    <a:pt x="4426" y="2034"/>
                    <a:pt x="4779" y="1604"/>
                    <a:pt x="4779" y="1093"/>
                  </a:cubicBezTo>
                  <a:cubicBezTo>
                    <a:pt x="4779" y="490"/>
                    <a:pt x="4288" y="0"/>
                    <a:pt x="36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3" name="Google Shape;2943;p64">
              <a:extLst>
                <a:ext uri="{FF2B5EF4-FFF2-40B4-BE49-F238E27FC236}">
                  <a16:creationId xmlns:a16="http://schemas.microsoft.com/office/drawing/2014/main" id="{8DFBF92A-E3DF-4D1C-8ADC-A595E178833D}"/>
                </a:ext>
              </a:extLst>
            </p:cNvPr>
            <p:cNvSpPr/>
            <p:nvPr/>
          </p:nvSpPr>
          <p:spPr>
            <a:xfrm>
              <a:off x="7571445" y="4195093"/>
              <a:ext cx="411874" cy="231575"/>
            </a:xfrm>
            <a:custGeom>
              <a:avLst/>
              <a:gdLst/>
              <a:ahLst/>
              <a:cxnLst/>
              <a:rect l="l" t="t" r="r" b="b"/>
              <a:pathLst>
                <a:path w="12418" h="6982" extrusionOk="0">
                  <a:moveTo>
                    <a:pt x="7700" y="532"/>
                  </a:moveTo>
                  <a:lnTo>
                    <a:pt x="7524" y="880"/>
                  </a:lnTo>
                  <a:lnTo>
                    <a:pt x="4894" y="880"/>
                  </a:lnTo>
                  <a:lnTo>
                    <a:pt x="4718" y="532"/>
                  </a:lnTo>
                  <a:close/>
                  <a:moveTo>
                    <a:pt x="11886" y="532"/>
                  </a:moveTo>
                  <a:lnTo>
                    <a:pt x="11886" y="6449"/>
                  </a:lnTo>
                  <a:lnTo>
                    <a:pt x="532" y="6449"/>
                  </a:lnTo>
                  <a:lnTo>
                    <a:pt x="532" y="532"/>
                  </a:lnTo>
                  <a:lnTo>
                    <a:pt x="4124" y="532"/>
                  </a:lnTo>
                  <a:lnTo>
                    <a:pt x="4444" y="1170"/>
                  </a:lnTo>
                  <a:cubicBezTo>
                    <a:pt x="4516" y="1313"/>
                    <a:pt x="4677" y="1411"/>
                    <a:pt x="4836" y="1411"/>
                  </a:cubicBezTo>
                  <a:lnTo>
                    <a:pt x="7583" y="1411"/>
                  </a:lnTo>
                  <a:cubicBezTo>
                    <a:pt x="7742" y="1411"/>
                    <a:pt x="7903" y="1313"/>
                    <a:pt x="7974" y="1170"/>
                  </a:cubicBezTo>
                  <a:lnTo>
                    <a:pt x="8295" y="532"/>
                  </a:lnTo>
                  <a:close/>
                  <a:moveTo>
                    <a:pt x="444" y="0"/>
                  </a:moveTo>
                  <a:cubicBezTo>
                    <a:pt x="199" y="0"/>
                    <a:pt x="0" y="200"/>
                    <a:pt x="0" y="444"/>
                  </a:cubicBezTo>
                  <a:lnTo>
                    <a:pt x="0" y="6538"/>
                  </a:lnTo>
                  <a:cubicBezTo>
                    <a:pt x="0" y="6782"/>
                    <a:pt x="199" y="6981"/>
                    <a:pt x="444" y="6981"/>
                  </a:cubicBezTo>
                  <a:lnTo>
                    <a:pt x="11975" y="6981"/>
                  </a:lnTo>
                  <a:cubicBezTo>
                    <a:pt x="12219" y="6981"/>
                    <a:pt x="12418" y="6782"/>
                    <a:pt x="12418" y="6538"/>
                  </a:cubicBezTo>
                  <a:lnTo>
                    <a:pt x="12418" y="444"/>
                  </a:lnTo>
                  <a:cubicBezTo>
                    <a:pt x="12418" y="200"/>
                    <a:pt x="12219" y="0"/>
                    <a:pt x="119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4" name="Google Shape;2944;p64">
              <a:extLst>
                <a:ext uri="{FF2B5EF4-FFF2-40B4-BE49-F238E27FC236}">
                  <a16:creationId xmlns:a16="http://schemas.microsoft.com/office/drawing/2014/main" id="{142A7676-5F9D-4341-8E2F-8ED5AE6B0284}"/>
                </a:ext>
              </a:extLst>
            </p:cNvPr>
            <p:cNvSpPr/>
            <p:nvPr/>
          </p:nvSpPr>
          <p:spPr>
            <a:xfrm>
              <a:off x="7634331" y="4249621"/>
              <a:ext cx="54063" cy="79171"/>
            </a:xfrm>
            <a:custGeom>
              <a:avLst/>
              <a:gdLst/>
              <a:ahLst/>
              <a:cxnLst/>
              <a:rect l="l" t="t" r="r" b="b"/>
              <a:pathLst>
                <a:path w="1630" h="2387" extrusionOk="0">
                  <a:moveTo>
                    <a:pt x="1097" y="532"/>
                  </a:moveTo>
                  <a:lnTo>
                    <a:pt x="1097" y="1855"/>
                  </a:lnTo>
                  <a:lnTo>
                    <a:pt x="532" y="1855"/>
                  </a:lnTo>
                  <a:lnTo>
                    <a:pt x="532" y="532"/>
                  </a:lnTo>
                  <a:close/>
                  <a:moveTo>
                    <a:pt x="373" y="0"/>
                  </a:moveTo>
                  <a:cubicBezTo>
                    <a:pt x="168" y="0"/>
                    <a:pt x="1" y="168"/>
                    <a:pt x="1" y="372"/>
                  </a:cubicBezTo>
                  <a:lnTo>
                    <a:pt x="1" y="2014"/>
                  </a:lnTo>
                  <a:cubicBezTo>
                    <a:pt x="1" y="2219"/>
                    <a:pt x="168" y="2386"/>
                    <a:pt x="373" y="2386"/>
                  </a:cubicBezTo>
                  <a:lnTo>
                    <a:pt x="1256" y="2386"/>
                  </a:lnTo>
                  <a:cubicBezTo>
                    <a:pt x="1462" y="2386"/>
                    <a:pt x="1629" y="2219"/>
                    <a:pt x="1629" y="2014"/>
                  </a:cubicBezTo>
                  <a:lnTo>
                    <a:pt x="1629" y="372"/>
                  </a:lnTo>
                  <a:cubicBezTo>
                    <a:pt x="1629" y="168"/>
                    <a:pt x="1462" y="0"/>
                    <a:pt x="12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5" name="Google Shape;2945;p64">
              <a:extLst>
                <a:ext uri="{FF2B5EF4-FFF2-40B4-BE49-F238E27FC236}">
                  <a16:creationId xmlns:a16="http://schemas.microsoft.com/office/drawing/2014/main" id="{A5666227-E1CE-44C0-9CDF-19B2CAC712D1}"/>
                </a:ext>
              </a:extLst>
            </p:cNvPr>
            <p:cNvSpPr/>
            <p:nvPr/>
          </p:nvSpPr>
          <p:spPr>
            <a:xfrm>
              <a:off x="7866404" y="4249621"/>
              <a:ext cx="54030" cy="79171"/>
            </a:xfrm>
            <a:custGeom>
              <a:avLst/>
              <a:gdLst/>
              <a:ahLst/>
              <a:cxnLst/>
              <a:rect l="l" t="t" r="r" b="b"/>
              <a:pathLst>
                <a:path w="1629" h="2387" extrusionOk="0">
                  <a:moveTo>
                    <a:pt x="1096" y="532"/>
                  </a:moveTo>
                  <a:lnTo>
                    <a:pt x="1096" y="1855"/>
                  </a:lnTo>
                  <a:lnTo>
                    <a:pt x="532" y="1855"/>
                  </a:lnTo>
                  <a:lnTo>
                    <a:pt x="532" y="532"/>
                  </a:lnTo>
                  <a:close/>
                  <a:moveTo>
                    <a:pt x="373" y="0"/>
                  </a:moveTo>
                  <a:cubicBezTo>
                    <a:pt x="167" y="0"/>
                    <a:pt x="1" y="168"/>
                    <a:pt x="1" y="372"/>
                  </a:cubicBezTo>
                  <a:lnTo>
                    <a:pt x="1" y="2014"/>
                  </a:lnTo>
                  <a:cubicBezTo>
                    <a:pt x="1" y="2219"/>
                    <a:pt x="167" y="2386"/>
                    <a:pt x="373" y="2386"/>
                  </a:cubicBezTo>
                  <a:lnTo>
                    <a:pt x="1256" y="2386"/>
                  </a:lnTo>
                  <a:cubicBezTo>
                    <a:pt x="1461" y="2386"/>
                    <a:pt x="1628" y="2219"/>
                    <a:pt x="1628" y="2014"/>
                  </a:cubicBezTo>
                  <a:lnTo>
                    <a:pt x="1628" y="372"/>
                  </a:lnTo>
                  <a:cubicBezTo>
                    <a:pt x="1628" y="168"/>
                    <a:pt x="1461" y="0"/>
                    <a:pt x="12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6" name="Google Shape;2946;p64">
              <a:extLst>
                <a:ext uri="{FF2B5EF4-FFF2-40B4-BE49-F238E27FC236}">
                  <a16:creationId xmlns:a16="http://schemas.microsoft.com/office/drawing/2014/main" id="{D50DA566-A703-4D5B-9246-E786CDFC3D92}"/>
                </a:ext>
              </a:extLst>
            </p:cNvPr>
            <p:cNvSpPr/>
            <p:nvPr/>
          </p:nvSpPr>
          <p:spPr>
            <a:xfrm>
              <a:off x="7705641" y="4327365"/>
              <a:ext cx="143483" cy="49486"/>
            </a:xfrm>
            <a:custGeom>
              <a:avLst/>
              <a:gdLst/>
              <a:ahLst/>
              <a:cxnLst/>
              <a:rect l="l" t="t" r="r" b="b"/>
              <a:pathLst>
                <a:path w="4326" h="1492" extrusionOk="0">
                  <a:moveTo>
                    <a:pt x="3794" y="532"/>
                  </a:moveTo>
                  <a:lnTo>
                    <a:pt x="3794" y="959"/>
                  </a:lnTo>
                  <a:lnTo>
                    <a:pt x="532" y="959"/>
                  </a:lnTo>
                  <a:lnTo>
                    <a:pt x="532" y="532"/>
                  </a:lnTo>
                  <a:close/>
                  <a:moveTo>
                    <a:pt x="372" y="0"/>
                  </a:moveTo>
                  <a:cubicBezTo>
                    <a:pt x="168" y="0"/>
                    <a:pt x="1" y="168"/>
                    <a:pt x="1" y="373"/>
                  </a:cubicBezTo>
                  <a:lnTo>
                    <a:pt x="1" y="1119"/>
                  </a:lnTo>
                  <a:cubicBezTo>
                    <a:pt x="1" y="1324"/>
                    <a:pt x="168" y="1491"/>
                    <a:pt x="372" y="1491"/>
                  </a:cubicBezTo>
                  <a:lnTo>
                    <a:pt x="3954" y="1491"/>
                  </a:lnTo>
                  <a:cubicBezTo>
                    <a:pt x="4159" y="1491"/>
                    <a:pt x="4325" y="1324"/>
                    <a:pt x="4325" y="1119"/>
                  </a:cubicBezTo>
                  <a:lnTo>
                    <a:pt x="4325" y="373"/>
                  </a:lnTo>
                  <a:cubicBezTo>
                    <a:pt x="4325" y="168"/>
                    <a:pt x="4159" y="0"/>
                    <a:pt x="39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7" name="Google Shape;2947;p64">
              <a:extLst>
                <a:ext uri="{FF2B5EF4-FFF2-40B4-BE49-F238E27FC236}">
                  <a16:creationId xmlns:a16="http://schemas.microsoft.com/office/drawing/2014/main" id="{788DB662-5E90-4A85-8595-5D48C0910969}"/>
                </a:ext>
              </a:extLst>
            </p:cNvPr>
            <p:cNvSpPr/>
            <p:nvPr/>
          </p:nvSpPr>
          <p:spPr>
            <a:xfrm>
              <a:off x="7659704" y="4016321"/>
              <a:ext cx="235390" cy="97048"/>
            </a:xfrm>
            <a:custGeom>
              <a:avLst/>
              <a:gdLst/>
              <a:ahLst/>
              <a:cxnLst/>
              <a:rect l="l" t="t" r="r" b="b"/>
              <a:pathLst>
                <a:path w="7097" h="2926" extrusionOk="0">
                  <a:moveTo>
                    <a:pt x="4059" y="0"/>
                  </a:moveTo>
                  <a:cubicBezTo>
                    <a:pt x="4009" y="0"/>
                    <a:pt x="3970" y="12"/>
                    <a:pt x="3950" y="20"/>
                  </a:cubicBezTo>
                  <a:cubicBezTo>
                    <a:pt x="3902" y="38"/>
                    <a:pt x="3744" y="116"/>
                    <a:pt x="3744" y="354"/>
                  </a:cubicBezTo>
                  <a:lnTo>
                    <a:pt x="3744" y="2062"/>
                  </a:lnTo>
                  <a:lnTo>
                    <a:pt x="2633" y="845"/>
                  </a:lnTo>
                  <a:cubicBezTo>
                    <a:pt x="2539" y="742"/>
                    <a:pt x="2442" y="716"/>
                    <a:pt x="2368" y="716"/>
                  </a:cubicBezTo>
                  <a:cubicBezTo>
                    <a:pt x="2316" y="716"/>
                    <a:pt x="2276" y="729"/>
                    <a:pt x="2256" y="736"/>
                  </a:cubicBezTo>
                  <a:cubicBezTo>
                    <a:pt x="2208" y="755"/>
                    <a:pt x="2052" y="834"/>
                    <a:pt x="2052" y="1071"/>
                  </a:cubicBezTo>
                  <a:lnTo>
                    <a:pt x="2052" y="1763"/>
                  </a:lnTo>
                  <a:lnTo>
                    <a:pt x="266" y="1763"/>
                  </a:lnTo>
                  <a:cubicBezTo>
                    <a:pt x="120" y="1763"/>
                    <a:pt x="1" y="1882"/>
                    <a:pt x="1" y="2029"/>
                  </a:cubicBezTo>
                  <a:cubicBezTo>
                    <a:pt x="1" y="2176"/>
                    <a:pt x="120" y="2295"/>
                    <a:pt x="266" y="2295"/>
                  </a:cubicBezTo>
                  <a:lnTo>
                    <a:pt x="2140" y="2295"/>
                  </a:lnTo>
                  <a:cubicBezTo>
                    <a:pt x="2385" y="2295"/>
                    <a:pt x="2584" y="2096"/>
                    <a:pt x="2584" y="1851"/>
                  </a:cubicBezTo>
                  <a:lnTo>
                    <a:pt x="2584" y="1579"/>
                  </a:lnTo>
                  <a:lnTo>
                    <a:pt x="3694" y="2796"/>
                  </a:lnTo>
                  <a:cubicBezTo>
                    <a:pt x="3788" y="2900"/>
                    <a:pt x="3886" y="2925"/>
                    <a:pt x="3960" y="2925"/>
                  </a:cubicBezTo>
                  <a:cubicBezTo>
                    <a:pt x="4011" y="2925"/>
                    <a:pt x="4051" y="2913"/>
                    <a:pt x="4071" y="2905"/>
                  </a:cubicBezTo>
                  <a:cubicBezTo>
                    <a:pt x="4119" y="2886"/>
                    <a:pt x="4276" y="2807"/>
                    <a:pt x="4276" y="2571"/>
                  </a:cubicBezTo>
                  <a:lnTo>
                    <a:pt x="4276" y="878"/>
                  </a:lnTo>
                  <a:lnTo>
                    <a:pt x="5001" y="1696"/>
                  </a:lnTo>
                  <a:cubicBezTo>
                    <a:pt x="5117" y="1827"/>
                    <a:pt x="5320" y="1918"/>
                    <a:pt x="5495" y="1918"/>
                  </a:cubicBezTo>
                  <a:lnTo>
                    <a:pt x="6830" y="1918"/>
                  </a:lnTo>
                  <a:cubicBezTo>
                    <a:pt x="6977" y="1918"/>
                    <a:pt x="7095" y="1799"/>
                    <a:pt x="7095" y="1652"/>
                  </a:cubicBezTo>
                  <a:cubicBezTo>
                    <a:pt x="7096" y="1506"/>
                    <a:pt x="6977" y="1387"/>
                    <a:pt x="6830" y="1387"/>
                  </a:cubicBezTo>
                  <a:lnTo>
                    <a:pt x="5496" y="1387"/>
                  </a:lnTo>
                  <a:cubicBezTo>
                    <a:pt x="5471" y="1386"/>
                    <a:pt x="5416" y="1360"/>
                    <a:pt x="5399" y="1344"/>
                  </a:cubicBezTo>
                  <a:lnTo>
                    <a:pt x="4326" y="134"/>
                  </a:lnTo>
                  <a:cubicBezTo>
                    <a:pt x="4232" y="27"/>
                    <a:pt x="4133" y="0"/>
                    <a:pt x="40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8" name="Google Shape;2948;p64">
              <a:extLst>
                <a:ext uri="{FF2B5EF4-FFF2-40B4-BE49-F238E27FC236}">
                  <a16:creationId xmlns:a16="http://schemas.microsoft.com/office/drawing/2014/main" id="{D7C653C4-986E-4592-9FB5-B62956034E5C}"/>
                </a:ext>
              </a:extLst>
            </p:cNvPr>
            <p:cNvSpPr/>
            <p:nvPr/>
          </p:nvSpPr>
          <p:spPr>
            <a:xfrm>
              <a:off x="7861130" y="4533402"/>
              <a:ext cx="17678" cy="17645"/>
            </a:xfrm>
            <a:custGeom>
              <a:avLst/>
              <a:gdLst/>
              <a:ahLst/>
              <a:cxnLst/>
              <a:rect l="l" t="t" r="r" b="b"/>
              <a:pathLst>
                <a:path w="533" h="532" extrusionOk="0">
                  <a:moveTo>
                    <a:pt x="267" y="0"/>
                  </a:moveTo>
                  <a:cubicBezTo>
                    <a:pt x="197" y="0"/>
                    <a:pt x="128" y="29"/>
                    <a:pt x="79" y="78"/>
                  </a:cubicBezTo>
                  <a:cubicBezTo>
                    <a:pt x="29" y="127"/>
                    <a:pt x="1" y="196"/>
                    <a:pt x="1" y="266"/>
                  </a:cubicBezTo>
                  <a:cubicBezTo>
                    <a:pt x="1" y="336"/>
                    <a:pt x="29" y="405"/>
                    <a:pt x="79" y="454"/>
                  </a:cubicBezTo>
                  <a:cubicBezTo>
                    <a:pt x="128" y="503"/>
                    <a:pt x="197" y="532"/>
                    <a:pt x="267" y="532"/>
                  </a:cubicBezTo>
                  <a:cubicBezTo>
                    <a:pt x="336" y="532"/>
                    <a:pt x="405" y="503"/>
                    <a:pt x="455" y="454"/>
                  </a:cubicBezTo>
                  <a:cubicBezTo>
                    <a:pt x="504" y="405"/>
                    <a:pt x="533" y="336"/>
                    <a:pt x="533" y="266"/>
                  </a:cubicBezTo>
                  <a:cubicBezTo>
                    <a:pt x="533" y="196"/>
                    <a:pt x="504" y="127"/>
                    <a:pt x="455" y="78"/>
                  </a:cubicBezTo>
                  <a:cubicBezTo>
                    <a:pt x="405" y="29"/>
                    <a:pt x="336" y="0"/>
                    <a:pt x="2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9" name="Google Shape;2949;p64">
              <a:extLst>
                <a:ext uri="{FF2B5EF4-FFF2-40B4-BE49-F238E27FC236}">
                  <a16:creationId xmlns:a16="http://schemas.microsoft.com/office/drawing/2014/main" id="{CCE5C281-66ED-416D-A962-37523F0D530E}"/>
                </a:ext>
              </a:extLst>
            </p:cNvPr>
            <p:cNvSpPr/>
            <p:nvPr/>
          </p:nvSpPr>
          <p:spPr>
            <a:xfrm>
              <a:off x="7906271" y="4533402"/>
              <a:ext cx="17678" cy="17645"/>
            </a:xfrm>
            <a:custGeom>
              <a:avLst/>
              <a:gdLst/>
              <a:ahLst/>
              <a:cxnLst/>
              <a:rect l="l" t="t" r="r" b="b"/>
              <a:pathLst>
                <a:path w="533" h="532" extrusionOk="0">
                  <a:moveTo>
                    <a:pt x="266" y="0"/>
                  </a:moveTo>
                  <a:cubicBezTo>
                    <a:pt x="195" y="0"/>
                    <a:pt x="127" y="29"/>
                    <a:pt x="77" y="78"/>
                  </a:cubicBezTo>
                  <a:cubicBezTo>
                    <a:pt x="29" y="127"/>
                    <a:pt x="0" y="196"/>
                    <a:pt x="0" y="266"/>
                  </a:cubicBezTo>
                  <a:cubicBezTo>
                    <a:pt x="0" y="336"/>
                    <a:pt x="28" y="405"/>
                    <a:pt x="77" y="454"/>
                  </a:cubicBezTo>
                  <a:cubicBezTo>
                    <a:pt x="127" y="503"/>
                    <a:pt x="195" y="532"/>
                    <a:pt x="266" y="532"/>
                  </a:cubicBezTo>
                  <a:cubicBezTo>
                    <a:pt x="336" y="532"/>
                    <a:pt x="405" y="503"/>
                    <a:pt x="454" y="454"/>
                  </a:cubicBezTo>
                  <a:cubicBezTo>
                    <a:pt x="503" y="405"/>
                    <a:pt x="532" y="336"/>
                    <a:pt x="532" y="266"/>
                  </a:cubicBezTo>
                  <a:cubicBezTo>
                    <a:pt x="532" y="196"/>
                    <a:pt x="503" y="127"/>
                    <a:pt x="454" y="78"/>
                  </a:cubicBezTo>
                  <a:cubicBezTo>
                    <a:pt x="404" y="29"/>
                    <a:pt x="336" y="0"/>
                    <a:pt x="2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0" name="Google Shape;2950;p64">
              <a:extLst>
                <a:ext uri="{FF2B5EF4-FFF2-40B4-BE49-F238E27FC236}">
                  <a16:creationId xmlns:a16="http://schemas.microsoft.com/office/drawing/2014/main" id="{AF18390A-EED9-49E3-B9DC-9A729C30400E}"/>
                </a:ext>
              </a:extLst>
            </p:cNvPr>
            <p:cNvSpPr/>
            <p:nvPr/>
          </p:nvSpPr>
          <p:spPr>
            <a:xfrm>
              <a:off x="7951346" y="4533402"/>
              <a:ext cx="17678" cy="17645"/>
            </a:xfrm>
            <a:custGeom>
              <a:avLst/>
              <a:gdLst/>
              <a:ahLst/>
              <a:cxnLst/>
              <a:rect l="l" t="t" r="r" b="b"/>
              <a:pathLst>
                <a:path w="533" h="532" extrusionOk="0">
                  <a:moveTo>
                    <a:pt x="267" y="0"/>
                  </a:moveTo>
                  <a:cubicBezTo>
                    <a:pt x="197" y="0"/>
                    <a:pt x="128" y="29"/>
                    <a:pt x="79" y="78"/>
                  </a:cubicBezTo>
                  <a:cubicBezTo>
                    <a:pt x="29" y="127"/>
                    <a:pt x="1" y="196"/>
                    <a:pt x="1" y="266"/>
                  </a:cubicBezTo>
                  <a:cubicBezTo>
                    <a:pt x="1" y="336"/>
                    <a:pt x="29" y="405"/>
                    <a:pt x="79" y="454"/>
                  </a:cubicBezTo>
                  <a:cubicBezTo>
                    <a:pt x="128" y="503"/>
                    <a:pt x="197" y="532"/>
                    <a:pt x="267" y="532"/>
                  </a:cubicBezTo>
                  <a:cubicBezTo>
                    <a:pt x="336" y="532"/>
                    <a:pt x="405" y="503"/>
                    <a:pt x="454" y="454"/>
                  </a:cubicBezTo>
                  <a:cubicBezTo>
                    <a:pt x="504" y="405"/>
                    <a:pt x="532" y="336"/>
                    <a:pt x="532" y="266"/>
                  </a:cubicBezTo>
                  <a:cubicBezTo>
                    <a:pt x="532" y="196"/>
                    <a:pt x="504" y="127"/>
                    <a:pt x="454" y="78"/>
                  </a:cubicBezTo>
                  <a:cubicBezTo>
                    <a:pt x="405" y="29"/>
                    <a:pt x="336" y="0"/>
                    <a:pt x="2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1" name="Google Shape;2951;p64">
              <a:extLst>
                <a:ext uri="{FF2B5EF4-FFF2-40B4-BE49-F238E27FC236}">
                  <a16:creationId xmlns:a16="http://schemas.microsoft.com/office/drawing/2014/main" id="{28F58844-481A-4E21-80AF-096E48954779}"/>
                </a:ext>
              </a:extLst>
            </p:cNvPr>
            <p:cNvSpPr/>
            <p:nvPr/>
          </p:nvSpPr>
          <p:spPr>
            <a:xfrm>
              <a:off x="7585773" y="4533402"/>
              <a:ext cx="90348" cy="17645"/>
            </a:xfrm>
            <a:custGeom>
              <a:avLst/>
              <a:gdLst/>
              <a:ahLst/>
              <a:cxnLst/>
              <a:rect l="l" t="t" r="r" b="b"/>
              <a:pathLst>
                <a:path w="2724" h="532" extrusionOk="0">
                  <a:moveTo>
                    <a:pt x="265" y="0"/>
                  </a:moveTo>
                  <a:cubicBezTo>
                    <a:pt x="119" y="0"/>
                    <a:pt x="1" y="119"/>
                    <a:pt x="1" y="266"/>
                  </a:cubicBezTo>
                  <a:cubicBezTo>
                    <a:pt x="1" y="413"/>
                    <a:pt x="120" y="532"/>
                    <a:pt x="265" y="532"/>
                  </a:cubicBezTo>
                  <a:lnTo>
                    <a:pt x="2457" y="532"/>
                  </a:lnTo>
                  <a:cubicBezTo>
                    <a:pt x="2604" y="532"/>
                    <a:pt x="2723" y="413"/>
                    <a:pt x="2723" y="266"/>
                  </a:cubicBezTo>
                  <a:cubicBezTo>
                    <a:pt x="2723" y="119"/>
                    <a:pt x="2604" y="0"/>
                    <a:pt x="24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pic>
        <p:nvPicPr>
          <p:cNvPr id="89" name="Google Shape;1829;p51">
            <a:extLst>
              <a:ext uri="{FF2B5EF4-FFF2-40B4-BE49-F238E27FC236}">
                <a16:creationId xmlns:a16="http://schemas.microsoft.com/office/drawing/2014/main" id="{66125E23-1781-4992-BBB3-CB0B369D6537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 l="18647" t="7960" r="8852" b="8336"/>
          <a:stretch/>
        </p:blipFill>
        <p:spPr>
          <a:xfrm rot="-1406513">
            <a:off x="-1180064" y="58576"/>
            <a:ext cx="1175233" cy="7632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3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3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3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21" grpId="0" animBg="1"/>
      <p:bldP spid="1322" grpId="0" animBg="1"/>
      <p:bldP spid="1323" grpId="0" animBg="1"/>
      <p:bldP spid="7" grpId="0"/>
      <p:bldP spid="134" grpId="0"/>
      <p:bldP spid="13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742;p51">
            <a:extLst>
              <a:ext uri="{FF2B5EF4-FFF2-40B4-BE49-F238E27FC236}">
                <a16:creationId xmlns:a16="http://schemas.microsoft.com/office/drawing/2014/main" id="{5FF06B13-226F-4512-A42C-6CA38F97306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24331" t="5721" r="23342" b="4591"/>
          <a:stretch/>
        </p:blipFill>
        <p:spPr>
          <a:xfrm rot="2268302">
            <a:off x="4823029" y="3112333"/>
            <a:ext cx="1857374" cy="1790699"/>
          </a:xfrm>
          <a:prstGeom prst="rect">
            <a:avLst/>
          </a:prstGeom>
          <a:noFill/>
          <a:ln>
            <a:noFill/>
          </a:ln>
        </p:spPr>
      </p:pic>
      <p:sp>
        <p:nvSpPr>
          <p:cNvPr id="1323" name="Google Shape;1323;p39"/>
          <p:cNvSpPr/>
          <p:nvPr/>
        </p:nvSpPr>
        <p:spPr>
          <a:xfrm rot="5400000">
            <a:off x="6691361" y="1679967"/>
            <a:ext cx="956100" cy="8286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002E8A">
              <a:alpha val="33000"/>
            </a:srgbClr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1369" name="Google Shape;1369;p39"/>
          <p:cNvGrpSpPr/>
          <p:nvPr/>
        </p:nvGrpSpPr>
        <p:grpSpPr>
          <a:xfrm>
            <a:off x="8219800" y="2094550"/>
            <a:ext cx="76825" cy="76800"/>
            <a:chOff x="3104875" y="1099400"/>
            <a:chExt cx="76825" cy="76800"/>
          </a:xfrm>
        </p:grpSpPr>
        <p:sp>
          <p:nvSpPr>
            <p:cNvPr id="1370" name="Google Shape;1370;p39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71" name="Google Shape;1371;p39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375" name="Google Shape;1375;p39"/>
          <p:cNvGrpSpPr/>
          <p:nvPr/>
        </p:nvGrpSpPr>
        <p:grpSpPr>
          <a:xfrm>
            <a:off x="3152500" y="1391963"/>
            <a:ext cx="76825" cy="76800"/>
            <a:chOff x="3104875" y="1099400"/>
            <a:chExt cx="76825" cy="76800"/>
          </a:xfrm>
        </p:grpSpPr>
        <p:sp>
          <p:nvSpPr>
            <p:cNvPr id="1376" name="Google Shape;1376;p39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77" name="Google Shape;1377;p39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pic>
        <p:nvPicPr>
          <p:cNvPr id="1378" name="Google Shape;1378;p39"/>
          <p:cNvPicPr preferRelativeResize="0"/>
          <p:nvPr/>
        </p:nvPicPr>
        <p:blipFill rotWithShape="1">
          <a:blip r:embed="rId4">
            <a:alphaModFix/>
          </a:blip>
          <a:srcRect l="22009" r="18455"/>
          <a:stretch/>
        </p:blipFill>
        <p:spPr>
          <a:xfrm rot="1203247">
            <a:off x="7912229" y="3946308"/>
            <a:ext cx="903665" cy="85381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Rectangle: Rounded Corners 109">
            <a:extLst>
              <a:ext uri="{FF2B5EF4-FFF2-40B4-BE49-F238E27FC236}">
                <a16:creationId xmlns:a16="http://schemas.microsoft.com/office/drawing/2014/main" id="{3CEC278C-804A-49DC-BA70-A8AC46AF60A8}"/>
              </a:ext>
            </a:extLst>
          </p:cNvPr>
          <p:cNvSpPr/>
          <p:nvPr/>
        </p:nvSpPr>
        <p:spPr>
          <a:xfrm>
            <a:off x="6559094" y="219548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F17CDC78-5AFC-4A7E-8ECE-C7060F99E46D}"/>
              </a:ext>
            </a:extLst>
          </p:cNvPr>
          <p:cNvSpPr txBox="1"/>
          <p:nvPr/>
        </p:nvSpPr>
        <p:spPr>
          <a:xfrm>
            <a:off x="6557498" y="320319"/>
            <a:ext cx="194638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معرفی ماشین های خودران</a:t>
            </a:r>
            <a:endParaRPr lang="en-US" sz="1200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112" name="Rectangle: Rounded Corners 111">
            <a:extLst>
              <a:ext uri="{FF2B5EF4-FFF2-40B4-BE49-F238E27FC236}">
                <a16:creationId xmlns:a16="http://schemas.microsoft.com/office/drawing/2014/main" id="{AD560B99-39AB-4846-B527-67B1A7AFA020}"/>
              </a:ext>
            </a:extLst>
          </p:cNvPr>
          <p:cNvSpPr/>
          <p:nvPr/>
        </p:nvSpPr>
        <p:spPr>
          <a:xfrm>
            <a:off x="4556240" y="229094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3CC37295-4CDC-43B9-9037-F730E83FEC94}"/>
              </a:ext>
            </a:extLst>
          </p:cNvPr>
          <p:cNvSpPr txBox="1"/>
          <p:nvPr/>
        </p:nvSpPr>
        <p:spPr>
          <a:xfrm>
            <a:off x="4553048" y="371065"/>
            <a:ext cx="1946382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تاریخچه و تکامل</a:t>
            </a:r>
            <a:endParaRPr lang="en-US" sz="1200" dirty="0">
              <a:solidFill>
                <a:schemeClr val="tx1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  <a:p>
            <a:pPr algn="ctr"/>
            <a:endParaRPr lang="en-US" sz="1200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114" name="Rectangle: Rounded Corners 113">
            <a:extLst>
              <a:ext uri="{FF2B5EF4-FFF2-40B4-BE49-F238E27FC236}">
                <a16:creationId xmlns:a16="http://schemas.microsoft.com/office/drawing/2014/main" id="{01528015-6B78-427C-9995-B0C407409CAD}"/>
              </a:ext>
            </a:extLst>
          </p:cNvPr>
          <p:cNvSpPr/>
          <p:nvPr/>
        </p:nvSpPr>
        <p:spPr>
          <a:xfrm>
            <a:off x="2550992" y="222971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8592109F-7540-4086-ABD4-911F77C08929}"/>
              </a:ext>
            </a:extLst>
          </p:cNvPr>
          <p:cNvSpPr txBox="1"/>
          <p:nvPr/>
        </p:nvSpPr>
        <p:spPr>
          <a:xfrm>
            <a:off x="2550194" y="320319"/>
            <a:ext cx="194638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b="1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چرا ماشین های خودران؟</a:t>
            </a:r>
            <a:endParaRPr lang="en-US" b="1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116" name="Rectangle: Rounded Corners 115">
            <a:extLst>
              <a:ext uri="{FF2B5EF4-FFF2-40B4-BE49-F238E27FC236}">
                <a16:creationId xmlns:a16="http://schemas.microsoft.com/office/drawing/2014/main" id="{F852B690-4C65-4B43-B140-93CBDAADE44F}"/>
              </a:ext>
            </a:extLst>
          </p:cNvPr>
          <p:cNvSpPr/>
          <p:nvPr/>
        </p:nvSpPr>
        <p:spPr>
          <a:xfrm>
            <a:off x="545744" y="215859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E95D4D82-E4F2-4EFB-97BD-7054C786D89A}"/>
              </a:ext>
            </a:extLst>
          </p:cNvPr>
          <p:cNvSpPr txBox="1"/>
          <p:nvPr/>
        </p:nvSpPr>
        <p:spPr>
          <a:xfrm>
            <a:off x="544148" y="316630"/>
            <a:ext cx="194638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Segoe UI Variable Text Semiligh" pitchFamily="2" charset="0"/>
                <a:ea typeface="Source Sans Pro" panose="020B0503030403020204" pitchFamily="34" charset="0"/>
                <a:cs typeface="Vazir" panose="020B0603030804020204" pitchFamily="34" charset="-78"/>
              </a:rPr>
              <a:t>اجزای اصلی</a:t>
            </a:r>
            <a:endParaRPr lang="en-US" sz="1200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118" name="Rectangle: Rounded Corners 117">
            <a:extLst>
              <a:ext uri="{FF2B5EF4-FFF2-40B4-BE49-F238E27FC236}">
                <a16:creationId xmlns:a16="http://schemas.microsoft.com/office/drawing/2014/main" id="{104E379F-AA33-451A-B55E-E57E408734C4}"/>
              </a:ext>
            </a:extLst>
          </p:cNvPr>
          <p:cNvSpPr/>
          <p:nvPr/>
        </p:nvSpPr>
        <p:spPr>
          <a:xfrm>
            <a:off x="6559094" y="797982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FC6ED3A2-651F-4A9F-BF36-3A6798C4EFDF}"/>
              </a:ext>
            </a:extLst>
          </p:cNvPr>
          <p:cNvSpPr txBox="1"/>
          <p:nvPr/>
        </p:nvSpPr>
        <p:spPr>
          <a:xfrm>
            <a:off x="6557498" y="898753"/>
            <a:ext cx="194638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نحوه عملکرد</a:t>
            </a:r>
            <a:endParaRPr lang="en-US" sz="1200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120" name="Rectangle: Rounded Corners 119">
            <a:extLst>
              <a:ext uri="{FF2B5EF4-FFF2-40B4-BE49-F238E27FC236}">
                <a16:creationId xmlns:a16="http://schemas.microsoft.com/office/drawing/2014/main" id="{21C8D5FA-BE95-4B6A-8309-552F85FF54FF}"/>
              </a:ext>
            </a:extLst>
          </p:cNvPr>
          <p:cNvSpPr/>
          <p:nvPr/>
        </p:nvSpPr>
        <p:spPr>
          <a:xfrm>
            <a:off x="4556240" y="807528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4C9A4F05-6C0C-46A4-9374-776F9FF7BF6D}"/>
              </a:ext>
            </a:extLst>
          </p:cNvPr>
          <p:cNvSpPr txBox="1"/>
          <p:nvPr/>
        </p:nvSpPr>
        <p:spPr>
          <a:xfrm>
            <a:off x="4554644" y="908299"/>
            <a:ext cx="194638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چالش ها و موانع</a:t>
            </a:r>
            <a:endParaRPr lang="en-US" sz="1200" dirty="0">
              <a:solidFill>
                <a:schemeClr val="tx1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</p:txBody>
      </p:sp>
      <p:sp>
        <p:nvSpPr>
          <p:cNvPr id="122" name="Rectangle: Rounded Corners 121">
            <a:extLst>
              <a:ext uri="{FF2B5EF4-FFF2-40B4-BE49-F238E27FC236}">
                <a16:creationId xmlns:a16="http://schemas.microsoft.com/office/drawing/2014/main" id="{6210408A-B27F-4C78-BC80-C99201793416}"/>
              </a:ext>
            </a:extLst>
          </p:cNvPr>
          <p:cNvSpPr/>
          <p:nvPr/>
        </p:nvSpPr>
        <p:spPr>
          <a:xfrm>
            <a:off x="2551790" y="797982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58B60014-B102-4E1C-BBD1-5C2ECB513AA9}"/>
              </a:ext>
            </a:extLst>
          </p:cNvPr>
          <p:cNvSpPr txBox="1"/>
          <p:nvPr/>
        </p:nvSpPr>
        <p:spPr>
          <a:xfrm>
            <a:off x="2550194" y="898753"/>
            <a:ext cx="194638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آینده ماشین های خودران</a:t>
            </a:r>
            <a:endParaRPr lang="en-US" sz="1200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124" name="Rectangle: Rounded Corners 123">
            <a:extLst>
              <a:ext uri="{FF2B5EF4-FFF2-40B4-BE49-F238E27FC236}">
                <a16:creationId xmlns:a16="http://schemas.microsoft.com/office/drawing/2014/main" id="{67D76EB8-FC27-4D92-95AD-77E683052878}"/>
              </a:ext>
            </a:extLst>
          </p:cNvPr>
          <p:cNvSpPr/>
          <p:nvPr/>
        </p:nvSpPr>
        <p:spPr>
          <a:xfrm>
            <a:off x="545744" y="794293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CA655A86-4BD3-42DF-B1A7-8E9D3A8D0ADB}"/>
              </a:ext>
            </a:extLst>
          </p:cNvPr>
          <p:cNvSpPr txBox="1"/>
          <p:nvPr/>
        </p:nvSpPr>
        <p:spPr>
          <a:xfrm>
            <a:off x="544148" y="895064"/>
            <a:ext cx="194638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منابع</a:t>
            </a:r>
            <a:endParaRPr lang="en-US" sz="1200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EAB80953-1D30-46A1-ADE7-0597549351C1}"/>
              </a:ext>
            </a:extLst>
          </p:cNvPr>
          <p:cNvSpPr txBox="1"/>
          <p:nvPr/>
        </p:nvSpPr>
        <p:spPr>
          <a:xfrm>
            <a:off x="6137052" y="2721456"/>
            <a:ext cx="209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a-IR" sz="1800" dirty="0">
                <a:solidFill>
                  <a:schemeClr val="tx1"/>
                </a:solidFill>
                <a:cs typeface="Yekan" pitchFamily="2" charset="-78"/>
              </a:rPr>
              <a:t>دلایل اقتصادی</a:t>
            </a:r>
            <a:endParaRPr lang="en-US" sz="1800" dirty="0">
              <a:solidFill>
                <a:schemeClr val="tx1"/>
              </a:solidFill>
              <a:cs typeface="Yekan" pitchFamily="2" charset="-78"/>
            </a:endParaRPr>
          </a:p>
        </p:txBody>
      </p:sp>
      <p:grpSp>
        <p:nvGrpSpPr>
          <p:cNvPr id="137" name="Google Shape;11890;p79">
            <a:extLst>
              <a:ext uri="{FF2B5EF4-FFF2-40B4-BE49-F238E27FC236}">
                <a16:creationId xmlns:a16="http://schemas.microsoft.com/office/drawing/2014/main" id="{10212200-A78A-4F49-86B0-AA764EB91E7E}"/>
              </a:ext>
            </a:extLst>
          </p:cNvPr>
          <p:cNvGrpSpPr/>
          <p:nvPr/>
        </p:nvGrpSpPr>
        <p:grpSpPr>
          <a:xfrm>
            <a:off x="6909686" y="1835511"/>
            <a:ext cx="548640" cy="548640"/>
            <a:chOff x="3097241" y="2433564"/>
            <a:chExt cx="344883" cy="343387"/>
          </a:xfrm>
        </p:grpSpPr>
        <p:sp>
          <p:nvSpPr>
            <p:cNvPr id="138" name="Google Shape;11891;p79">
              <a:extLst>
                <a:ext uri="{FF2B5EF4-FFF2-40B4-BE49-F238E27FC236}">
                  <a16:creationId xmlns:a16="http://schemas.microsoft.com/office/drawing/2014/main" id="{69CC9B83-98AF-43CF-8D5E-A1C8BE1FFBB6}"/>
                </a:ext>
              </a:extLst>
            </p:cNvPr>
            <p:cNvSpPr/>
            <p:nvPr/>
          </p:nvSpPr>
          <p:spPr>
            <a:xfrm>
              <a:off x="3151825" y="2465806"/>
              <a:ext cx="235746" cy="311146"/>
            </a:xfrm>
            <a:custGeom>
              <a:avLst/>
              <a:gdLst/>
              <a:ahLst/>
              <a:cxnLst/>
              <a:rect l="l" t="t" r="r" b="b"/>
              <a:pathLst>
                <a:path w="7407" h="9776" extrusionOk="0">
                  <a:moveTo>
                    <a:pt x="3703" y="322"/>
                  </a:moveTo>
                  <a:cubicBezTo>
                    <a:pt x="5573" y="322"/>
                    <a:pt x="7097" y="1846"/>
                    <a:pt x="7097" y="3715"/>
                  </a:cubicBezTo>
                  <a:cubicBezTo>
                    <a:pt x="7097" y="5239"/>
                    <a:pt x="6144" y="6728"/>
                    <a:pt x="5358" y="7704"/>
                  </a:cubicBezTo>
                  <a:cubicBezTo>
                    <a:pt x="4656" y="8573"/>
                    <a:pt x="3953" y="9192"/>
                    <a:pt x="3703" y="9418"/>
                  </a:cubicBezTo>
                  <a:cubicBezTo>
                    <a:pt x="3441" y="9192"/>
                    <a:pt x="2751" y="8573"/>
                    <a:pt x="2048" y="7704"/>
                  </a:cubicBezTo>
                  <a:cubicBezTo>
                    <a:pt x="1263" y="6728"/>
                    <a:pt x="310" y="5239"/>
                    <a:pt x="310" y="3715"/>
                  </a:cubicBezTo>
                  <a:cubicBezTo>
                    <a:pt x="310" y="1846"/>
                    <a:pt x="1822" y="322"/>
                    <a:pt x="3703" y="322"/>
                  </a:cubicBezTo>
                  <a:close/>
                  <a:moveTo>
                    <a:pt x="3703" y="1"/>
                  </a:moveTo>
                  <a:cubicBezTo>
                    <a:pt x="1667" y="1"/>
                    <a:pt x="0" y="1668"/>
                    <a:pt x="0" y="3704"/>
                  </a:cubicBezTo>
                  <a:cubicBezTo>
                    <a:pt x="0" y="4418"/>
                    <a:pt x="191" y="5192"/>
                    <a:pt x="560" y="5978"/>
                  </a:cubicBezTo>
                  <a:cubicBezTo>
                    <a:pt x="858" y="6609"/>
                    <a:pt x="1274" y="7263"/>
                    <a:pt x="1798" y="7894"/>
                  </a:cubicBezTo>
                  <a:cubicBezTo>
                    <a:pt x="2691" y="9002"/>
                    <a:pt x="3549" y="9716"/>
                    <a:pt x="3596" y="9740"/>
                  </a:cubicBezTo>
                  <a:cubicBezTo>
                    <a:pt x="3626" y="9764"/>
                    <a:pt x="3665" y="9776"/>
                    <a:pt x="3700" y="9776"/>
                  </a:cubicBezTo>
                  <a:cubicBezTo>
                    <a:pt x="3736" y="9776"/>
                    <a:pt x="3769" y="9764"/>
                    <a:pt x="3787" y="9740"/>
                  </a:cubicBezTo>
                  <a:cubicBezTo>
                    <a:pt x="3822" y="9716"/>
                    <a:pt x="4703" y="9002"/>
                    <a:pt x="5596" y="7894"/>
                  </a:cubicBezTo>
                  <a:cubicBezTo>
                    <a:pt x="6108" y="7252"/>
                    <a:pt x="6525" y="6609"/>
                    <a:pt x="6823" y="5978"/>
                  </a:cubicBezTo>
                  <a:cubicBezTo>
                    <a:pt x="7204" y="5192"/>
                    <a:pt x="7394" y="4418"/>
                    <a:pt x="7394" y="3704"/>
                  </a:cubicBezTo>
                  <a:cubicBezTo>
                    <a:pt x="7406" y="1668"/>
                    <a:pt x="5739" y="1"/>
                    <a:pt x="3703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9" name="Google Shape;11892;p79">
              <a:extLst>
                <a:ext uri="{FF2B5EF4-FFF2-40B4-BE49-F238E27FC236}">
                  <a16:creationId xmlns:a16="http://schemas.microsoft.com/office/drawing/2014/main" id="{F4FB37C6-BB3C-41C3-BB40-36E98B3EF15F}"/>
                </a:ext>
              </a:extLst>
            </p:cNvPr>
            <p:cNvSpPr/>
            <p:nvPr/>
          </p:nvSpPr>
          <p:spPr>
            <a:xfrm>
              <a:off x="3179483" y="2492732"/>
              <a:ext cx="181926" cy="181894"/>
            </a:xfrm>
            <a:custGeom>
              <a:avLst/>
              <a:gdLst/>
              <a:ahLst/>
              <a:cxnLst/>
              <a:rect l="l" t="t" r="r" b="b"/>
              <a:pathLst>
                <a:path w="5716" h="5715" extrusionOk="0">
                  <a:moveTo>
                    <a:pt x="2858" y="0"/>
                  </a:moveTo>
                  <a:cubicBezTo>
                    <a:pt x="1286" y="0"/>
                    <a:pt x="1" y="1286"/>
                    <a:pt x="1" y="2858"/>
                  </a:cubicBezTo>
                  <a:cubicBezTo>
                    <a:pt x="1" y="4441"/>
                    <a:pt x="1286" y="5715"/>
                    <a:pt x="2858" y="5715"/>
                  </a:cubicBezTo>
                  <a:cubicBezTo>
                    <a:pt x="4442" y="5715"/>
                    <a:pt x="5716" y="4429"/>
                    <a:pt x="5716" y="2858"/>
                  </a:cubicBezTo>
                  <a:cubicBezTo>
                    <a:pt x="5692" y="2131"/>
                    <a:pt x="5418" y="1429"/>
                    <a:pt x="4918" y="893"/>
                  </a:cubicBezTo>
                  <a:cubicBezTo>
                    <a:pt x="4888" y="863"/>
                    <a:pt x="4846" y="848"/>
                    <a:pt x="4805" y="848"/>
                  </a:cubicBezTo>
                  <a:cubicBezTo>
                    <a:pt x="4763" y="848"/>
                    <a:pt x="4721" y="863"/>
                    <a:pt x="4692" y="893"/>
                  </a:cubicBezTo>
                  <a:cubicBezTo>
                    <a:pt x="4632" y="953"/>
                    <a:pt x="4632" y="1060"/>
                    <a:pt x="4692" y="1119"/>
                  </a:cubicBezTo>
                  <a:cubicBezTo>
                    <a:pt x="5144" y="1595"/>
                    <a:pt x="5394" y="2215"/>
                    <a:pt x="5394" y="2869"/>
                  </a:cubicBezTo>
                  <a:cubicBezTo>
                    <a:pt x="5394" y="4274"/>
                    <a:pt x="4251" y="5417"/>
                    <a:pt x="2846" y="5417"/>
                  </a:cubicBezTo>
                  <a:cubicBezTo>
                    <a:pt x="1453" y="5417"/>
                    <a:pt x="298" y="4274"/>
                    <a:pt x="298" y="2869"/>
                  </a:cubicBezTo>
                  <a:cubicBezTo>
                    <a:pt x="298" y="1476"/>
                    <a:pt x="1453" y="333"/>
                    <a:pt x="2846" y="333"/>
                  </a:cubicBezTo>
                  <a:cubicBezTo>
                    <a:pt x="3299" y="333"/>
                    <a:pt x="3739" y="452"/>
                    <a:pt x="4132" y="667"/>
                  </a:cubicBezTo>
                  <a:cubicBezTo>
                    <a:pt x="4157" y="683"/>
                    <a:pt x="4185" y="691"/>
                    <a:pt x="4214" y="691"/>
                  </a:cubicBezTo>
                  <a:cubicBezTo>
                    <a:pt x="4269" y="691"/>
                    <a:pt x="4323" y="662"/>
                    <a:pt x="4346" y="607"/>
                  </a:cubicBezTo>
                  <a:cubicBezTo>
                    <a:pt x="4394" y="536"/>
                    <a:pt x="4370" y="429"/>
                    <a:pt x="4287" y="393"/>
                  </a:cubicBezTo>
                  <a:cubicBezTo>
                    <a:pt x="3858" y="131"/>
                    <a:pt x="3370" y="0"/>
                    <a:pt x="2858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0" name="Google Shape;11893;p79">
              <a:extLst>
                <a:ext uri="{FF2B5EF4-FFF2-40B4-BE49-F238E27FC236}">
                  <a16:creationId xmlns:a16="http://schemas.microsoft.com/office/drawing/2014/main" id="{6FACBDDC-74BE-461E-AF48-885E62DA8EEE}"/>
                </a:ext>
              </a:extLst>
            </p:cNvPr>
            <p:cNvSpPr/>
            <p:nvPr/>
          </p:nvSpPr>
          <p:spPr>
            <a:xfrm>
              <a:off x="3242024" y="2524941"/>
              <a:ext cx="54202" cy="117857"/>
            </a:xfrm>
            <a:custGeom>
              <a:avLst/>
              <a:gdLst/>
              <a:ahLst/>
              <a:cxnLst/>
              <a:rect l="l" t="t" r="r" b="b"/>
              <a:pathLst>
                <a:path w="1703" h="3703" extrusionOk="0">
                  <a:moveTo>
                    <a:pt x="857" y="0"/>
                  </a:moveTo>
                  <a:cubicBezTo>
                    <a:pt x="762" y="0"/>
                    <a:pt x="691" y="71"/>
                    <a:pt x="691" y="167"/>
                  </a:cubicBezTo>
                  <a:lnTo>
                    <a:pt x="691" y="524"/>
                  </a:lnTo>
                  <a:cubicBezTo>
                    <a:pt x="322" y="560"/>
                    <a:pt x="24" y="881"/>
                    <a:pt x="24" y="1262"/>
                  </a:cubicBezTo>
                  <a:cubicBezTo>
                    <a:pt x="24" y="1679"/>
                    <a:pt x="357" y="2012"/>
                    <a:pt x="762" y="2012"/>
                  </a:cubicBezTo>
                  <a:lnTo>
                    <a:pt x="929" y="2012"/>
                  </a:lnTo>
                  <a:cubicBezTo>
                    <a:pt x="1167" y="2012"/>
                    <a:pt x="1357" y="2203"/>
                    <a:pt x="1357" y="2441"/>
                  </a:cubicBezTo>
                  <a:cubicBezTo>
                    <a:pt x="1357" y="2679"/>
                    <a:pt x="1167" y="2869"/>
                    <a:pt x="929" y="2869"/>
                  </a:cubicBezTo>
                  <a:lnTo>
                    <a:pt x="679" y="2869"/>
                  </a:lnTo>
                  <a:cubicBezTo>
                    <a:pt x="476" y="2869"/>
                    <a:pt x="334" y="2703"/>
                    <a:pt x="334" y="2524"/>
                  </a:cubicBezTo>
                  <a:cubicBezTo>
                    <a:pt x="334" y="2441"/>
                    <a:pt x="262" y="2369"/>
                    <a:pt x="167" y="2369"/>
                  </a:cubicBezTo>
                  <a:cubicBezTo>
                    <a:pt x="83" y="2369"/>
                    <a:pt x="0" y="2441"/>
                    <a:pt x="0" y="2524"/>
                  </a:cubicBezTo>
                  <a:cubicBezTo>
                    <a:pt x="0" y="2905"/>
                    <a:pt x="298" y="3203"/>
                    <a:pt x="679" y="3203"/>
                  </a:cubicBezTo>
                  <a:lnTo>
                    <a:pt x="691" y="3203"/>
                  </a:lnTo>
                  <a:lnTo>
                    <a:pt x="691" y="3536"/>
                  </a:lnTo>
                  <a:cubicBezTo>
                    <a:pt x="691" y="3631"/>
                    <a:pt x="762" y="3703"/>
                    <a:pt x="857" y="3703"/>
                  </a:cubicBezTo>
                  <a:cubicBezTo>
                    <a:pt x="941" y="3703"/>
                    <a:pt x="1012" y="3631"/>
                    <a:pt x="1012" y="3536"/>
                  </a:cubicBezTo>
                  <a:lnTo>
                    <a:pt x="1012" y="3179"/>
                  </a:lnTo>
                  <a:cubicBezTo>
                    <a:pt x="1393" y="3143"/>
                    <a:pt x="1691" y="2822"/>
                    <a:pt x="1691" y="2441"/>
                  </a:cubicBezTo>
                  <a:cubicBezTo>
                    <a:pt x="1691" y="2024"/>
                    <a:pt x="1346" y="1691"/>
                    <a:pt x="941" y="1691"/>
                  </a:cubicBezTo>
                  <a:lnTo>
                    <a:pt x="774" y="1691"/>
                  </a:lnTo>
                  <a:cubicBezTo>
                    <a:pt x="536" y="1691"/>
                    <a:pt x="345" y="1500"/>
                    <a:pt x="345" y="1262"/>
                  </a:cubicBezTo>
                  <a:cubicBezTo>
                    <a:pt x="345" y="1024"/>
                    <a:pt x="536" y="833"/>
                    <a:pt x="774" y="833"/>
                  </a:cubicBezTo>
                  <a:lnTo>
                    <a:pt x="1036" y="833"/>
                  </a:lnTo>
                  <a:cubicBezTo>
                    <a:pt x="1226" y="833"/>
                    <a:pt x="1369" y="1000"/>
                    <a:pt x="1369" y="1179"/>
                  </a:cubicBezTo>
                  <a:lnTo>
                    <a:pt x="1369" y="1345"/>
                  </a:lnTo>
                  <a:cubicBezTo>
                    <a:pt x="1393" y="1429"/>
                    <a:pt x="1453" y="1500"/>
                    <a:pt x="1536" y="1500"/>
                  </a:cubicBezTo>
                  <a:cubicBezTo>
                    <a:pt x="1631" y="1500"/>
                    <a:pt x="1703" y="1429"/>
                    <a:pt x="1703" y="1345"/>
                  </a:cubicBezTo>
                  <a:lnTo>
                    <a:pt x="1703" y="1179"/>
                  </a:lnTo>
                  <a:cubicBezTo>
                    <a:pt x="1703" y="810"/>
                    <a:pt x="1405" y="512"/>
                    <a:pt x="1036" y="512"/>
                  </a:cubicBezTo>
                  <a:lnTo>
                    <a:pt x="1012" y="512"/>
                  </a:lnTo>
                  <a:lnTo>
                    <a:pt x="1012" y="167"/>
                  </a:lnTo>
                  <a:cubicBezTo>
                    <a:pt x="1012" y="71"/>
                    <a:pt x="941" y="0"/>
                    <a:pt x="857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1" name="Google Shape;11894;p79">
              <a:extLst>
                <a:ext uri="{FF2B5EF4-FFF2-40B4-BE49-F238E27FC236}">
                  <a16:creationId xmlns:a16="http://schemas.microsoft.com/office/drawing/2014/main" id="{172F5C4F-FE0B-4ECB-B8B9-01B3CFFAE86A}"/>
                </a:ext>
              </a:extLst>
            </p:cNvPr>
            <p:cNvSpPr/>
            <p:nvPr/>
          </p:nvSpPr>
          <p:spPr>
            <a:xfrm>
              <a:off x="3390945" y="2433724"/>
              <a:ext cx="51179" cy="85934"/>
            </a:xfrm>
            <a:custGeom>
              <a:avLst/>
              <a:gdLst/>
              <a:ahLst/>
              <a:cxnLst/>
              <a:rect l="l" t="t" r="r" b="b"/>
              <a:pathLst>
                <a:path w="1608" h="2700" extrusionOk="0">
                  <a:moveTo>
                    <a:pt x="182" y="1"/>
                  </a:moveTo>
                  <a:cubicBezTo>
                    <a:pt x="134" y="1"/>
                    <a:pt x="86" y="22"/>
                    <a:pt x="48" y="68"/>
                  </a:cubicBezTo>
                  <a:cubicBezTo>
                    <a:pt x="0" y="140"/>
                    <a:pt x="12" y="235"/>
                    <a:pt x="84" y="294"/>
                  </a:cubicBezTo>
                  <a:cubicBezTo>
                    <a:pt x="834" y="794"/>
                    <a:pt x="1274" y="1628"/>
                    <a:pt x="1274" y="2545"/>
                  </a:cubicBezTo>
                  <a:cubicBezTo>
                    <a:pt x="1274" y="2628"/>
                    <a:pt x="1358" y="2699"/>
                    <a:pt x="1441" y="2699"/>
                  </a:cubicBezTo>
                  <a:cubicBezTo>
                    <a:pt x="1536" y="2699"/>
                    <a:pt x="1608" y="2628"/>
                    <a:pt x="1608" y="2545"/>
                  </a:cubicBezTo>
                  <a:cubicBezTo>
                    <a:pt x="1596" y="1533"/>
                    <a:pt x="1096" y="592"/>
                    <a:pt x="262" y="20"/>
                  </a:cubicBezTo>
                  <a:cubicBezTo>
                    <a:pt x="237" y="8"/>
                    <a:pt x="209" y="1"/>
                    <a:pt x="182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2" name="Google Shape;11895;p79">
              <a:extLst>
                <a:ext uri="{FF2B5EF4-FFF2-40B4-BE49-F238E27FC236}">
                  <a16:creationId xmlns:a16="http://schemas.microsoft.com/office/drawing/2014/main" id="{28F8C636-6C20-465C-813D-A81231060A96}"/>
                </a:ext>
              </a:extLst>
            </p:cNvPr>
            <p:cNvSpPr/>
            <p:nvPr/>
          </p:nvSpPr>
          <p:spPr>
            <a:xfrm>
              <a:off x="3360613" y="2478187"/>
              <a:ext cx="27340" cy="41471"/>
            </a:xfrm>
            <a:custGeom>
              <a:avLst/>
              <a:gdLst/>
              <a:ahLst/>
              <a:cxnLst/>
              <a:rect l="l" t="t" r="r" b="b"/>
              <a:pathLst>
                <a:path w="859" h="1303" extrusionOk="0">
                  <a:moveTo>
                    <a:pt x="177" y="1"/>
                  </a:moveTo>
                  <a:cubicBezTo>
                    <a:pt x="131" y="1"/>
                    <a:pt x="85" y="25"/>
                    <a:pt x="48" y="76"/>
                  </a:cubicBezTo>
                  <a:cubicBezTo>
                    <a:pt x="1" y="147"/>
                    <a:pt x="13" y="231"/>
                    <a:pt x="84" y="290"/>
                  </a:cubicBezTo>
                  <a:cubicBezTo>
                    <a:pt x="370" y="493"/>
                    <a:pt x="537" y="802"/>
                    <a:pt x="537" y="1148"/>
                  </a:cubicBezTo>
                  <a:cubicBezTo>
                    <a:pt x="537" y="1231"/>
                    <a:pt x="608" y="1302"/>
                    <a:pt x="703" y="1302"/>
                  </a:cubicBezTo>
                  <a:cubicBezTo>
                    <a:pt x="787" y="1302"/>
                    <a:pt x="858" y="1231"/>
                    <a:pt x="858" y="1148"/>
                  </a:cubicBezTo>
                  <a:cubicBezTo>
                    <a:pt x="858" y="683"/>
                    <a:pt x="644" y="278"/>
                    <a:pt x="263" y="28"/>
                  </a:cubicBezTo>
                  <a:cubicBezTo>
                    <a:pt x="235" y="10"/>
                    <a:pt x="206" y="1"/>
                    <a:pt x="177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3" name="Google Shape;11896;p79">
              <a:extLst>
                <a:ext uri="{FF2B5EF4-FFF2-40B4-BE49-F238E27FC236}">
                  <a16:creationId xmlns:a16="http://schemas.microsoft.com/office/drawing/2014/main" id="{CD4D3B78-798D-4654-8940-37F1311829B2}"/>
                </a:ext>
              </a:extLst>
            </p:cNvPr>
            <p:cNvSpPr/>
            <p:nvPr/>
          </p:nvSpPr>
          <p:spPr>
            <a:xfrm>
              <a:off x="3375795" y="2455939"/>
              <a:ext cx="39434" cy="63719"/>
            </a:xfrm>
            <a:custGeom>
              <a:avLst/>
              <a:gdLst/>
              <a:ahLst/>
              <a:cxnLst/>
              <a:rect l="l" t="t" r="r" b="b"/>
              <a:pathLst>
                <a:path w="1239" h="2002" extrusionOk="0">
                  <a:moveTo>
                    <a:pt x="183" y="0"/>
                  </a:moveTo>
                  <a:cubicBezTo>
                    <a:pt x="134" y="0"/>
                    <a:pt x="86" y="26"/>
                    <a:pt x="48" y="73"/>
                  </a:cubicBezTo>
                  <a:cubicBezTo>
                    <a:pt x="0" y="144"/>
                    <a:pt x="12" y="239"/>
                    <a:pt x="83" y="299"/>
                  </a:cubicBezTo>
                  <a:cubicBezTo>
                    <a:pt x="595" y="632"/>
                    <a:pt x="905" y="1216"/>
                    <a:pt x="905" y="1847"/>
                  </a:cubicBezTo>
                  <a:cubicBezTo>
                    <a:pt x="905" y="1930"/>
                    <a:pt x="976" y="2001"/>
                    <a:pt x="1072" y="2001"/>
                  </a:cubicBezTo>
                  <a:cubicBezTo>
                    <a:pt x="1155" y="2001"/>
                    <a:pt x="1238" y="1930"/>
                    <a:pt x="1238" y="1847"/>
                  </a:cubicBezTo>
                  <a:cubicBezTo>
                    <a:pt x="1238" y="1108"/>
                    <a:pt x="881" y="430"/>
                    <a:pt x="262" y="25"/>
                  </a:cubicBezTo>
                  <a:cubicBezTo>
                    <a:pt x="237" y="8"/>
                    <a:pt x="210" y="0"/>
                    <a:pt x="183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4" name="Google Shape;11897;p79">
              <a:extLst>
                <a:ext uri="{FF2B5EF4-FFF2-40B4-BE49-F238E27FC236}">
                  <a16:creationId xmlns:a16="http://schemas.microsoft.com/office/drawing/2014/main" id="{F26D57A1-1A40-4442-84F4-DDD78A544C34}"/>
                </a:ext>
              </a:extLst>
            </p:cNvPr>
            <p:cNvSpPr/>
            <p:nvPr/>
          </p:nvSpPr>
          <p:spPr>
            <a:xfrm>
              <a:off x="3097241" y="2433564"/>
              <a:ext cx="50829" cy="85711"/>
            </a:xfrm>
            <a:custGeom>
              <a:avLst/>
              <a:gdLst/>
              <a:ahLst/>
              <a:cxnLst/>
              <a:rect l="l" t="t" r="r" b="b"/>
              <a:pathLst>
                <a:path w="1597" h="2693" extrusionOk="0">
                  <a:moveTo>
                    <a:pt x="1408" y="1"/>
                  </a:moveTo>
                  <a:cubicBezTo>
                    <a:pt x="1378" y="1"/>
                    <a:pt x="1348" y="9"/>
                    <a:pt x="1323" y="25"/>
                  </a:cubicBezTo>
                  <a:cubicBezTo>
                    <a:pt x="489" y="597"/>
                    <a:pt x="1" y="1538"/>
                    <a:pt x="1" y="2526"/>
                  </a:cubicBezTo>
                  <a:cubicBezTo>
                    <a:pt x="1" y="2621"/>
                    <a:pt x="72" y="2692"/>
                    <a:pt x="168" y="2692"/>
                  </a:cubicBezTo>
                  <a:cubicBezTo>
                    <a:pt x="251" y="2692"/>
                    <a:pt x="322" y="2621"/>
                    <a:pt x="322" y="2526"/>
                  </a:cubicBezTo>
                  <a:cubicBezTo>
                    <a:pt x="322" y="1633"/>
                    <a:pt x="775" y="787"/>
                    <a:pt x="1513" y="275"/>
                  </a:cubicBezTo>
                  <a:cubicBezTo>
                    <a:pt x="1573" y="240"/>
                    <a:pt x="1596" y="133"/>
                    <a:pt x="1549" y="73"/>
                  </a:cubicBezTo>
                  <a:cubicBezTo>
                    <a:pt x="1518" y="27"/>
                    <a:pt x="1462" y="1"/>
                    <a:pt x="1408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5" name="Google Shape;11898;p79">
              <a:extLst>
                <a:ext uri="{FF2B5EF4-FFF2-40B4-BE49-F238E27FC236}">
                  <a16:creationId xmlns:a16="http://schemas.microsoft.com/office/drawing/2014/main" id="{B0EBCE3F-DC3E-4276-BBBF-DB3188B1D07C}"/>
                </a:ext>
              </a:extLst>
            </p:cNvPr>
            <p:cNvSpPr/>
            <p:nvPr/>
          </p:nvSpPr>
          <p:spPr>
            <a:xfrm>
              <a:off x="3151061" y="2477773"/>
              <a:ext cx="27690" cy="41503"/>
            </a:xfrm>
            <a:custGeom>
              <a:avLst/>
              <a:gdLst/>
              <a:ahLst/>
              <a:cxnLst/>
              <a:rect l="l" t="t" r="r" b="b"/>
              <a:pathLst>
                <a:path w="870" h="1304" extrusionOk="0">
                  <a:moveTo>
                    <a:pt x="681" y="1"/>
                  </a:moveTo>
                  <a:cubicBezTo>
                    <a:pt x="647" y="1"/>
                    <a:pt x="613" y="10"/>
                    <a:pt x="584" y="29"/>
                  </a:cubicBezTo>
                  <a:cubicBezTo>
                    <a:pt x="215" y="280"/>
                    <a:pt x="1" y="696"/>
                    <a:pt x="1" y="1137"/>
                  </a:cubicBezTo>
                  <a:cubicBezTo>
                    <a:pt x="1" y="1232"/>
                    <a:pt x="84" y="1303"/>
                    <a:pt x="167" y="1303"/>
                  </a:cubicBezTo>
                  <a:cubicBezTo>
                    <a:pt x="263" y="1303"/>
                    <a:pt x="334" y="1232"/>
                    <a:pt x="334" y="1137"/>
                  </a:cubicBezTo>
                  <a:cubicBezTo>
                    <a:pt x="334" y="803"/>
                    <a:pt x="501" y="482"/>
                    <a:pt x="775" y="291"/>
                  </a:cubicBezTo>
                  <a:cubicBezTo>
                    <a:pt x="834" y="244"/>
                    <a:pt x="870" y="149"/>
                    <a:pt x="810" y="65"/>
                  </a:cubicBezTo>
                  <a:cubicBezTo>
                    <a:pt x="782" y="22"/>
                    <a:pt x="732" y="1"/>
                    <a:pt x="68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6" name="Google Shape;11899;p79">
              <a:extLst>
                <a:ext uri="{FF2B5EF4-FFF2-40B4-BE49-F238E27FC236}">
                  <a16:creationId xmlns:a16="http://schemas.microsoft.com/office/drawing/2014/main" id="{821C47C2-313D-47DA-A749-FDDEDDA854B2}"/>
                </a:ext>
              </a:extLst>
            </p:cNvPr>
            <p:cNvSpPr/>
            <p:nvPr/>
          </p:nvSpPr>
          <p:spPr>
            <a:xfrm>
              <a:off x="3124167" y="2455939"/>
              <a:ext cx="39434" cy="63337"/>
            </a:xfrm>
            <a:custGeom>
              <a:avLst/>
              <a:gdLst/>
              <a:ahLst/>
              <a:cxnLst/>
              <a:rect l="l" t="t" r="r" b="b"/>
              <a:pathLst>
                <a:path w="1239" h="1990" extrusionOk="0">
                  <a:moveTo>
                    <a:pt x="1038" y="0"/>
                  </a:moveTo>
                  <a:cubicBezTo>
                    <a:pt x="1008" y="0"/>
                    <a:pt x="978" y="8"/>
                    <a:pt x="953" y="25"/>
                  </a:cubicBezTo>
                  <a:cubicBezTo>
                    <a:pt x="357" y="430"/>
                    <a:pt x="0" y="1108"/>
                    <a:pt x="0" y="1823"/>
                  </a:cubicBezTo>
                  <a:cubicBezTo>
                    <a:pt x="0" y="1918"/>
                    <a:pt x="72" y="1989"/>
                    <a:pt x="167" y="1989"/>
                  </a:cubicBezTo>
                  <a:cubicBezTo>
                    <a:pt x="250" y="1989"/>
                    <a:pt x="334" y="1918"/>
                    <a:pt x="334" y="1823"/>
                  </a:cubicBezTo>
                  <a:cubicBezTo>
                    <a:pt x="334" y="1204"/>
                    <a:pt x="643" y="632"/>
                    <a:pt x="1143" y="275"/>
                  </a:cubicBezTo>
                  <a:cubicBezTo>
                    <a:pt x="1203" y="239"/>
                    <a:pt x="1239" y="132"/>
                    <a:pt x="1179" y="73"/>
                  </a:cubicBezTo>
                  <a:cubicBezTo>
                    <a:pt x="1148" y="26"/>
                    <a:pt x="1093" y="0"/>
                    <a:pt x="1038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47" name="Google Shape;2328;p64">
            <a:extLst>
              <a:ext uri="{FF2B5EF4-FFF2-40B4-BE49-F238E27FC236}">
                <a16:creationId xmlns:a16="http://schemas.microsoft.com/office/drawing/2014/main" id="{A3DB77BC-B1C0-42D5-9DFA-47D1656D2FCB}"/>
              </a:ext>
            </a:extLst>
          </p:cNvPr>
          <p:cNvGrpSpPr/>
          <p:nvPr/>
        </p:nvGrpSpPr>
        <p:grpSpPr>
          <a:xfrm>
            <a:off x="5390745" y="3640894"/>
            <a:ext cx="914400" cy="822960"/>
            <a:chOff x="1902821" y="1455690"/>
            <a:chExt cx="602023" cy="553698"/>
          </a:xfrm>
        </p:grpSpPr>
        <p:sp>
          <p:nvSpPr>
            <p:cNvPr id="148" name="Google Shape;2329;p64">
              <a:extLst>
                <a:ext uri="{FF2B5EF4-FFF2-40B4-BE49-F238E27FC236}">
                  <a16:creationId xmlns:a16="http://schemas.microsoft.com/office/drawing/2014/main" id="{8C2958C8-70B5-4D9C-9764-BF2C7FBC4827}"/>
                </a:ext>
              </a:extLst>
            </p:cNvPr>
            <p:cNvSpPr/>
            <p:nvPr/>
          </p:nvSpPr>
          <p:spPr>
            <a:xfrm>
              <a:off x="2268526" y="1496088"/>
              <a:ext cx="51774" cy="61990"/>
            </a:xfrm>
            <a:custGeom>
              <a:avLst/>
              <a:gdLst/>
              <a:ahLst/>
              <a:cxnLst/>
              <a:rect l="l" t="t" r="r" b="b"/>
              <a:pathLst>
                <a:path w="1561" h="1869" extrusionOk="0">
                  <a:moveTo>
                    <a:pt x="780" y="533"/>
                  </a:moveTo>
                  <a:cubicBezTo>
                    <a:pt x="918" y="533"/>
                    <a:pt x="1029" y="644"/>
                    <a:pt x="1029" y="781"/>
                  </a:cubicBezTo>
                  <a:lnTo>
                    <a:pt x="1029" y="1087"/>
                  </a:lnTo>
                  <a:cubicBezTo>
                    <a:pt x="1029" y="1225"/>
                    <a:pt x="918" y="1337"/>
                    <a:pt x="780" y="1337"/>
                  </a:cubicBezTo>
                  <a:cubicBezTo>
                    <a:pt x="644" y="1337"/>
                    <a:pt x="532" y="1225"/>
                    <a:pt x="532" y="1087"/>
                  </a:cubicBezTo>
                  <a:lnTo>
                    <a:pt x="532" y="781"/>
                  </a:lnTo>
                  <a:cubicBezTo>
                    <a:pt x="532" y="644"/>
                    <a:pt x="644" y="533"/>
                    <a:pt x="780" y="533"/>
                  </a:cubicBezTo>
                  <a:close/>
                  <a:moveTo>
                    <a:pt x="780" y="1"/>
                  </a:moveTo>
                  <a:cubicBezTo>
                    <a:pt x="350" y="1"/>
                    <a:pt x="0" y="351"/>
                    <a:pt x="0" y="782"/>
                  </a:cubicBezTo>
                  <a:lnTo>
                    <a:pt x="0" y="1087"/>
                  </a:lnTo>
                  <a:cubicBezTo>
                    <a:pt x="0" y="1518"/>
                    <a:pt x="350" y="1869"/>
                    <a:pt x="780" y="1869"/>
                  </a:cubicBezTo>
                  <a:cubicBezTo>
                    <a:pt x="1211" y="1869"/>
                    <a:pt x="1561" y="1518"/>
                    <a:pt x="1561" y="1087"/>
                  </a:cubicBezTo>
                  <a:lnTo>
                    <a:pt x="1561" y="782"/>
                  </a:lnTo>
                  <a:cubicBezTo>
                    <a:pt x="1561" y="351"/>
                    <a:pt x="1211" y="1"/>
                    <a:pt x="7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9" name="Google Shape;2330;p64">
              <a:extLst>
                <a:ext uri="{FF2B5EF4-FFF2-40B4-BE49-F238E27FC236}">
                  <a16:creationId xmlns:a16="http://schemas.microsoft.com/office/drawing/2014/main" id="{A5D7AF34-2C64-41EA-818F-D4F9BD5F0D11}"/>
                </a:ext>
              </a:extLst>
            </p:cNvPr>
            <p:cNvSpPr/>
            <p:nvPr/>
          </p:nvSpPr>
          <p:spPr>
            <a:xfrm>
              <a:off x="2394894" y="1496088"/>
              <a:ext cx="51774" cy="61990"/>
            </a:xfrm>
            <a:custGeom>
              <a:avLst/>
              <a:gdLst/>
              <a:ahLst/>
              <a:cxnLst/>
              <a:rect l="l" t="t" r="r" b="b"/>
              <a:pathLst>
                <a:path w="1561" h="1869" extrusionOk="0">
                  <a:moveTo>
                    <a:pt x="782" y="533"/>
                  </a:moveTo>
                  <a:cubicBezTo>
                    <a:pt x="918" y="533"/>
                    <a:pt x="1030" y="644"/>
                    <a:pt x="1030" y="781"/>
                  </a:cubicBezTo>
                  <a:lnTo>
                    <a:pt x="1030" y="1087"/>
                  </a:lnTo>
                  <a:cubicBezTo>
                    <a:pt x="1030" y="1225"/>
                    <a:pt x="918" y="1337"/>
                    <a:pt x="782" y="1337"/>
                  </a:cubicBezTo>
                  <a:cubicBezTo>
                    <a:pt x="644" y="1337"/>
                    <a:pt x="532" y="1225"/>
                    <a:pt x="532" y="1087"/>
                  </a:cubicBezTo>
                  <a:lnTo>
                    <a:pt x="532" y="781"/>
                  </a:lnTo>
                  <a:cubicBezTo>
                    <a:pt x="532" y="644"/>
                    <a:pt x="644" y="533"/>
                    <a:pt x="782" y="533"/>
                  </a:cubicBezTo>
                  <a:close/>
                  <a:moveTo>
                    <a:pt x="781" y="1"/>
                  </a:moveTo>
                  <a:cubicBezTo>
                    <a:pt x="350" y="1"/>
                    <a:pt x="0" y="351"/>
                    <a:pt x="0" y="782"/>
                  </a:cubicBezTo>
                  <a:lnTo>
                    <a:pt x="0" y="1087"/>
                  </a:lnTo>
                  <a:cubicBezTo>
                    <a:pt x="0" y="1518"/>
                    <a:pt x="350" y="1869"/>
                    <a:pt x="781" y="1869"/>
                  </a:cubicBezTo>
                  <a:cubicBezTo>
                    <a:pt x="1212" y="1869"/>
                    <a:pt x="1561" y="1518"/>
                    <a:pt x="1561" y="1087"/>
                  </a:cubicBezTo>
                  <a:lnTo>
                    <a:pt x="1561" y="782"/>
                  </a:lnTo>
                  <a:cubicBezTo>
                    <a:pt x="1561" y="351"/>
                    <a:pt x="1212" y="1"/>
                    <a:pt x="7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0" name="Google Shape;2331;p64">
              <a:extLst>
                <a:ext uri="{FF2B5EF4-FFF2-40B4-BE49-F238E27FC236}">
                  <a16:creationId xmlns:a16="http://schemas.microsoft.com/office/drawing/2014/main" id="{BEACAAFC-B151-4362-832A-542EE16B53BD}"/>
                </a:ext>
              </a:extLst>
            </p:cNvPr>
            <p:cNvSpPr/>
            <p:nvPr/>
          </p:nvSpPr>
          <p:spPr>
            <a:xfrm>
              <a:off x="2453036" y="1496088"/>
              <a:ext cx="51808" cy="61990"/>
            </a:xfrm>
            <a:custGeom>
              <a:avLst/>
              <a:gdLst/>
              <a:ahLst/>
              <a:cxnLst/>
              <a:rect l="l" t="t" r="r" b="b"/>
              <a:pathLst>
                <a:path w="1562" h="1869" extrusionOk="0">
                  <a:moveTo>
                    <a:pt x="781" y="533"/>
                  </a:moveTo>
                  <a:cubicBezTo>
                    <a:pt x="918" y="533"/>
                    <a:pt x="1030" y="644"/>
                    <a:pt x="1030" y="781"/>
                  </a:cubicBezTo>
                  <a:lnTo>
                    <a:pt x="1030" y="1087"/>
                  </a:lnTo>
                  <a:cubicBezTo>
                    <a:pt x="1030" y="1225"/>
                    <a:pt x="918" y="1337"/>
                    <a:pt x="781" y="1337"/>
                  </a:cubicBezTo>
                  <a:cubicBezTo>
                    <a:pt x="644" y="1337"/>
                    <a:pt x="533" y="1225"/>
                    <a:pt x="533" y="1087"/>
                  </a:cubicBezTo>
                  <a:lnTo>
                    <a:pt x="533" y="781"/>
                  </a:lnTo>
                  <a:cubicBezTo>
                    <a:pt x="533" y="644"/>
                    <a:pt x="644" y="533"/>
                    <a:pt x="781" y="533"/>
                  </a:cubicBezTo>
                  <a:close/>
                  <a:moveTo>
                    <a:pt x="781" y="1"/>
                  </a:moveTo>
                  <a:cubicBezTo>
                    <a:pt x="351" y="1"/>
                    <a:pt x="1" y="351"/>
                    <a:pt x="1" y="782"/>
                  </a:cubicBezTo>
                  <a:lnTo>
                    <a:pt x="1" y="1087"/>
                  </a:lnTo>
                  <a:cubicBezTo>
                    <a:pt x="1" y="1518"/>
                    <a:pt x="351" y="1869"/>
                    <a:pt x="781" y="1869"/>
                  </a:cubicBezTo>
                  <a:cubicBezTo>
                    <a:pt x="1211" y="1869"/>
                    <a:pt x="1562" y="1518"/>
                    <a:pt x="1562" y="1087"/>
                  </a:cubicBezTo>
                  <a:lnTo>
                    <a:pt x="1562" y="782"/>
                  </a:lnTo>
                  <a:cubicBezTo>
                    <a:pt x="1562" y="351"/>
                    <a:pt x="1211" y="1"/>
                    <a:pt x="7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1" name="Google Shape;2332;p64">
              <a:extLst>
                <a:ext uri="{FF2B5EF4-FFF2-40B4-BE49-F238E27FC236}">
                  <a16:creationId xmlns:a16="http://schemas.microsoft.com/office/drawing/2014/main" id="{A44A30DE-6C50-49DB-8E75-372BE9E1C2FA}"/>
                </a:ext>
              </a:extLst>
            </p:cNvPr>
            <p:cNvSpPr/>
            <p:nvPr/>
          </p:nvSpPr>
          <p:spPr>
            <a:xfrm>
              <a:off x="2324114" y="1496088"/>
              <a:ext cx="27131" cy="61990"/>
            </a:xfrm>
            <a:custGeom>
              <a:avLst/>
              <a:gdLst/>
              <a:ahLst/>
              <a:cxnLst/>
              <a:rect l="l" t="t" r="r" b="b"/>
              <a:pathLst>
                <a:path w="818" h="1869" extrusionOk="0">
                  <a:moveTo>
                    <a:pt x="267" y="1"/>
                  </a:moveTo>
                  <a:cubicBezTo>
                    <a:pt x="120" y="1"/>
                    <a:pt x="1" y="120"/>
                    <a:pt x="1" y="267"/>
                  </a:cubicBezTo>
                  <a:cubicBezTo>
                    <a:pt x="1" y="414"/>
                    <a:pt x="120" y="533"/>
                    <a:pt x="267" y="533"/>
                  </a:cubicBezTo>
                  <a:lnTo>
                    <a:pt x="287" y="533"/>
                  </a:lnTo>
                  <a:lnTo>
                    <a:pt x="287" y="1603"/>
                  </a:lnTo>
                  <a:cubicBezTo>
                    <a:pt x="287" y="1749"/>
                    <a:pt x="405" y="1869"/>
                    <a:pt x="553" y="1869"/>
                  </a:cubicBezTo>
                  <a:cubicBezTo>
                    <a:pt x="700" y="1869"/>
                    <a:pt x="818" y="1749"/>
                    <a:pt x="818" y="1603"/>
                  </a:cubicBezTo>
                  <a:lnTo>
                    <a:pt x="818" y="267"/>
                  </a:lnTo>
                  <a:cubicBezTo>
                    <a:pt x="818" y="120"/>
                    <a:pt x="700" y="1"/>
                    <a:pt x="5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2" name="Google Shape;2333;p64">
              <a:extLst>
                <a:ext uri="{FF2B5EF4-FFF2-40B4-BE49-F238E27FC236}">
                  <a16:creationId xmlns:a16="http://schemas.microsoft.com/office/drawing/2014/main" id="{F8F45690-9125-4A1B-8B4D-2E62FAA5C28E}"/>
                </a:ext>
              </a:extLst>
            </p:cNvPr>
            <p:cNvSpPr/>
            <p:nvPr/>
          </p:nvSpPr>
          <p:spPr>
            <a:xfrm>
              <a:off x="2358874" y="1496088"/>
              <a:ext cx="27164" cy="61990"/>
            </a:xfrm>
            <a:custGeom>
              <a:avLst/>
              <a:gdLst/>
              <a:ahLst/>
              <a:cxnLst/>
              <a:rect l="l" t="t" r="r" b="b"/>
              <a:pathLst>
                <a:path w="819" h="1869" extrusionOk="0">
                  <a:moveTo>
                    <a:pt x="267" y="1"/>
                  </a:moveTo>
                  <a:cubicBezTo>
                    <a:pt x="120" y="1"/>
                    <a:pt x="1" y="120"/>
                    <a:pt x="1" y="267"/>
                  </a:cubicBezTo>
                  <a:cubicBezTo>
                    <a:pt x="1" y="414"/>
                    <a:pt x="120" y="533"/>
                    <a:pt x="267" y="533"/>
                  </a:cubicBezTo>
                  <a:lnTo>
                    <a:pt x="286" y="533"/>
                  </a:lnTo>
                  <a:lnTo>
                    <a:pt x="286" y="1603"/>
                  </a:lnTo>
                  <a:cubicBezTo>
                    <a:pt x="286" y="1749"/>
                    <a:pt x="406" y="1869"/>
                    <a:pt x="552" y="1869"/>
                  </a:cubicBezTo>
                  <a:cubicBezTo>
                    <a:pt x="699" y="1869"/>
                    <a:pt x="818" y="1749"/>
                    <a:pt x="818" y="1603"/>
                  </a:cubicBezTo>
                  <a:lnTo>
                    <a:pt x="818" y="267"/>
                  </a:lnTo>
                  <a:cubicBezTo>
                    <a:pt x="818" y="120"/>
                    <a:pt x="699" y="1"/>
                    <a:pt x="5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3" name="Google Shape;2334;p64">
              <a:extLst>
                <a:ext uri="{FF2B5EF4-FFF2-40B4-BE49-F238E27FC236}">
                  <a16:creationId xmlns:a16="http://schemas.microsoft.com/office/drawing/2014/main" id="{CB2C840F-02B3-4AF3-8E60-E4CC7BEA7D30}"/>
                </a:ext>
              </a:extLst>
            </p:cNvPr>
            <p:cNvSpPr/>
            <p:nvPr/>
          </p:nvSpPr>
          <p:spPr>
            <a:xfrm>
              <a:off x="2453036" y="1575458"/>
              <a:ext cx="51808" cy="61957"/>
            </a:xfrm>
            <a:custGeom>
              <a:avLst/>
              <a:gdLst/>
              <a:ahLst/>
              <a:cxnLst/>
              <a:rect l="l" t="t" r="r" b="b"/>
              <a:pathLst>
                <a:path w="1562" h="1868" extrusionOk="0">
                  <a:moveTo>
                    <a:pt x="781" y="532"/>
                  </a:moveTo>
                  <a:cubicBezTo>
                    <a:pt x="918" y="532"/>
                    <a:pt x="1030" y="644"/>
                    <a:pt x="1030" y="782"/>
                  </a:cubicBezTo>
                  <a:lnTo>
                    <a:pt x="1030" y="1087"/>
                  </a:lnTo>
                  <a:cubicBezTo>
                    <a:pt x="1030" y="1224"/>
                    <a:pt x="918" y="1336"/>
                    <a:pt x="781" y="1336"/>
                  </a:cubicBezTo>
                  <a:cubicBezTo>
                    <a:pt x="644" y="1336"/>
                    <a:pt x="533" y="1224"/>
                    <a:pt x="533" y="1087"/>
                  </a:cubicBezTo>
                  <a:lnTo>
                    <a:pt x="533" y="782"/>
                  </a:lnTo>
                  <a:cubicBezTo>
                    <a:pt x="533" y="644"/>
                    <a:pt x="644" y="532"/>
                    <a:pt x="781" y="532"/>
                  </a:cubicBezTo>
                  <a:close/>
                  <a:moveTo>
                    <a:pt x="781" y="0"/>
                  </a:moveTo>
                  <a:cubicBezTo>
                    <a:pt x="351" y="0"/>
                    <a:pt x="1" y="350"/>
                    <a:pt x="1" y="782"/>
                  </a:cubicBezTo>
                  <a:lnTo>
                    <a:pt x="1" y="1087"/>
                  </a:lnTo>
                  <a:cubicBezTo>
                    <a:pt x="1" y="1518"/>
                    <a:pt x="351" y="1868"/>
                    <a:pt x="781" y="1868"/>
                  </a:cubicBezTo>
                  <a:cubicBezTo>
                    <a:pt x="1211" y="1868"/>
                    <a:pt x="1562" y="1518"/>
                    <a:pt x="1562" y="1087"/>
                  </a:cubicBezTo>
                  <a:lnTo>
                    <a:pt x="1562" y="782"/>
                  </a:lnTo>
                  <a:cubicBezTo>
                    <a:pt x="1562" y="350"/>
                    <a:pt x="1211" y="0"/>
                    <a:pt x="7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4" name="Google Shape;2335;p64">
              <a:extLst>
                <a:ext uri="{FF2B5EF4-FFF2-40B4-BE49-F238E27FC236}">
                  <a16:creationId xmlns:a16="http://schemas.microsoft.com/office/drawing/2014/main" id="{DEA94CD7-2178-42E6-ABFE-9877F144C6AD}"/>
                </a:ext>
              </a:extLst>
            </p:cNvPr>
            <p:cNvSpPr/>
            <p:nvPr/>
          </p:nvSpPr>
          <p:spPr>
            <a:xfrm>
              <a:off x="2360731" y="1575458"/>
              <a:ext cx="51808" cy="61957"/>
            </a:xfrm>
            <a:custGeom>
              <a:avLst/>
              <a:gdLst/>
              <a:ahLst/>
              <a:cxnLst/>
              <a:rect l="l" t="t" r="r" b="b"/>
              <a:pathLst>
                <a:path w="1562" h="1868" extrusionOk="0">
                  <a:moveTo>
                    <a:pt x="781" y="532"/>
                  </a:moveTo>
                  <a:cubicBezTo>
                    <a:pt x="918" y="532"/>
                    <a:pt x="1029" y="644"/>
                    <a:pt x="1029" y="782"/>
                  </a:cubicBezTo>
                  <a:lnTo>
                    <a:pt x="1029" y="1087"/>
                  </a:lnTo>
                  <a:cubicBezTo>
                    <a:pt x="1029" y="1224"/>
                    <a:pt x="918" y="1336"/>
                    <a:pt x="781" y="1336"/>
                  </a:cubicBezTo>
                  <a:cubicBezTo>
                    <a:pt x="644" y="1336"/>
                    <a:pt x="532" y="1224"/>
                    <a:pt x="532" y="1087"/>
                  </a:cubicBezTo>
                  <a:lnTo>
                    <a:pt x="532" y="782"/>
                  </a:lnTo>
                  <a:cubicBezTo>
                    <a:pt x="532" y="644"/>
                    <a:pt x="644" y="532"/>
                    <a:pt x="781" y="532"/>
                  </a:cubicBezTo>
                  <a:close/>
                  <a:moveTo>
                    <a:pt x="781" y="0"/>
                  </a:moveTo>
                  <a:cubicBezTo>
                    <a:pt x="351" y="0"/>
                    <a:pt x="0" y="350"/>
                    <a:pt x="0" y="782"/>
                  </a:cubicBezTo>
                  <a:lnTo>
                    <a:pt x="0" y="1087"/>
                  </a:lnTo>
                  <a:cubicBezTo>
                    <a:pt x="0" y="1518"/>
                    <a:pt x="351" y="1868"/>
                    <a:pt x="781" y="1868"/>
                  </a:cubicBezTo>
                  <a:cubicBezTo>
                    <a:pt x="1211" y="1868"/>
                    <a:pt x="1561" y="1518"/>
                    <a:pt x="1561" y="1087"/>
                  </a:cubicBezTo>
                  <a:lnTo>
                    <a:pt x="1561" y="782"/>
                  </a:lnTo>
                  <a:cubicBezTo>
                    <a:pt x="1561" y="350"/>
                    <a:pt x="1211" y="0"/>
                    <a:pt x="7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5" name="Google Shape;2336;p64">
              <a:extLst>
                <a:ext uri="{FF2B5EF4-FFF2-40B4-BE49-F238E27FC236}">
                  <a16:creationId xmlns:a16="http://schemas.microsoft.com/office/drawing/2014/main" id="{FD79F0EC-98B5-4812-B5A5-A6DA9EE6B82B}"/>
                </a:ext>
              </a:extLst>
            </p:cNvPr>
            <p:cNvSpPr/>
            <p:nvPr/>
          </p:nvSpPr>
          <p:spPr>
            <a:xfrm>
              <a:off x="2417249" y="1575458"/>
              <a:ext cx="27164" cy="61957"/>
            </a:xfrm>
            <a:custGeom>
              <a:avLst/>
              <a:gdLst/>
              <a:ahLst/>
              <a:cxnLst/>
              <a:rect l="l" t="t" r="r" b="b"/>
              <a:pathLst>
                <a:path w="819" h="1868" extrusionOk="0">
                  <a:moveTo>
                    <a:pt x="267" y="0"/>
                  </a:moveTo>
                  <a:cubicBezTo>
                    <a:pt x="120" y="0"/>
                    <a:pt x="1" y="119"/>
                    <a:pt x="1" y="266"/>
                  </a:cubicBezTo>
                  <a:cubicBezTo>
                    <a:pt x="1" y="413"/>
                    <a:pt x="120" y="531"/>
                    <a:pt x="267" y="531"/>
                  </a:cubicBezTo>
                  <a:lnTo>
                    <a:pt x="286" y="531"/>
                  </a:lnTo>
                  <a:lnTo>
                    <a:pt x="286" y="1602"/>
                  </a:lnTo>
                  <a:cubicBezTo>
                    <a:pt x="286" y="1749"/>
                    <a:pt x="405" y="1868"/>
                    <a:pt x="552" y="1868"/>
                  </a:cubicBezTo>
                  <a:cubicBezTo>
                    <a:pt x="699" y="1868"/>
                    <a:pt x="818" y="1749"/>
                    <a:pt x="818" y="1602"/>
                  </a:cubicBezTo>
                  <a:lnTo>
                    <a:pt x="818" y="266"/>
                  </a:lnTo>
                  <a:cubicBezTo>
                    <a:pt x="818" y="119"/>
                    <a:pt x="699" y="0"/>
                    <a:pt x="5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6" name="Google Shape;2337;p64">
              <a:extLst>
                <a:ext uri="{FF2B5EF4-FFF2-40B4-BE49-F238E27FC236}">
                  <a16:creationId xmlns:a16="http://schemas.microsoft.com/office/drawing/2014/main" id="{D04F2C1A-D5D0-4E2B-A89E-B980C65914C7}"/>
                </a:ext>
              </a:extLst>
            </p:cNvPr>
            <p:cNvSpPr/>
            <p:nvPr/>
          </p:nvSpPr>
          <p:spPr>
            <a:xfrm>
              <a:off x="2290250" y="1575458"/>
              <a:ext cx="27164" cy="61957"/>
            </a:xfrm>
            <a:custGeom>
              <a:avLst/>
              <a:gdLst/>
              <a:ahLst/>
              <a:cxnLst/>
              <a:rect l="l" t="t" r="r" b="b"/>
              <a:pathLst>
                <a:path w="819" h="1868" extrusionOk="0">
                  <a:moveTo>
                    <a:pt x="266" y="0"/>
                  </a:moveTo>
                  <a:cubicBezTo>
                    <a:pt x="119" y="0"/>
                    <a:pt x="0" y="119"/>
                    <a:pt x="0" y="266"/>
                  </a:cubicBezTo>
                  <a:cubicBezTo>
                    <a:pt x="0" y="413"/>
                    <a:pt x="119" y="531"/>
                    <a:pt x="266" y="531"/>
                  </a:cubicBezTo>
                  <a:lnTo>
                    <a:pt x="287" y="531"/>
                  </a:lnTo>
                  <a:lnTo>
                    <a:pt x="287" y="1602"/>
                  </a:lnTo>
                  <a:cubicBezTo>
                    <a:pt x="287" y="1749"/>
                    <a:pt x="406" y="1868"/>
                    <a:pt x="551" y="1868"/>
                  </a:cubicBezTo>
                  <a:cubicBezTo>
                    <a:pt x="698" y="1868"/>
                    <a:pt x="817" y="1749"/>
                    <a:pt x="817" y="1602"/>
                  </a:cubicBezTo>
                  <a:lnTo>
                    <a:pt x="817" y="266"/>
                  </a:lnTo>
                  <a:cubicBezTo>
                    <a:pt x="818" y="119"/>
                    <a:pt x="699" y="0"/>
                    <a:pt x="5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7" name="Google Shape;2338;p64">
              <a:extLst>
                <a:ext uri="{FF2B5EF4-FFF2-40B4-BE49-F238E27FC236}">
                  <a16:creationId xmlns:a16="http://schemas.microsoft.com/office/drawing/2014/main" id="{F6A8F58B-62DB-4D90-A8E1-438A4F2B9272}"/>
                </a:ext>
              </a:extLst>
            </p:cNvPr>
            <p:cNvSpPr/>
            <p:nvPr/>
          </p:nvSpPr>
          <p:spPr>
            <a:xfrm>
              <a:off x="2325010" y="1575458"/>
              <a:ext cx="27131" cy="61957"/>
            </a:xfrm>
            <a:custGeom>
              <a:avLst/>
              <a:gdLst/>
              <a:ahLst/>
              <a:cxnLst/>
              <a:rect l="l" t="t" r="r" b="b"/>
              <a:pathLst>
                <a:path w="818" h="1868" extrusionOk="0">
                  <a:moveTo>
                    <a:pt x="266" y="0"/>
                  </a:moveTo>
                  <a:cubicBezTo>
                    <a:pt x="119" y="0"/>
                    <a:pt x="0" y="119"/>
                    <a:pt x="0" y="266"/>
                  </a:cubicBezTo>
                  <a:cubicBezTo>
                    <a:pt x="0" y="413"/>
                    <a:pt x="119" y="531"/>
                    <a:pt x="266" y="531"/>
                  </a:cubicBezTo>
                  <a:lnTo>
                    <a:pt x="286" y="531"/>
                  </a:lnTo>
                  <a:lnTo>
                    <a:pt x="286" y="1602"/>
                  </a:lnTo>
                  <a:cubicBezTo>
                    <a:pt x="286" y="1749"/>
                    <a:pt x="405" y="1868"/>
                    <a:pt x="552" y="1868"/>
                  </a:cubicBezTo>
                  <a:cubicBezTo>
                    <a:pt x="699" y="1868"/>
                    <a:pt x="818" y="1749"/>
                    <a:pt x="818" y="1602"/>
                  </a:cubicBezTo>
                  <a:lnTo>
                    <a:pt x="818" y="266"/>
                  </a:lnTo>
                  <a:cubicBezTo>
                    <a:pt x="818" y="119"/>
                    <a:pt x="699" y="0"/>
                    <a:pt x="5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8" name="Google Shape;2339;p64">
              <a:extLst>
                <a:ext uri="{FF2B5EF4-FFF2-40B4-BE49-F238E27FC236}">
                  <a16:creationId xmlns:a16="http://schemas.microsoft.com/office/drawing/2014/main" id="{9C353328-F7DA-4038-A7C3-C5948283A4FD}"/>
                </a:ext>
              </a:extLst>
            </p:cNvPr>
            <p:cNvSpPr/>
            <p:nvPr/>
          </p:nvSpPr>
          <p:spPr>
            <a:xfrm>
              <a:off x="1902821" y="1455690"/>
              <a:ext cx="441327" cy="553698"/>
            </a:xfrm>
            <a:custGeom>
              <a:avLst/>
              <a:gdLst/>
              <a:ahLst/>
              <a:cxnLst/>
              <a:rect l="l" t="t" r="r" b="b"/>
              <a:pathLst>
                <a:path w="13306" h="16694" extrusionOk="0">
                  <a:moveTo>
                    <a:pt x="3904" y="2715"/>
                  </a:moveTo>
                  <a:cubicBezTo>
                    <a:pt x="4031" y="2715"/>
                    <a:pt x="4136" y="2820"/>
                    <a:pt x="4136" y="2948"/>
                  </a:cubicBezTo>
                  <a:cubicBezTo>
                    <a:pt x="4136" y="3076"/>
                    <a:pt x="4031" y="3180"/>
                    <a:pt x="3904" y="3180"/>
                  </a:cubicBezTo>
                  <a:cubicBezTo>
                    <a:pt x="3776" y="3180"/>
                    <a:pt x="3672" y="3076"/>
                    <a:pt x="3672" y="2948"/>
                  </a:cubicBezTo>
                  <a:cubicBezTo>
                    <a:pt x="3672" y="2820"/>
                    <a:pt x="3776" y="2715"/>
                    <a:pt x="3904" y="2715"/>
                  </a:cubicBezTo>
                  <a:close/>
                  <a:moveTo>
                    <a:pt x="2323" y="3889"/>
                  </a:moveTo>
                  <a:cubicBezTo>
                    <a:pt x="2451" y="3889"/>
                    <a:pt x="2554" y="3993"/>
                    <a:pt x="2554" y="4122"/>
                  </a:cubicBezTo>
                  <a:cubicBezTo>
                    <a:pt x="2554" y="4250"/>
                    <a:pt x="2451" y="4355"/>
                    <a:pt x="2323" y="4355"/>
                  </a:cubicBezTo>
                  <a:cubicBezTo>
                    <a:pt x="2195" y="4355"/>
                    <a:pt x="2091" y="4251"/>
                    <a:pt x="2091" y="4122"/>
                  </a:cubicBezTo>
                  <a:cubicBezTo>
                    <a:pt x="2091" y="3994"/>
                    <a:pt x="2195" y="3889"/>
                    <a:pt x="2323" y="3889"/>
                  </a:cubicBezTo>
                  <a:close/>
                  <a:moveTo>
                    <a:pt x="4039" y="5780"/>
                  </a:moveTo>
                  <a:cubicBezTo>
                    <a:pt x="4166" y="5780"/>
                    <a:pt x="4270" y="5884"/>
                    <a:pt x="4270" y="6013"/>
                  </a:cubicBezTo>
                  <a:cubicBezTo>
                    <a:pt x="4270" y="6141"/>
                    <a:pt x="4166" y="6245"/>
                    <a:pt x="4039" y="6245"/>
                  </a:cubicBezTo>
                  <a:cubicBezTo>
                    <a:pt x="3911" y="6245"/>
                    <a:pt x="3807" y="6141"/>
                    <a:pt x="3807" y="6013"/>
                  </a:cubicBezTo>
                  <a:cubicBezTo>
                    <a:pt x="3807" y="5884"/>
                    <a:pt x="3911" y="5780"/>
                    <a:pt x="4039" y="5780"/>
                  </a:cubicBezTo>
                  <a:close/>
                  <a:moveTo>
                    <a:pt x="2826" y="11946"/>
                  </a:moveTo>
                  <a:lnTo>
                    <a:pt x="2826" y="12141"/>
                  </a:lnTo>
                  <a:cubicBezTo>
                    <a:pt x="2827" y="12444"/>
                    <a:pt x="3245" y="12660"/>
                    <a:pt x="3249" y="12662"/>
                  </a:cubicBezTo>
                  <a:cubicBezTo>
                    <a:pt x="3307" y="12691"/>
                    <a:pt x="3372" y="12705"/>
                    <a:pt x="3440" y="12705"/>
                  </a:cubicBezTo>
                  <a:cubicBezTo>
                    <a:pt x="3577" y="12705"/>
                    <a:pt x="3716" y="12647"/>
                    <a:pt x="3812" y="12549"/>
                  </a:cubicBezTo>
                  <a:lnTo>
                    <a:pt x="3946" y="12415"/>
                  </a:lnTo>
                  <a:lnTo>
                    <a:pt x="4242" y="12714"/>
                  </a:lnTo>
                  <a:lnTo>
                    <a:pt x="4106" y="12853"/>
                  </a:lnTo>
                  <a:cubicBezTo>
                    <a:pt x="3891" y="13069"/>
                    <a:pt x="4036" y="13516"/>
                    <a:pt x="4038" y="13520"/>
                  </a:cubicBezTo>
                  <a:cubicBezTo>
                    <a:pt x="4102" y="13706"/>
                    <a:pt x="4302" y="13841"/>
                    <a:pt x="4514" y="13841"/>
                  </a:cubicBezTo>
                  <a:lnTo>
                    <a:pt x="4704" y="13841"/>
                  </a:lnTo>
                  <a:lnTo>
                    <a:pt x="4704" y="14268"/>
                  </a:lnTo>
                  <a:lnTo>
                    <a:pt x="4514" y="14268"/>
                  </a:lnTo>
                  <a:cubicBezTo>
                    <a:pt x="4211" y="14268"/>
                    <a:pt x="3997" y="14690"/>
                    <a:pt x="3995" y="14694"/>
                  </a:cubicBezTo>
                  <a:cubicBezTo>
                    <a:pt x="3910" y="14868"/>
                    <a:pt x="3956" y="15106"/>
                    <a:pt x="4106" y="15256"/>
                  </a:cubicBezTo>
                  <a:lnTo>
                    <a:pt x="4242" y="15394"/>
                  </a:lnTo>
                  <a:lnTo>
                    <a:pt x="3946" y="15694"/>
                  </a:lnTo>
                  <a:lnTo>
                    <a:pt x="3812" y="15559"/>
                  </a:lnTo>
                  <a:cubicBezTo>
                    <a:pt x="3733" y="15479"/>
                    <a:pt x="3620" y="15440"/>
                    <a:pt x="3468" y="15440"/>
                  </a:cubicBezTo>
                  <a:cubicBezTo>
                    <a:pt x="3343" y="15440"/>
                    <a:pt x="3214" y="15466"/>
                    <a:pt x="3145" y="15490"/>
                  </a:cubicBezTo>
                  <a:cubicBezTo>
                    <a:pt x="2961" y="15554"/>
                    <a:pt x="2827" y="15755"/>
                    <a:pt x="2827" y="15967"/>
                  </a:cubicBezTo>
                  <a:lnTo>
                    <a:pt x="2827" y="16163"/>
                  </a:lnTo>
                  <a:lnTo>
                    <a:pt x="2410" y="16163"/>
                  </a:lnTo>
                  <a:lnTo>
                    <a:pt x="2410" y="15967"/>
                  </a:lnTo>
                  <a:cubicBezTo>
                    <a:pt x="2410" y="15664"/>
                    <a:pt x="1992" y="15449"/>
                    <a:pt x="1988" y="15447"/>
                  </a:cubicBezTo>
                  <a:cubicBezTo>
                    <a:pt x="1929" y="15418"/>
                    <a:pt x="1865" y="15403"/>
                    <a:pt x="1797" y="15403"/>
                  </a:cubicBezTo>
                  <a:cubicBezTo>
                    <a:pt x="1660" y="15403"/>
                    <a:pt x="1521" y="15462"/>
                    <a:pt x="1425" y="15559"/>
                  </a:cubicBezTo>
                  <a:lnTo>
                    <a:pt x="1290" y="15695"/>
                  </a:lnTo>
                  <a:lnTo>
                    <a:pt x="994" y="15394"/>
                  </a:lnTo>
                  <a:lnTo>
                    <a:pt x="1131" y="15256"/>
                  </a:lnTo>
                  <a:cubicBezTo>
                    <a:pt x="1345" y="15040"/>
                    <a:pt x="1200" y="14593"/>
                    <a:pt x="1199" y="14589"/>
                  </a:cubicBezTo>
                  <a:cubicBezTo>
                    <a:pt x="1135" y="14402"/>
                    <a:pt x="935" y="14268"/>
                    <a:pt x="722" y="14268"/>
                  </a:cubicBezTo>
                  <a:lnTo>
                    <a:pt x="532" y="14268"/>
                  </a:lnTo>
                  <a:lnTo>
                    <a:pt x="532" y="13841"/>
                  </a:lnTo>
                  <a:lnTo>
                    <a:pt x="722" y="13841"/>
                  </a:lnTo>
                  <a:cubicBezTo>
                    <a:pt x="1027" y="13841"/>
                    <a:pt x="1240" y="13419"/>
                    <a:pt x="1242" y="13415"/>
                  </a:cubicBezTo>
                  <a:cubicBezTo>
                    <a:pt x="1326" y="13240"/>
                    <a:pt x="1280" y="13004"/>
                    <a:pt x="1131" y="12853"/>
                  </a:cubicBezTo>
                  <a:lnTo>
                    <a:pt x="994" y="12714"/>
                  </a:lnTo>
                  <a:lnTo>
                    <a:pt x="1290" y="12415"/>
                  </a:lnTo>
                  <a:lnTo>
                    <a:pt x="1425" y="12549"/>
                  </a:lnTo>
                  <a:cubicBezTo>
                    <a:pt x="1503" y="12629"/>
                    <a:pt x="1616" y="12668"/>
                    <a:pt x="1769" y="12668"/>
                  </a:cubicBezTo>
                  <a:cubicBezTo>
                    <a:pt x="1893" y="12668"/>
                    <a:pt x="2023" y="12642"/>
                    <a:pt x="2091" y="12619"/>
                  </a:cubicBezTo>
                  <a:cubicBezTo>
                    <a:pt x="2275" y="12554"/>
                    <a:pt x="2410" y="12354"/>
                    <a:pt x="2410" y="12141"/>
                  </a:cubicBezTo>
                  <a:lnTo>
                    <a:pt x="2410" y="11946"/>
                  </a:lnTo>
                  <a:close/>
                  <a:moveTo>
                    <a:pt x="5848" y="0"/>
                  </a:moveTo>
                  <a:cubicBezTo>
                    <a:pt x="2681" y="0"/>
                    <a:pt x="104" y="2582"/>
                    <a:pt x="104" y="5756"/>
                  </a:cubicBezTo>
                  <a:cubicBezTo>
                    <a:pt x="104" y="7726"/>
                    <a:pt x="1098" y="9478"/>
                    <a:pt x="2622" y="10517"/>
                  </a:cubicBezTo>
                  <a:lnTo>
                    <a:pt x="2622" y="11414"/>
                  </a:lnTo>
                  <a:lnTo>
                    <a:pt x="2321" y="11414"/>
                  </a:lnTo>
                  <a:cubicBezTo>
                    <a:pt x="2077" y="11414"/>
                    <a:pt x="1878" y="11613"/>
                    <a:pt x="1878" y="11857"/>
                  </a:cubicBezTo>
                  <a:lnTo>
                    <a:pt x="1878" y="12125"/>
                  </a:lnTo>
                  <a:cubicBezTo>
                    <a:pt x="1848" y="12130"/>
                    <a:pt x="1807" y="12136"/>
                    <a:pt x="1769" y="12136"/>
                  </a:cubicBezTo>
                  <a:lnTo>
                    <a:pt x="1764" y="12136"/>
                  </a:lnTo>
                  <a:lnTo>
                    <a:pt x="1605" y="11975"/>
                  </a:lnTo>
                  <a:cubicBezTo>
                    <a:pt x="1521" y="11891"/>
                    <a:pt x="1410" y="11845"/>
                    <a:pt x="1291" y="11845"/>
                  </a:cubicBezTo>
                  <a:cubicBezTo>
                    <a:pt x="1172" y="11845"/>
                    <a:pt x="1061" y="11891"/>
                    <a:pt x="977" y="11975"/>
                  </a:cubicBezTo>
                  <a:lnTo>
                    <a:pt x="555" y="12401"/>
                  </a:lnTo>
                  <a:cubicBezTo>
                    <a:pt x="385" y="12574"/>
                    <a:pt x="385" y="12855"/>
                    <a:pt x="555" y="13028"/>
                  </a:cubicBezTo>
                  <a:lnTo>
                    <a:pt x="743" y="13216"/>
                  </a:lnTo>
                  <a:cubicBezTo>
                    <a:pt x="722" y="13248"/>
                    <a:pt x="691" y="13286"/>
                    <a:pt x="667" y="13309"/>
                  </a:cubicBezTo>
                  <a:lnTo>
                    <a:pt x="444" y="13309"/>
                  </a:lnTo>
                  <a:cubicBezTo>
                    <a:pt x="200" y="13309"/>
                    <a:pt x="1" y="13508"/>
                    <a:pt x="1" y="13752"/>
                  </a:cubicBezTo>
                  <a:lnTo>
                    <a:pt x="1" y="14356"/>
                  </a:lnTo>
                  <a:cubicBezTo>
                    <a:pt x="1" y="14600"/>
                    <a:pt x="200" y="14800"/>
                    <a:pt x="444" y="14800"/>
                  </a:cubicBezTo>
                  <a:lnTo>
                    <a:pt x="705" y="14800"/>
                  </a:lnTo>
                  <a:cubicBezTo>
                    <a:pt x="711" y="14838"/>
                    <a:pt x="716" y="14886"/>
                    <a:pt x="715" y="14920"/>
                  </a:cubicBezTo>
                  <a:lnTo>
                    <a:pt x="555" y="15081"/>
                  </a:lnTo>
                  <a:cubicBezTo>
                    <a:pt x="385" y="15253"/>
                    <a:pt x="385" y="15535"/>
                    <a:pt x="555" y="15707"/>
                  </a:cubicBezTo>
                  <a:lnTo>
                    <a:pt x="977" y="16133"/>
                  </a:lnTo>
                  <a:cubicBezTo>
                    <a:pt x="1060" y="16218"/>
                    <a:pt x="1172" y="16264"/>
                    <a:pt x="1291" y="16264"/>
                  </a:cubicBezTo>
                  <a:cubicBezTo>
                    <a:pt x="1410" y="16264"/>
                    <a:pt x="1521" y="16218"/>
                    <a:pt x="1605" y="16133"/>
                  </a:cubicBezTo>
                  <a:lnTo>
                    <a:pt x="1789" y="15948"/>
                  </a:lnTo>
                  <a:cubicBezTo>
                    <a:pt x="1819" y="15969"/>
                    <a:pt x="1855" y="15998"/>
                    <a:pt x="1878" y="16021"/>
                  </a:cubicBezTo>
                  <a:lnTo>
                    <a:pt x="1878" y="16251"/>
                  </a:lnTo>
                  <a:cubicBezTo>
                    <a:pt x="1878" y="16496"/>
                    <a:pt x="2077" y="16694"/>
                    <a:pt x="2321" y="16694"/>
                  </a:cubicBezTo>
                  <a:lnTo>
                    <a:pt x="2916" y="16694"/>
                  </a:lnTo>
                  <a:cubicBezTo>
                    <a:pt x="3160" y="16694"/>
                    <a:pt x="3359" y="16496"/>
                    <a:pt x="3359" y="16251"/>
                  </a:cubicBezTo>
                  <a:lnTo>
                    <a:pt x="3359" y="15983"/>
                  </a:lnTo>
                  <a:cubicBezTo>
                    <a:pt x="3389" y="15978"/>
                    <a:pt x="3430" y="15972"/>
                    <a:pt x="3468" y="15972"/>
                  </a:cubicBezTo>
                  <a:lnTo>
                    <a:pt x="3473" y="15972"/>
                  </a:lnTo>
                  <a:lnTo>
                    <a:pt x="3632" y="16133"/>
                  </a:lnTo>
                  <a:cubicBezTo>
                    <a:pt x="3716" y="16218"/>
                    <a:pt x="3828" y="16264"/>
                    <a:pt x="3946" y="16264"/>
                  </a:cubicBezTo>
                  <a:cubicBezTo>
                    <a:pt x="4065" y="16264"/>
                    <a:pt x="4176" y="16218"/>
                    <a:pt x="4260" y="16133"/>
                  </a:cubicBezTo>
                  <a:lnTo>
                    <a:pt x="4682" y="15707"/>
                  </a:lnTo>
                  <a:cubicBezTo>
                    <a:pt x="4802" y="15586"/>
                    <a:pt x="4837" y="15411"/>
                    <a:pt x="4788" y="15257"/>
                  </a:cubicBezTo>
                  <a:lnTo>
                    <a:pt x="5602" y="15257"/>
                  </a:lnTo>
                  <a:cubicBezTo>
                    <a:pt x="5749" y="15257"/>
                    <a:pt x="5868" y="15138"/>
                    <a:pt x="5868" y="14992"/>
                  </a:cubicBezTo>
                  <a:cubicBezTo>
                    <a:pt x="5868" y="14845"/>
                    <a:pt x="5749" y="14726"/>
                    <a:pt x="5602" y="14726"/>
                  </a:cubicBezTo>
                  <a:lnTo>
                    <a:pt x="5038" y="14726"/>
                  </a:lnTo>
                  <a:cubicBezTo>
                    <a:pt x="5157" y="14646"/>
                    <a:pt x="5236" y="14510"/>
                    <a:pt x="5236" y="14356"/>
                  </a:cubicBezTo>
                  <a:lnTo>
                    <a:pt x="5236" y="13752"/>
                  </a:lnTo>
                  <a:cubicBezTo>
                    <a:pt x="5236" y="13508"/>
                    <a:pt x="5037" y="13310"/>
                    <a:pt x="4793" y="13310"/>
                  </a:cubicBezTo>
                  <a:lnTo>
                    <a:pt x="4532" y="13310"/>
                  </a:lnTo>
                  <a:cubicBezTo>
                    <a:pt x="4525" y="13272"/>
                    <a:pt x="4521" y="13223"/>
                    <a:pt x="4521" y="13190"/>
                  </a:cubicBezTo>
                  <a:lnTo>
                    <a:pt x="4682" y="13028"/>
                  </a:lnTo>
                  <a:cubicBezTo>
                    <a:pt x="4852" y="12855"/>
                    <a:pt x="4852" y="12574"/>
                    <a:pt x="4682" y="12401"/>
                  </a:cubicBezTo>
                  <a:lnTo>
                    <a:pt x="4260" y="11976"/>
                  </a:lnTo>
                  <a:cubicBezTo>
                    <a:pt x="4176" y="11892"/>
                    <a:pt x="4065" y="11845"/>
                    <a:pt x="3946" y="11845"/>
                  </a:cubicBezTo>
                  <a:cubicBezTo>
                    <a:pt x="3826" y="11845"/>
                    <a:pt x="3716" y="11892"/>
                    <a:pt x="3632" y="11975"/>
                  </a:cubicBezTo>
                  <a:lnTo>
                    <a:pt x="3448" y="12162"/>
                  </a:lnTo>
                  <a:cubicBezTo>
                    <a:pt x="3417" y="12140"/>
                    <a:pt x="3381" y="12111"/>
                    <a:pt x="3359" y="12087"/>
                  </a:cubicBezTo>
                  <a:lnTo>
                    <a:pt x="3359" y="11857"/>
                  </a:lnTo>
                  <a:cubicBezTo>
                    <a:pt x="3359" y="11701"/>
                    <a:pt x="3277" y="11563"/>
                    <a:pt x="3154" y="11484"/>
                  </a:cubicBezTo>
                  <a:lnTo>
                    <a:pt x="3154" y="10840"/>
                  </a:lnTo>
                  <a:cubicBezTo>
                    <a:pt x="3793" y="11180"/>
                    <a:pt x="4504" y="11404"/>
                    <a:pt x="5261" y="11481"/>
                  </a:cubicBezTo>
                  <a:lnTo>
                    <a:pt x="5261" y="12020"/>
                  </a:lnTo>
                  <a:cubicBezTo>
                    <a:pt x="5261" y="12737"/>
                    <a:pt x="5842" y="13320"/>
                    <a:pt x="6558" y="13320"/>
                  </a:cubicBezTo>
                  <a:lnTo>
                    <a:pt x="7770" y="13320"/>
                  </a:lnTo>
                  <a:lnTo>
                    <a:pt x="7770" y="14726"/>
                  </a:lnTo>
                  <a:lnTo>
                    <a:pt x="7196" y="14726"/>
                  </a:lnTo>
                  <a:cubicBezTo>
                    <a:pt x="7050" y="14726"/>
                    <a:pt x="6930" y="14845"/>
                    <a:pt x="6930" y="14992"/>
                  </a:cubicBezTo>
                  <a:cubicBezTo>
                    <a:pt x="6930" y="15138"/>
                    <a:pt x="7049" y="15257"/>
                    <a:pt x="7196" y="15257"/>
                  </a:cubicBezTo>
                  <a:lnTo>
                    <a:pt x="7859" y="15257"/>
                  </a:lnTo>
                  <a:cubicBezTo>
                    <a:pt x="8103" y="15257"/>
                    <a:pt x="8302" y="15058"/>
                    <a:pt x="8302" y="14814"/>
                  </a:cubicBezTo>
                  <a:lnTo>
                    <a:pt x="8302" y="13320"/>
                  </a:lnTo>
                  <a:lnTo>
                    <a:pt x="10296" y="13320"/>
                  </a:lnTo>
                  <a:cubicBezTo>
                    <a:pt x="11012" y="13320"/>
                    <a:pt x="11593" y="12737"/>
                    <a:pt x="11593" y="12020"/>
                  </a:cubicBezTo>
                  <a:lnTo>
                    <a:pt x="11593" y="8956"/>
                  </a:lnTo>
                  <a:lnTo>
                    <a:pt x="12618" y="8956"/>
                  </a:lnTo>
                  <a:cubicBezTo>
                    <a:pt x="12881" y="8956"/>
                    <a:pt x="13093" y="8850"/>
                    <a:pt x="13200" y="8663"/>
                  </a:cubicBezTo>
                  <a:cubicBezTo>
                    <a:pt x="13305" y="8477"/>
                    <a:pt x="13290" y="8240"/>
                    <a:pt x="13157" y="8014"/>
                  </a:cubicBezTo>
                  <a:lnTo>
                    <a:pt x="11578" y="5344"/>
                  </a:lnTo>
                  <a:cubicBezTo>
                    <a:pt x="11478" y="3922"/>
                    <a:pt x="10858" y="2596"/>
                    <a:pt x="9827" y="1605"/>
                  </a:cubicBezTo>
                  <a:cubicBezTo>
                    <a:pt x="9775" y="1555"/>
                    <a:pt x="9709" y="1530"/>
                    <a:pt x="9643" y="1530"/>
                  </a:cubicBezTo>
                  <a:cubicBezTo>
                    <a:pt x="9573" y="1530"/>
                    <a:pt x="9503" y="1558"/>
                    <a:pt x="9451" y="1612"/>
                  </a:cubicBezTo>
                  <a:cubicBezTo>
                    <a:pt x="9349" y="1718"/>
                    <a:pt x="9352" y="1886"/>
                    <a:pt x="9458" y="1988"/>
                  </a:cubicBezTo>
                  <a:cubicBezTo>
                    <a:pt x="10408" y="2902"/>
                    <a:pt x="10974" y="4128"/>
                    <a:pt x="11052" y="5441"/>
                  </a:cubicBezTo>
                  <a:cubicBezTo>
                    <a:pt x="11055" y="5483"/>
                    <a:pt x="11067" y="5524"/>
                    <a:pt x="11089" y="5560"/>
                  </a:cubicBezTo>
                  <a:lnTo>
                    <a:pt x="12699" y="8284"/>
                  </a:lnTo>
                  <a:cubicBezTo>
                    <a:pt x="12740" y="8354"/>
                    <a:pt x="12740" y="8394"/>
                    <a:pt x="12739" y="8399"/>
                  </a:cubicBezTo>
                  <a:cubicBezTo>
                    <a:pt x="12733" y="8404"/>
                    <a:pt x="12699" y="8425"/>
                    <a:pt x="12618" y="8425"/>
                  </a:cubicBezTo>
                  <a:lnTo>
                    <a:pt x="11328" y="8425"/>
                  </a:lnTo>
                  <a:cubicBezTo>
                    <a:pt x="11181" y="8425"/>
                    <a:pt x="11062" y="8544"/>
                    <a:pt x="11062" y="8691"/>
                  </a:cubicBezTo>
                  <a:lnTo>
                    <a:pt x="11062" y="10333"/>
                  </a:lnTo>
                  <a:lnTo>
                    <a:pt x="9222" y="10333"/>
                  </a:lnTo>
                  <a:cubicBezTo>
                    <a:pt x="9075" y="10333"/>
                    <a:pt x="8956" y="10452"/>
                    <a:pt x="8956" y="10599"/>
                  </a:cubicBezTo>
                  <a:cubicBezTo>
                    <a:pt x="8956" y="10746"/>
                    <a:pt x="9075" y="10865"/>
                    <a:pt x="9222" y="10865"/>
                  </a:cubicBezTo>
                  <a:lnTo>
                    <a:pt x="11062" y="10865"/>
                  </a:lnTo>
                  <a:lnTo>
                    <a:pt x="11062" y="12020"/>
                  </a:lnTo>
                  <a:cubicBezTo>
                    <a:pt x="11062" y="12443"/>
                    <a:pt x="10718" y="12787"/>
                    <a:pt x="10296" y="12787"/>
                  </a:cubicBezTo>
                  <a:lnTo>
                    <a:pt x="6558" y="12787"/>
                  </a:lnTo>
                  <a:cubicBezTo>
                    <a:pt x="6136" y="12787"/>
                    <a:pt x="5793" y="12443"/>
                    <a:pt x="5793" y="12020"/>
                  </a:cubicBezTo>
                  <a:lnTo>
                    <a:pt x="5793" y="11236"/>
                  </a:lnTo>
                  <a:cubicBezTo>
                    <a:pt x="5793" y="11095"/>
                    <a:pt x="5683" y="10978"/>
                    <a:pt x="5542" y="10970"/>
                  </a:cubicBezTo>
                  <a:cubicBezTo>
                    <a:pt x="5420" y="10964"/>
                    <a:pt x="5299" y="10951"/>
                    <a:pt x="5179" y="10936"/>
                  </a:cubicBezTo>
                  <a:lnTo>
                    <a:pt x="5179" y="8304"/>
                  </a:lnTo>
                  <a:cubicBezTo>
                    <a:pt x="5180" y="8276"/>
                    <a:pt x="5206" y="8210"/>
                    <a:pt x="5227" y="8189"/>
                  </a:cubicBezTo>
                  <a:lnTo>
                    <a:pt x="5526" y="7890"/>
                  </a:lnTo>
                  <a:cubicBezTo>
                    <a:pt x="5645" y="7771"/>
                    <a:pt x="5728" y="7568"/>
                    <a:pt x="5728" y="7400"/>
                  </a:cubicBezTo>
                  <a:lnTo>
                    <a:pt x="5728" y="6823"/>
                  </a:lnTo>
                  <a:cubicBezTo>
                    <a:pt x="5728" y="6677"/>
                    <a:pt x="5609" y="6558"/>
                    <a:pt x="5462" y="6558"/>
                  </a:cubicBezTo>
                  <a:cubicBezTo>
                    <a:pt x="5315" y="6558"/>
                    <a:pt x="5197" y="6677"/>
                    <a:pt x="5197" y="6823"/>
                  </a:cubicBezTo>
                  <a:lnTo>
                    <a:pt x="5197" y="7399"/>
                  </a:lnTo>
                  <a:cubicBezTo>
                    <a:pt x="5196" y="7428"/>
                    <a:pt x="5169" y="7493"/>
                    <a:pt x="5149" y="7515"/>
                  </a:cubicBezTo>
                  <a:lnTo>
                    <a:pt x="4851" y="7814"/>
                  </a:lnTo>
                  <a:cubicBezTo>
                    <a:pt x="4731" y="7933"/>
                    <a:pt x="4648" y="8135"/>
                    <a:pt x="4648" y="8304"/>
                  </a:cubicBezTo>
                  <a:lnTo>
                    <a:pt x="4648" y="10840"/>
                  </a:lnTo>
                  <a:cubicBezTo>
                    <a:pt x="4532" y="10813"/>
                    <a:pt x="4417" y="10781"/>
                    <a:pt x="4305" y="10746"/>
                  </a:cubicBezTo>
                  <a:lnTo>
                    <a:pt x="4305" y="6728"/>
                  </a:lnTo>
                  <a:cubicBezTo>
                    <a:pt x="4595" y="6620"/>
                    <a:pt x="4802" y="6340"/>
                    <a:pt x="4802" y="6013"/>
                  </a:cubicBezTo>
                  <a:cubicBezTo>
                    <a:pt x="4802" y="5592"/>
                    <a:pt x="4460" y="5249"/>
                    <a:pt x="4039" y="5249"/>
                  </a:cubicBezTo>
                  <a:cubicBezTo>
                    <a:pt x="3618" y="5249"/>
                    <a:pt x="3275" y="5592"/>
                    <a:pt x="3275" y="6013"/>
                  </a:cubicBezTo>
                  <a:cubicBezTo>
                    <a:pt x="3275" y="6340"/>
                    <a:pt x="3483" y="6620"/>
                    <a:pt x="3773" y="6728"/>
                  </a:cubicBezTo>
                  <a:lnTo>
                    <a:pt x="3773" y="10549"/>
                  </a:lnTo>
                  <a:cubicBezTo>
                    <a:pt x="3641" y="10491"/>
                    <a:pt x="3512" y="10429"/>
                    <a:pt x="3387" y="10361"/>
                  </a:cubicBezTo>
                  <a:lnTo>
                    <a:pt x="3387" y="7694"/>
                  </a:lnTo>
                  <a:cubicBezTo>
                    <a:pt x="3387" y="7525"/>
                    <a:pt x="3303" y="7323"/>
                    <a:pt x="3184" y="7204"/>
                  </a:cubicBezTo>
                  <a:lnTo>
                    <a:pt x="2637" y="6656"/>
                  </a:lnTo>
                  <a:cubicBezTo>
                    <a:pt x="2616" y="6635"/>
                    <a:pt x="2589" y="6569"/>
                    <a:pt x="2588" y="6541"/>
                  </a:cubicBezTo>
                  <a:lnTo>
                    <a:pt x="2588" y="4838"/>
                  </a:lnTo>
                  <a:cubicBezTo>
                    <a:pt x="2879" y="4729"/>
                    <a:pt x="3086" y="4450"/>
                    <a:pt x="3086" y="4123"/>
                  </a:cubicBezTo>
                  <a:cubicBezTo>
                    <a:pt x="3086" y="3701"/>
                    <a:pt x="2743" y="3358"/>
                    <a:pt x="2322" y="3358"/>
                  </a:cubicBezTo>
                  <a:cubicBezTo>
                    <a:pt x="1901" y="3358"/>
                    <a:pt x="1559" y="3701"/>
                    <a:pt x="1559" y="4123"/>
                  </a:cubicBezTo>
                  <a:cubicBezTo>
                    <a:pt x="1559" y="4450"/>
                    <a:pt x="1767" y="4729"/>
                    <a:pt x="2056" y="4838"/>
                  </a:cubicBezTo>
                  <a:lnTo>
                    <a:pt x="2056" y="6541"/>
                  </a:lnTo>
                  <a:cubicBezTo>
                    <a:pt x="2056" y="6709"/>
                    <a:pt x="2141" y="6911"/>
                    <a:pt x="2260" y="7030"/>
                  </a:cubicBezTo>
                  <a:lnTo>
                    <a:pt x="2807" y="7579"/>
                  </a:lnTo>
                  <a:cubicBezTo>
                    <a:pt x="2826" y="7600"/>
                    <a:pt x="2854" y="7665"/>
                    <a:pt x="2855" y="7694"/>
                  </a:cubicBezTo>
                  <a:lnTo>
                    <a:pt x="2855" y="10032"/>
                  </a:lnTo>
                  <a:cubicBezTo>
                    <a:pt x="1509" y="9084"/>
                    <a:pt x="635" y="7516"/>
                    <a:pt x="635" y="5756"/>
                  </a:cubicBezTo>
                  <a:cubicBezTo>
                    <a:pt x="635" y="3668"/>
                    <a:pt x="1865" y="1862"/>
                    <a:pt x="3638" y="1026"/>
                  </a:cubicBezTo>
                  <a:lnTo>
                    <a:pt x="3638" y="2232"/>
                  </a:lnTo>
                  <a:cubicBezTo>
                    <a:pt x="3348" y="2340"/>
                    <a:pt x="3141" y="2619"/>
                    <a:pt x="3141" y="2948"/>
                  </a:cubicBezTo>
                  <a:cubicBezTo>
                    <a:pt x="3141" y="3369"/>
                    <a:pt x="3483" y="3712"/>
                    <a:pt x="3904" y="3712"/>
                  </a:cubicBezTo>
                  <a:cubicBezTo>
                    <a:pt x="4324" y="3712"/>
                    <a:pt x="4666" y="3369"/>
                    <a:pt x="4666" y="2948"/>
                  </a:cubicBezTo>
                  <a:cubicBezTo>
                    <a:pt x="4666" y="2619"/>
                    <a:pt x="4459" y="2340"/>
                    <a:pt x="4169" y="2232"/>
                  </a:cubicBezTo>
                  <a:lnTo>
                    <a:pt x="4169" y="810"/>
                  </a:lnTo>
                  <a:cubicBezTo>
                    <a:pt x="4696" y="631"/>
                    <a:pt x="5262" y="532"/>
                    <a:pt x="5849" y="532"/>
                  </a:cubicBezTo>
                  <a:cubicBezTo>
                    <a:pt x="6667" y="532"/>
                    <a:pt x="7450" y="717"/>
                    <a:pt x="8177" y="1081"/>
                  </a:cubicBezTo>
                  <a:cubicBezTo>
                    <a:pt x="8215" y="1100"/>
                    <a:pt x="8255" y="1109"/>
                    <a:pt x="8295" y="1109"/>
                  </a:cubicBezTo>
                  <a:cubicBezTo>
                    <a:pt x="8393" y="1109"/>
                    <a:pt x="8486" y="1056"/>
                    <a:pt x="8533" y="962"/>
                  </a:cubicBezTo>
                  <a:cubicBezTo>
                    <a:pt x="8599" y="831"/>
                    <a:pt x="8546" y="672"/>
                    <a:pt x="8415" y="605"/>
                  </a:cubicBezTo>
                  <a:cubicBezTo>
                    <a:pt x="7614" y="205"/>
                    <a:pt x="6751" y="0"/>
                    <a:pt x="58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9" name="Google Shape;2340;p64">
              <a:extLst>
                <a:ext uri="{FF2B5EF4-FFF2-40B4-BE49-F238E27FC236}">
                  <a16:creationId xmlns:a16="http://schemas.microsoft.com/office/drawing/2014/main" id="{13F3A4A6-49FB-4A87-886A-89E1BD7FDE85}"/>
                </a:ext>
              </a:extLst>
            </p:cNvPr>
            <p:cNvSpPr/>
            <p:nvPr/>
          </p:nvSpPr>
          <p:spPr>
            <a:xfrm>
              <a:off x="2201295" y="1609919"/>
              <a:ext cx="17678" cy="51973"/>
            </a:xfrm>
            <a:custGeom>
              <a:avLst/>
              <a:gdLst/>
              <a:ahLst/>
              <a:cxnLst/>
              <a:rect l="l" t="t" r="r" b="b"/>
              <a:pathLst>
                <a:path w="533" h="1567" extrusionOk="0">
                  <a:moveTo>
                    <a:pt x="266" y="0"/>
                  </a:moveTo>
                  <a:cubicBezTo>
                    <a:pt x="119" y="0"/>
                    <a:pt x="0" y="119"/>
                    <a:pt x="0" y="266"/>
                  </a:cubicBezTo>
                  <a:lnTo>
                    <a:pt x="0" y="1300"/>
                  </a:lnTo>
                  <a:cubicBezTo>
                    <a:pt x="0" y="1447"/>
                    <a:pt x="119" y="1566"/>
                    <a:pt x="266" y="1566"/>
                  </a:cubicBezTo>
                  <a:cubicBezTo>
                    <a:pt x="413" y="1566"/>
                    <a:pt x="532" y="1447"/>
                    <a:pt x="532" y="1300"/>
                  </a:cubicBezTo>
                  <a:lnTo>
                    <a:pt x="532" y="266"/>
                  </a:lnTo>
                  <a:cubicBezTo>
                    <a:pt x="532" y="119"/>
                    <a:pt x="413" y="0"/>
                    <a:pt x="2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0" name="Google Shape;2341;p64">
              <a:extLst>
                <a:ext uri="{FF2B5EF4-FFF2-40B4-BE49-F238E27FC236}">
                  <a16:creationId xmlns:a16="http://schemas.microsoft.com/office/drawing/2014/main" id="{BB0872DE-9ACC-43DB-9E72-3096D1590CDF}"/>
                </a:ext>
              </a:extLst>
            </p:cNvPr>
            <p:cNvSpPr/>
            <p:nvPr/>
          </p:nvSpPr>
          <p:spPr>
            <a:xfrm>
              <a:off x="1943285" y="1875093"/>
              <a:ext cx="92769" cy="93466"/>
            </a:xfrm>
            <a:custGeom>
              <a:avLst/>
              <a:gdLst/>
              <a:ahLst/>
              <a:cxnLst/>
              <a:rect l="l" t="t" r="r" b="b"/>
              <a:pathLst>
                <a:path w="2797" h="2818" extrusionOk="0">
                  <a:moveTo>
                    <a:pt x="1398" y="532"/>
                  </a:moveTo>
                  <a:cubicBezTo>
                    <a:pt x="1875" y="532"/>
                    <a:pt x="2265" y="926"/>
                    <a:pt x="2265" y="1409"/>
                  </a:cubicBezTo>
                  <a:cubicBezTo>
                    <a:pt x="2265" y="1893"/>
                    <a:pt x="1876" y="2286"/>
                    <a:pt x="1398" y="2286"/>
                  </a:cubicBezTo>
                  <a:cubicBezTo>
                    <a:pt x="921" y="2286"/>
                    <a:pt x="532" y="1893"/>
                    <a:pt x="532" y="1409"/>
                  </a:cubicBezTo>
                  <a:cubicBezTo>
                    <a:pt x="532" y="926"/>
                    <a:pt x="921" y="532"/>
                    <a:pt x="1398" y="532"/>
                  </a:cubicBezTo>
                  <a:close/>
                  <a:moveTo>
                    <a:pt x="1398" y="1"/>
                  </a:moveTo>
                  <a:cubicBezTo>
                    <a:pt x="628" y="1"/>
                    <a:pt x="1" y="633"/>
                    <a:pt x="1" y="1409"/>
                  </a:cubicBezTo>
                  <a:cubicBezTo>
                    <a:pt x="1" y="2186"/>
                    <a:pt x="628" y="2818"/>
                    <a:pt x="1398" y="2818"/>
                  </a:cubicBezTo>
                  <a:cubicBezTo>
                    <a:pt x="2169" y="2818"/>
                    <a:pt x="2796" y="2186"/>
                    <a:pt x="2796" y="1409"/>
                  </a:cubicBezTo>
                  <a:cubicBezTo>
                    <a:pt x="2796" y="633"/>
                    <a:pt x="2169" y="1"/>
                    <a:pt x="13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1" name="Google Shape;2342;p64">
              <a:extLst>
                <a:ext uri="{FF2B5EF4-FFF2-40B4-BE49-F238E27FC236}">
                  <a16:creationId xmlns:a16="http://schemas.microsoft.com/office/drawing/2014/main" id="{2957C8A5-4CB3-4BE2-943C-11FDE53923E7}"/>
                </a:ext>
              </a:extLst>
            </p:cNvPr>
            <p:cNvSpPr/>
            <p:nvPr/>
          </p:nvSpPr>
          <p:spPr>
            <a:xfrm>
              <a:off x="1964944" y="1896984"/>
              <a:ext cx="49420" cy="49718"/>
            </a:xfrm>
            <a:custGeom>
              <a:avLst/>
              <a:gdLst/>
              <a:ahLst/>
              <a:cxnLst/>
              <a:rect l="l" t="t" r="r" b="b"/>
              <a:pathLst>
                <a:path w="1490" h="1499" extrusionOk="0">
                  <a:moveTo>
                    <a:pt x="745" y="533"/>
                  </a:moveTo>
                  <a:cubicBezTo>
                    <a:pt x="863" y="533"/>
                    <a:pt x="959" y="630"/>
                    <a:pt x="959" y="749"/>
                  </a:cubicBezTo>
                  <a:cubicBezTo>
                    <a:pt x="959" y="869"/>
                    <a:pt x="863" y="967"/>
                    <a:pt x="745" y="967"/>
                  </a:cubicBezTo>
                  <a:cubicBezTo>
                    <a:pt x="628" y="967"/>
                    <a:pt x="532" y="869"/>
                    <a:pt x="532" y="749"/>
                  </a:cubicBezTo>
                  <a:cubicBezTo>
                    <a:pt x="532" y="630"/>
                    <a:pt x="628" y="533"/>
                    <a:pt x="745" y="533"/>
                  </a:cubicBezTo>
                  <a:close/>
                  <a:moveTo>
                    <a:pt x="745" y="1"/>
                  </a:moveTo>
                  <a:cubicBezTo>
                    <a:pt x="335" y="1"/>
                    <a:pt x="1" y="336"/>
                    <a:pt x="1" y="749"/>
                  </a:cubicBezTo>
                  <a:cubicBezTo>
                    <a:pt x="1" y="1162"/>
                    <a:pt x="335" y="1499"/>
                    <a:pt x="745" y="1499"/>
                  </a:cubicBezTo>
                  <a:cubicBezTo>
                    <a:pt x="1156" y="1499"/>
                    <a:pt x="1489" y="1162"/>
                    <a:pt x="1489" y="749"/>
                  </a:cubicBezTo>
                  <a:cubicBezTo>
                    <a:pt x="1489" y="336"/>
                    <a:pt x="1156" y="1"/>
                    <a:pt x="7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2" name="Google Shape;2343;p64">
              <a:extLst>
                <a:ext uri="{FF2B5EF4-FFF2-40B4-BE49-F238E27FC236}">
                  <a16:creationId xmlns:a16="http://schemas.microsoft.com/office/drawing/2014/main" id="{A3D01CEC-F48A-4AE1-901A-6A31476A6A6B}"/>
                </a:ext>
              </a:extLst>
            </p:cNvPr>
            <p:cNvSpPr/>
            <p:nvPr/>
          </p:nvSpPr>
          <p:spPr>
            <a:xfrm>
              <a:off x="2058675" y="1563053"/>
              <a:ext cx="50647" cy="78441"/>
            </a:xfrm>
            <a:custGeom>
              <a:avLst/>
              <a:gdLst/>
              <a:ahLst/>
              <a:cxnLst/>
              <a:rect l="l" t="t" r="r" b="b"/>
              <a:pathLst>
                <a:path w="1527" h="2365" extrusionOk="0">
                  <a:moveTo>
                    <a:pt x="763" y="532"/>
                  </a:moveTo>
                  <a:cubicBezTo>
                    <a:pt x="891" y="532"/>
                    <a:pt x="995" y="636"/>
                    <a:pt x="995" y="764"/>
                  </a:cubicBezTo>
                  <a:cubicBezTo>
                    <a:pt x="995" y="893"/>
                    <a:pt x="890" y="997"/>
                    <a:pt x="763" y="997"/>
                  </a:cubicBezTo>
                  <a:cubicBezTo>
                    <a:pt x="636" y="997"/>
                    <a:pt x="532" y="893"/>
                    <a:pt x="532" y="764"/>
                  </a:cubicBezTo>
                  <a:cubicBezTo>
                    <a:pt x="532" y="637"/>
                    <a:pt x="636" y="532"/>
                    <a:pt x="763" y="532"/>
                  </a:cubicBezTo>
                  <a:close/>
                  <a:moveTo>
                    <a:pt x="763" y="1"/>
                  </a:moveTo>
                  <a:cubicBezTo>
                    <a:pt x="342" y="1"/>
                    <a:pt x="0" y="343"/>
                    <a:pt x="0" y="765"/>
                  </a:cubicBezTo>
                  <a:cubicBezTo>
                    <a:pt x="0" y="1093"/>
                    <a:pt x="208" y="1372"/>
                    <a:pt x="497" y="1480"/>
                  </a:cubicBezTo>
                  <a:lnTo>
                    <a:pt x="497" y="2098"/>
                  </a:lnTo>
                  <a:cubicBezTo>
                    <a:pt x="497" y="2245"/>
                    <a:pt x="616" y="2364"/>
                    <a:pt x="763" y="2364"/>
                  </a:cubicBezTo>
                  <a:cubicBezTo>
                    <a:pt x="910" y="2364"/>
                    <a:pt x="1029" y="2245"/>
                    <a:pt x="1029" y="2098"/>
                  </a:cubicBezTo>
                  <a:lnTo>
                    <a:pt x="1029" y="1480"/>
                  </a:lnTo>
                  <a:cubicBezTo>
                    <a:pt x="1320" y="1372"/>
                    <a:pt x="1527" y="1093"/>
                    <a:pt x="1527" y="765"/>
                  </a:cubicBezTo>
                  <a:cubicBezTo>
                    <a:pt x="1527" y="343"/>
                    <a:pt x="1184" y="1"/>
                    <a:pt x="7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pic>
        <p:nvPicPr>
          <p:cNvPr id="19" name="Picture 18">
            <a:extLst>
              <a:ext uri="{FF2B5EF4-FFF2-40B4-BE49-F238E27FC236}">
                <a16:creationId xmlns:a16="http://schemas.microsoft.com/office/drawing/2014/main" id="{45C67D94-6595-488C-8FA0-85FE13346B2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/>
          <a:stretch/>
        </p:blipFill>
        <p:spPr>
          <a:xfrm>
            <a:off x="102759" y="3207616"/>
            <a:ext cx="3625757" cy="18288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grpSp>
        <p:nvGrpSpPr>
          <p:cNvPr id="191" name="Google Shape;2941;p64">
            <a:extLst>
              <a:ext uri="{FF2B5EF4-FFF2-40B4-BE49-F238E27FC236}">
                <a16:creationId xmlns:a16="http://schemas.microsoft.com/office/drawing/2014/main" id="{34683152-3864-4912-968B-8645A8645627}"/>
              </a:ext>
            </a:extLst>
          </p:cNvPr>
          <p:cNvGrpSpPr/>
          <p:nvPr/>
        </p:nvGrpSpPr>
        <p:grpSpPr>
          <a:xfrm>
            <a:off x="8095724" y="4090339"/>
            <a:ext cx="536674" cy="510358"/>
            <a:chOff x="7476387" y="4016321"/>
            <a:chExt cx="601990" cy="572471"/>
          </a:xfrm>
        </p:grpSpPr>
        <p:sp>
          <p:nvSpPr>
            <p:cNvPr id="192" name="Google Shape;2942;p64">
              <a:extLst>
                <a:ext uri="{FF2B5EF4-FFF2-40B4-BE49-F238E27FC236}">
                  <a16:creationId xmlns:a16="http://schemas.microsoft.com/office/drawing/2014/main" id="{7F97BCE9-378D-447A-B403-6A9E9393ED9D}"/>
                </a:ext>
              </a:extLst>
            </p:cNvPr>
            <p:cNvSpPr/>
            <p:nvPr/>
          </p:nvSpPr>
          <p:spPr>
            <a:xfrm>
              <a:off x="7476387" y="4041959"/>
              <a:ext cx="601990" cy="546833"/>
            </a:xfrm>
            <a:custGeom>
              <a:avLst/>
              <a:gdLst/>
              <a:ahLst/>
              <a:cxnLst/>
              <a:rect l="l" t="t" r="r" b="b"/>
              <a:pathLst>
                <a:path w="18150" h="16487" extrusionOk="0">
                  <a:moveTo>
                    <a:pt x="3686" y="531"/>
                  </a:moveTo>
                  <a:cubicBezTo>
                    <a:pt x="3996" y="531"/>
                    <a:pt x="4247" y="784"/>
                    <a:pt x="4247" y="1093"/>
                  </a:cubicBezTo>
                  <a:cubicBezTo>
                    <a:pt x="4247" y="1403"/>
                    <a:pt x="3996" y="1654"/>
                    <a:pt x="3686" y="1654"/>
                  </a:cubicBezTo>
                  <a:cubicBezTo>
                    <a:pt x="3377" y="1654"/>
                    <a:pt x="3124" y="1403"/>
                    <a:pt x="3124" y="1093"/>
                  </a:cubicBezTo>
                  <a:cubicBezTo>
                    <a:pt x="3124" y="784"/>
                    <a:pt x="3376" y="531"/>
                    <a:pt x="3686" y="531"/>
                  </a:cubicBezTo>
                  <a:close/>
                  <a:moveTo>
                    <a:pt x="14464" y="531"/>
                  </a:moveTo>
                  <a:cubicBezTo>
                    <a:pt x="14774" y="531"/>
                    <a:pt x="15026" y="784"/>
                    <a:pt x="15026" y="1093"/>
                  </a:cubicBezTo>
                  <a:cubicBezTo>
                    <a:pt x="15026" y="1403"/>
                    <a:pt x="14774" y="1654"/>
                    <a:pt x="14464" y="1654"/>
                  </a:cubicBezTo>
                  <a:cubicBezTo>
                    <a:pt x="14155" y="1654"/>
                    <a:pt x="13904" y="1403"/>
                    <a:pt x="13904" y="1093"/>
                  </a:cubicBezTo>
                  <a:cubicBezTo>
                    <a:pt x="13904" y="784"/>
                    <a:pt x="14155" y="531"/>
                    <a:pt x="14464" y="531"/>
                  </a:cubicBezTo>
                  <a:close/>
                  <a:moveTo>
                    <a:pt x="1602" y="6161"/>
                  </a:moveTo>
                  <a:lnTo>
                    <a:pt x="1602" y="10054"/>
                  </a:lnTo>
                  <a:lnTo>
                    <a:pt x="621" y="10054"/>
                  </a:lnTo>
                  <a:cubicBezTo>
                    <a:pt x="573" y="10054"/>
                    <a:pt x="532" y="10014"/>
                    <a:pt x="532" y="9966"/>
                  </a:cubicBezTo>
                  <a:lnTo>
                    <a:pt x="532" y="6249"/>
                  </a:lnTo>
                  <a:cubicBezTo>
                    <a:pt x="532" y="6202"/>
                    <a:pt x="573" y="6161"/>
                    <a:pt x="621" y="6161"/>
                  </a:cubicBezTo>
                  <a:close/>
                  <a:moveTo>
                    <a:pt x="1897" y="15125"/>
                  </a:moveTo>
                  <a:lnTo>
                    <a:pt x="1897" y="15955"/>
                  </a:lnTo>
                  <a:lnTo>
                    <a:pt x="532" y="15955"/>
                  </a:lnTo>
                  <a:lnTo>
                    <a:pt x="532" y="15125"/>
                  </a:lnTo>
                  <a:close/>
                  <a:moveTo>
                    <a:pt x="11422" y="12862"/>
                  </a:moveTo>
                  <a:lnTo>
                    <a:pt x="11422" y="13637"/>
                  </a:lnTo>
                  <a:lnTo>
                    <a:pt x="9217" y="13637"/>
                  </a:lnTo>
                  <a:cubicBezTo>
                    <a:pt x="9070" y="13637"/>
                    <a:pt x="8951" y="13756"/>
                    <a:pt x="8951" y="13903"/>
                  </a:cubicBezTo>
                  <a:cubicBezTo>
                    <a:pt x="8951" y="14050"/>
                    <a:pt x="9070" y="14169"/>
                    <a:pt x="9217" y="14169"/>
                  </a:cubicBezTo>
                  <a:lnTo>
                    <a:pt x="15722" y="14169"/>
                  </a:lnTo>
                  <a:lnTo>
                    <a:pt x="15722" y="15955"/>
                  </a:lnTo>
                  <a:lnTo>
                    <a:pt x="2429" y="15955"/>
                  </a:lnTo>
                  <a:lnTo>
                    <a:pt x="2429" y="14169"/>
                  </a:lnTo>
                  <a:lnTo>
                    <a:pt x="7444" y="14169"/>
                  </a:lnTo>
                  <a:cubicBezTo>
                    <a:pt x="7591" y="14169"/>
                    <a:pt x="7710" y="14049"/>
                    <a:pt x="7710" y="13903"/>
                  </a:cubicBezTo>
                  <a:cubicBezTo>
                    <a:pt x="7710" y="13756"/>
                    <a:pt x="7591" y="13637"/>
                    <a:pt x="7444" y="13637"/>
                  </a:cubicBezTo>
                  <a:lnTo>
                    <a:pt x="6728" y="13637"/>
                  </a:lnTo>
                  <a:lnTo>
                    <a:pt x="6728" y="12862"/>
                  </a:lnTo>
                  <a:close/>
                  <a:moveTo>
                    <a:pt x="17618" y="15125"/>
                  </a:moveTo>
                  <a:lnTo>
                    <a:pt x="17618" y="15955"/>
                  </a:lnTo>
                  <a:lnTo>
                    <a:pt x="16253" y="15955"/>
                  </a:lnTo>
                  <a:lnTo>
                    <a:pt x="16253" y="15125"/>
                  </a:lnTo>
                  <a:close/>
                  <a:moveTo>
                    <a:pt x="3686" y="0"/>
                  </a:moveTo>
                  <a:cubicBezTo>
                    <a:pt x="3083" y="0"/>
                    <a:pt x="2592" y="490"/>
                    <a:pt x="2592" y="1093"/>
                  </a:cubicBezTo>
                  <a:cubicBezTo>
                    <a:pt x="2592" y="1604"/>
                    <a:pt x="2945" y="2034"/>
                    <a:pt x="3420" y="2153"/>
                  </a:cubicBezTo>
                  <a:lnTo>
                    <a:pt x="3420" y="3354"/>
                  </a:lnTo>
                  <a:lnTo>
                    <a:pt x="2399" y="3354"/>
                  </a:lnTo>
                  <a:cubicBezTo>
                    <a:pt x="1960" y="3354"/>
                    <a:pt x="1602" y="3711"/>
                    <a:pt x="1602" y="4151"/>
                  </a:cubicBezTo>
                  <a:lnTo>
                    <a:pt x="1602" y="5630"/>
                  </a:lnTo>
                  <a:lnTo>
                    <a:pt x="621" y="5630"/>
                  </a:lnTo>
                  <a:cubicBezTo>
                    <a:pt x="279" y="5630"/>
                    <a:pt x="1" y="5908"/>
                    <a:pt x="1" y="6250"/>
                  </a:cubicBezTo>
                  <a:lnTo>
                    <a:pt x="1" y="9966"/>
                  </a:lnTo>
                  <a:cubicBezTo>
                    <a:pt x="1" y="10309"/>
                    <a:pt x="279" y="10587"/>
                    <a:pt x="621" y="10587"/>
                  </a:cubicBezTo>
                  <a:lnTo>
                    <a:pt x="1602" y="10587"/>
                  </a:lnTo>
                  <a:lnTo>
                    <a:pt x="1602" y="12065"/>
                  </a:lnTo>
                  <a:cubicBezTo>
                    <a:pt x="1602" y="12505"/>
                    <a:pt x="1960" y="12862"/>
                    <a:pt x="2399" y="12862"/>
                  </a:cubicBezTo>
                  <a:lnTo>
                    <a:pt x="6196" y="12862"/>
                  </a:lnTo>
                  <a:lnTo>
                    <a:pt x="6196" y="13637"/>
                  </a:lnTo>
                  <a:lnTo>
                    <a:pt x="2340" y="13637"/>
                  </a:lnTo>
                  <a:cubicBezTo>
                    <a:pt x="2095" y="13637"/>
                    <a:pt x="1897" y="13836"/>
                    <a:pt x="1897" y="14080"/>
                  </a:cubicBezTo>
                  <a:lnTo>
                    <a:pt x="1897" y="14594"/>
                  </a:lnTo>
                  <a:lnTo>
                    <a:pt x="443" y="14594"/>
                  </a:lnTo>
                  <a:cubicBezTo>
                    <a:pt x="199" y="14594"/>
                    <a:pt x="1" y="14792"/>
                    <a:pt x="1" y="15037"/>
                  </a:cubicBezTo>
                  <a:lnTo>
                    <a:pt x="1" y="16222"/>
                  </a:lnTo>
                  <a:cubicBezTo>
                    <a:pt x="1" y="16367"/>
                    <a:pt x="120" y="16487"/>
                    <a:pt x="266" y="16487"/>
                  </a:cubicBezTo>
                  <a:lnTo>
                    <a:pt x="17883" y="16487"/>
                  </a:lnTo>
                  <a:cubicBezTo>
                    <a:pt x="18030" y="16487"/>
                    <a:pt x="18149" y="16367"/>
                    <a:pt x="18149" y="16222"/>
                  </a:cubicBezTo>
                  <a:lnTo>
                    <a:pt x="18149" y="15037"/>
                  </a:lnTo>
                  <a:cubicBezTo>
                    <a:pt x="18149" y="14792"/>
                    <a:pt x="17951" y="14594"/>
                    <a:pt x="17707" y="14594"/>
                  </a:cubicBezTo>
                  <a:lnTo>
                    <a:pt x="16253" y="14594"/>
                  </a:lnTo>
                  <a:lnTo>
                    <a:pt x="16253" y="14080"/>
                  </a:lnTo>
                  <a:cubicBezTo>
                    <a:pt x="16253" y="13836"/>
                    <a:pt x="16054" y="13637"/>
                    <a:pt x="15809" y="13637"/>
                  </a:cubicBezTo>
                  <a:lnTo>
                    <a:pt x="11954" y="13637"/>
                  </a:lnTo>
                  <a:lnTo>
                    <a:pt x="11954" y="12862"/>
                  </a:lnTo>
                  <a:lnTo>
                    <a:pt x="15751" y="12862"/>
                  </a:lnTo>
                  <a:cubicBezTo>
                    <a:pt x="16190" y="12862"/>
                    <a:pt x="16548" y="12505"/>
                    <a:pt x="16548" y="12064"/>
                  </a:cubicBezTo>
                  <a:lnTo>
                    <a:pt x="16548" y="10586"/>
                  </a:lnTo>
                  <a:lnTo>
                    <a:pt x="17529" y="10586"/>
                  </a:lnTo>
                  <a:cubicBezTo>
                    <a:pt x="17871" y="10586"/>
                    <a:pt x="18149" y="10308"/>
                    <a:pt x="18149" y="9966"/>
                  </a:cubicBezTo>
                  <a:lnTo>
                    <a:pt x="18149" y="6250"/>
                  </a:lnTo>
                  <a:cubicBezTo>
                    <a:pt x="18149" y="5907"/>
                    <a:pt x="17871" y="5629"/>
                    <a:pt x="17529" y="5629"/>
                  </a:cubicBezTo>
                  <a:lnTo>
                    <a:pt x="16548" y="5629"/>
                  </a:lnTo>
                  <a:lnTo>
                    <a:pt x="16548" y="4151"/>
                  </a:lnTo>
                  <a:cubicBezTo>
                    <a:pt x="16548" y="3711"/>
                    <a:pt x="16190" y="3354"/>
                    <a:pt x="15751" y="3354"/>
                  </a:cubicBezTo>
                  <a:lnTo>
                    <a:pt x="14730" y="3354"/>
                  </a:lnTo>
                  <a:lnTo>
                    <a:pt x="14730" y="2153"/>
                  </a:lnTo>
                  <a:cubicBezTo>
                    <a:pt x="15206" y="2034"/>
                    <a:pt x="15558" y="1604"/>
                    <a:pt x="15558" y="1093"/>
                  </a:cubicBezTo>
                  <a:cubicBezTo>
                    <a:pt x="15558" y="490"/>
                    <a:pt x="15067" y="0"/>
                    <a:pt x="14464" y="0"/>
                  </a:cubicBezTo>
                  <a:cubicBezTo>
                    <a:pt x="13862" y="0"/>
                    <a:pt x="13372" y="490"/>
                    <a:pt x="13372" y="1093"/>
                  </a:cubicBezTo>
                  <a:cubicBezTo>
                    <a:pt x="13372" y="1604"/>
                    <a:pt x="13724" y="2034"/>
                    <a:pt x="14198" y="2153"/>
                  </a:cubicBezTo>
                  <a:lnTo>
                    <a:pt x="14198" y="3354"/>
                  </a:lnTo>
                  <a:lnTo>
                    <a:pt x="12904" y="3354"/>
                  </a:lnTo>
                  <a:cubicBezTo>
                    <a:pt x="12757" y="3354"/>
                    <a:pt x="12638" y="3473"/>
                    <a:pt x="12638" y="3619"/>
                  </a:cubicBezTo>
                  <a:cubicBezTo>
                    <a:pt x="12638" y="3766"/>
                    <a:pt x="12757" y="3884"/>
                    <a:pt x="12904" y="3884"/>
                  </a:cubicBezTo>
                  <a:lnTo>
                    <a:pt x="15751" y="3884"/>
                  </a:lnTo>
                  <a:cubicBezTo>
                    <a:pt x="15898" y="3884"/>
                    <a:pt x="16017" y="4004"/>
                    <a:pt x="16017" y="4150"/>
                  </a:cubicBezTo>
                  <a:lnTo>
                    <a:pt x="16017" y="7139"/>
                  </a:lnTo>
                  <a:cubicBezTo>
                    <a:pt x="16017" y="7286"/>
                    <a:pt x="16136" y="7405"/>
                    <a:pt x="16282" y="7405"/>
                  </a:cubicBezTo>
                  <a:cubicBezTo>
                    <a:pt x="16430" y="7405"/>
                    <a:pt x="16548" y="7286"/>
                    <a:pt x="16548" y="7139"/>
                  </a:cubicBezTo>
                  <a:lnTo>
                    <a:pt x="16548" y="6161"/>
                  </a:lnTo>
                  <a:lnTo>
                    <a:pt x="17529" y="6161"/>
                  </a:lnTo>
                  <a:cubicBezTo>
                    <a:pt x="17577" y="6161"/>
                    <a:pt x="17617" y="6202"/>
                    <a:pt x="17617" y="6249"/>
                  </a:cubicBezTo>
                  <a:lnTo>
                    <a:pt x="17617" y="9966"/>
                  </a:lnTo>
                  <a:cubicBezTo>
                    <a:pt x="17617" y="10014"/>
                    <a:pt x="17577" y="10055"/>
                    <a:pt x="17529" y="10055"/>
                  </a:cubicBezTo>
                  <a:lnTo>
                    <a:pt x="16548" y="10055"/>
                  </a:lnTo>
                  <a:lnTo>
                    <a:pt x="16548" y="8699"/>
                  </a:lnTo>
                  <a:cubicBezTo>
                    <a:pt x="16548" y="8552"/>
                    <a:pt x="16430" y="8433"/>
                    <a:pt x="16282" y="8433"/>
                  </a:cubicBezTo>
                  <a:cubicBezTo>
                    <a:pt x="16136" y="8433"/>
                    <a:pt x="16017" y="8552"/>
                    <a:pt x="16017" y="8699"/>
                  </a:cubicBezTo>
                  <a:lnTo>
                    <a:pt x="16017" y="12064"/>
                  </a:lnTo>
                  <a:cubicBezTo>
                    <a:pt x="16017" y="12211"/>
                    <a:pt x="15897" y="12330"/>
                    <a:pt x="15751" y="12330"/>
                  </a:cubicBezTo>
                  <a:lnTo>
                    <a:pt x="2400" y="12330"/>
                  </a:lnTo>
                  <a:cubicBezTo>
                    <a:pt x="2253" y="12330"/>
                    <a:pt x="2134" y="12211"/>
                    <a:pt x="2134" y="12064"/>
                  </a:cubicBezTo>
                  <a:lnTo>
                    <a:pt x="2134" y="4150"/>
                  </a:lnTo>
                  <a:cubicBezTo>
                    <a:pt x="2134" y="4004"/>
                    <a:pt x="2253" y="3885"/>
                    <a:pt x="2400" y="3885"/>
                  </a:cubicBezTo>
                  <a:lnTo>
                    <a:pt x="11166" y="3885"/>
                  </a:lnTo>
                  <a:cubicBezTo>
                    <a:pt x="11313" y="3885"/>
                    <a:pt x="11432" y="3766"/>
                    <a:pt x="11432" y="3619"/>
                  </a:cubicBezTo>
                  <a:cubicBezTo>
                    <a:pt x="11432" y="3472"/>
                    <a:pt x="11313" y="3354"/>
                    <a:pt x="11166" y="3354"/>
                  </a:cubicBezTo>
                  <a:lnTo>
                    <a:pt x="3952" y="3354"/>
                  </a:lnTo>
                  <a:lnTo>
                    <a:pt x="3952" y="2153"/>
                  </a:lnTo>
                  <a:cubicBezTo>
                    <a:pt x="4426" y="2034"/>
                    <a:pt x="4779" y="1604"/>
                    <a:pt x="4779" y="1093"/>
                  </a:cubicBezTo>
                  <a:cubicBezTo>
                    <a:pt x="4779" y="490"/>
                    <a:pt x="4288" y="0"/>
                    <a:pt x="36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3" name="Google Shape;2943;p64">
              <a:extLst>
                <a:ext uri="{FF2B5EF4-FFF2-40B4-BE49-F238E27FC236}">
                  <a16:creationId xmlns:a16="http://schemas.microsoft.com/office/drawing/2014/main" id="{8DFBF92A-E3DF-4D1C-8ADC-A595E178833D}"/>
                </a:ext>
              </a:extLst>
            </p:cNvPr>
            <p:cNvSpPr/>
            <p:nvPr/>
          </p:nvSpPr>
          <p:spPr>
            <a:xfrm>
              <a:off x="7571445" y="4195093"/>
              <a:ext cx="411874" cy="231575"/>
            </a:xfrm>
            <a:custGeom>
              <a:avLst/>
              <a:gdLst/>
              <a:ahLst/>
              <a:cxnLst/>
              <a:rect l="l" t="t" r="r" b="b"/>
              <a:pathLst>
                <a:path w="12418" h="6982" extrusionOk="0">
                  <a:moveTo>
                    <a:pt x="7700" y="532"/>
                  </a:moveTo>
                  <a:lnTo>
                    <a:pt x="7524" y="880"/>
                  </a:lnTo>
                  <a:lnTo>
                    <a:pt x="4894" y="880"/>
                  </a:lnTo>
                  <a:lnTo>
                    <a:pt x="4718" y="532"/>
                  </a:lnTo>
                  <a:close/>
                  <a:moveTo>
                    <a:pt x="11886" y="532"/>
                  </a:moveTo>
                  <a:lnTo>
                    <a:pt x="11886" y="6449"/>
                  </a:lnTo>
                  <a:lnTo>
                    <a:pt x="532" y="6449"/>
                  </a:lnTo>
                  <a:lnTo>
                    <a:pt x="532" y="532"/>
                  </a:lnTo>
                  <a:lnTo>
                    <a:pt x="4124" y="532"/>
                  </a:lnTo>
                  <a:lnTo>
                    <a:pt x="4444" y="1170"/>
                  </a:lnTo>
                  <a:cubicBezTo>
                    <a:pt x="4516" y="1313"/>
                    <a:pt x="4677" y="1411"/>
                    <a:pt x="4836" y="1411"/>
                  </a:cubicBezTo>
                  <a:lnTo>
                    <a:pt x="7583" y="1411"/>
                  </a:lnTo>
                  <a:cubicBezTo>
                    <a:pt x="7742" y="1411"/>
                    <a:pt x="7903" y="1313"/>
                    <a:pt x="7974" y="1170"/>
                  </a:cubicBezTo>
                  <a:lnTo>
                    <a:pt x="8295" y="532"/>
                  </a:lnTo>
                  <a:close/>
                  <a:moveTo>
                    <a:pt x="444" y="0"/>
                  </a:moveTo>
                  <a:cubicBezTo>
                    <a:pt x="199" y="0"/>
                    <a:pt x="0" y="200"/>
                    <a:pt x="0" y="444"/>
                  </a:cubicBezTo>
                  <a:lnTo>
                    <a:pt x="0" y="6538"/>
                  </a:lnTo>
                  <a:cubicBezTo>
                    <a:pt x="0" y="6782"/>
                    <a:pt x="199" y="6981"/>
                    <a:pt x="444" y="6981"/>
                  </a:cubicBezTo>
                  <a:lnTo>
                    <a:pt x="11975" y="6981"/>
                  </a:lnTo>
                  <a:cubicBezTo>
                    <a:pt x="12219" y="6981"/>
                    <a:pt x="12418" y="6782"/>
                    <a:pt x="12418" y="6538"/>
                  </a:cubicBezTo>
                  <a:lnTo>
                    <a:pt x="12418" y="444"/>
                  </a:lnTo>
                  <a:cubicBezTo>
                    <a:pt x="12418" y="200"/>
                    <a:pt x="12219" y="0"/>
                    <a:pt x="119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4" name="Google Shape;2944;p64">
              <a:extLst>
                <a:ext uri="{FF2B5EF4-FFF2-40B4-BE49-F238E27FC236}">
                  <a16:creationId xmlns:a16="http://schemas.microsoft.com/office/drawing/2014/main" id="{142A7676-5F9D-4341-8E2F-8ED5AE6B0284}"/>
                </a:ext>
              </a:extLst>
            </p:cNvPr>
            <p:cNvSpPr/>
            <p:nvPr/>
          </p:nvSpPr>
          <p:spPr>
            <a:xfrm>
              <a:off x="7634331" y="4249621"/>
              <a:ext cx="54063" cy="79171"/>
            </a:xfrm>
            <a:custGeom>
              <a:avLst/>
              <a:gdLst/>
              <a:ahLst/>
              <a:cxnLst/>
              <a:rect l="l" t="t" r="r" b="b"/>
              <a:pathLst>
                <a:path w="1630" h="2387" extrusionOk="0">
                  <a:moveTo>
                    <a:pt x="1097" y="532"/>
                  </a:moveTo>
                  <a:lnTo>
                    <a:pt x="1097" y="1855"/>
                  </a:lnTo>
                  <a:lnTo>
                    <a:pt x="532" y="1855"/>
                  </a:lnTo>
                  <a:lnTo>
                    <a:pt x="532" y="532"/>
                  </a:lnTo>
                  <a:close/>
                  <a:moveTo>
                    <a:pt x="373" y="0"/>
                  </a:moveTo>
                  <a:cubicBezTo>
                    <a:pt x="168" y="0"/>
                    <a:pt x="1" y="168"/>
                    <a:pt x="1" y="372"/>
                  </a:cubicBezTo>
                  <a:lnTo>
                    <a:pt x="1" y="2014"/>
                  </a:lnTo>
                  <a:cubicBezTo>
                    <a:pt x="1" y="2219"/>
                    <a:pt x="168" y="2386"/>
                    <a:pt x="373" y="2386"/>
                  </a:cubicBezTo>
                  <a:lnTo>
                    <a:pt x="1256" y="2386"/>
                  </a:lnTo>
                  <a:cubicBezTo>
                    <a:pt x="1462" y="2386"/>
                    <a:pt x="1629" y="2219"/>
                    <a:pt x="1629" y="2014"/>
                  </a:cubicBezTo>
                  <a:lnTo>
                    <a:pt x="1629" y="372"/>
                  </a:lnTo>
                  <a:cubicBezTo>
                    <a:pt x="1629" y="168"/>
                    <a:pt x="1462" y="0"/>
                    <a:pt x="12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5" name="Google Shape;2945;p64">
              <a:extLst>
                <a:ext uri="{FF2B5EF4-FFF2-40B4-BE49-F238E27FC236}">
                  <a16:creationId xmlns:a16="http://schemas.microsoft.com/office/drawing/2014/main" id="{A5666227-E1CE-44C0-9CDF-19B2CAC712D1}"/>
                </a:ext>
              </a:extLst>
            </p:cNvPr>
            <p:cNvSpPr/>
            <p:nvPr/>
          </p:nvSpPr>
          <p:spPr>
            <a:xfrm>
              <a:off x="7866404" y="4249621"/>
              <a:ext cx="54030" cy="79171"/>
            </a:xfrm>
            <a:custGeom>
              <a:avLst/>
              <a:gdLst/>
              <a:ahLst/>
              <a:cxnLst/>
              <a:rect l="l" t="t" r="r" b="b"/>
              <a:pathLst>
                <a:path w="1629" h="2387" extrusionOk="0">
                  <a:moveTo>
                    <a:pt x="1096" y="532"/>
                  </a:moveTo>
                  <a:lnTo>
                    <a:pt x="1096" y="1855"/>
                  </a:lnTo>
                  <a:lnTo>
                    <a:pt x="532" y="1855"/>
                  </a:lnTo>
                  <a:lnTo>
                    <a:pt x="532" y="532"/>
                  </a:lnTo>
                  <a:close/>
                  <a:moveTo>
                    <a:pt x="373" y="0"/>
                  </a:moveTo>
                  <a:cubicBezTo>
                    <a:pt x="167" y="0"/>
                    <a:pt x="1" y="168"/>
                    <a:pt x="1" y="372"/>
                  </a:cubicBezTo>
                  <a:lnTo>
                    <a:pt x="1" y="2014"/>
                  </a:lnTo>
                  <a:cubicBezTo>
                    <a:pt x="1" y="2219"/>
                    <a:pt x="167" y="2386"/>
                    <a:pt x="373" y="2386"/>
                  </a:cubicBezTo>
                  <a:lnTo>
                    <a:pt x="1256" y="2386"/>
                  </a:lnTo>
                  <a:cubicBezTo>
                    <a:pt x="1461" y="2386"/>
                    <a:pt x="1628" y="2219"/>
                    <a:pt x="1628" y="2014"/>
                  </a:cubicBezTo>
                  <a:lnTo>
                    <a:pt x="1628" y="372"/>
                  </a:lnTo>
                  <a:cubicBezTo>
                    <a:pt x="1628" y="168"/>
                    <a:pt x="1461" y="0"/>
                    <a:pt x="12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6" name="Google Shape;2946;p64">
              <a:extLst>
                <a:ext uri="{FF2B5EF4-FFF2-40B4-BE49-F238E27FC236}">
                  <a16:creationId xmlns:a16="http://schemas.microsoft.com/office/drawing/2014/main" id="{D50DA566-A703-4D5B-9246-E786CDFC3D92}"/>
                </a:ext>
              </a:extLst>
            </p:cNvPr>
            <p:cNvSpPr/>
            <p:nvPr/>
          </p:nvSpPr>
          <p:spPr>
            <a:xfrm>
              <a:off x="7705641" y="4327365"/>
              <a:ext cx="143483" cy="49486"/>
            </a:xfrm>
            <a:custGeom>
              <a:avLst/>
              <a:gdLst/>
              <a:ahLst/>
              <a:cxnLst/>
              <a:rect l="l" t="t" r="r" b="b"/>
              <a:pathLst>
                <a:path w="4326" h="1492" extrusionOk="0">
                  <a:moveTo>
                    <a:pt x="3794" y="532"/>
                  </a:moveTo>
                  <a:lnTo>
                    <a:pt x="3794" y="959"/>
                  </a:lnTo>
                  <a:lnTo>
                    <a:pt x="532" y="959"/>
                  </a:lnTo>
                  <a:lnTo>
                    <a:pt x="532" y="532"/>
                  </a:lnTo>
                  <a:close/>
                  <a:moveTo>
                    <a:pt x="372" y="0"/>
                  </a:moveTo>
                  <a:cubicBezTo>
                    <a:pt x="168" y="0"/>
                    <a:pt x="1" y="168"/>
                    <a:pt x="1" y="373"/>
                  </a:cubicBezTo>
                  <a:lnTo>
                    <a:pt x="1" y="1119"/>
                  </a:lnTo>
                  <a:cubicBezTo>
                    <a:pt x="1" y="1324"/>
                    <a:pt x="168" y="1491"/>
                    <a:pt x="372" y="1491"/>
                  </a:cubicBezTo>
                  <a:lnTo>
                    <a:pt x="3954" y="1491"/>
                  </a:lnTo>
                  <a:cubicBezTo>
                    <a:pt x="4159" y="1491"/>
                    <a:pt x="4325" y="1324"/>
                    <a:pt x="4325" y="1119"/>
                  </a:cubicBezTo>
                  <a:lnTo>
                    <a:pt x="4325" y="373"/>
                  </a:lnTo>
                  <a:cubicBezTo>
                    <a:pt x="4325" y="168"/>
                    <a:pt x="4159" y="0"/>
                    <a:pt x="39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7" name="Google Shape;2947;p64">
              <a:extLst>
                <a:ext uri="{FF2B5EF4-FFF2-40B4-BE49-F238E27FC236}">
                  <a16:creationId xmlns:a16="http://schemas.microsoft.com/office/drawing/2014/main" id="{788DB662-5E90-4A85-8595-5D48C0910969}"/>
                </a:ext>
              </a:extLst>
            </p:cNvPr>
            <p:cNvSpPr/>
            <p:nvPr/>
          </p:nvSpPr>
          <p:spPr>
            <a:xfrm>
              <a:off x="7659704" y="4016321"/>
              <a:ext cx="235390" cy="97048"/>
            </a:xfrm>
            <a:custGeom>
              <a:avLst/>
              <a:gdLst/>
              <a:ahLst/>
              <a:cxnLst/>
              <a:rect l="l" t="t" r="r" b="b"/>
              <a:pathLst>
                <a:path w="7097" h="2926" extrusionOk="0">
                  <a:moveTo>
                    <a:pt x="4059" y="0"/>
                  </a:moveTo>
                  <a:cubicBezTo>
                    <a:pt x="4009" y="0"/>
                    <a:pt x="3970" y="12"/>
                    <a:pt x="3950" y="20"/>
                  </a:cubicBezTo>
                  <a:cubicBezTo>
                    <a:pt x="3902" y="38"/>
                    <a:pt x="3744" y="116"/>
                    <a:pt x="3744" y="354"/>
                  </a:cubicBezTo>
                  <a:lnTo>
                    <a:pt x="3744" y="2062"/>
                  </a:lnTo>
                  <a:lnTo>
                    <a:pt x="2633" y="845"/>
                  </a:lnTo>
                  <a:cubicBezTo>
                    <a:pt x="2539" y="742"/>
                    <a:pt x="2442" y="716"/>
                    <a:pt x="2368" y="716"/>
                  </a:cubicBezTo>
                  <a:cubicBezTo>
                    <a:pt x="2316" y="716"/>
                    <a:pt x="2276" y="729"/>
                    <a:pt x="2256" y="736"/>
                  </a:cubicBezTo>
                  <a:cubicBezTo>
                    <a:pt x="2208" y="755"/>
                    <a:pt x="2052" y="834"/>
                    <a:pt x="2052" y="1071"/>
                  </a:cubicBezTo>
                  <a:lnTo>
                    <a:pt x="2052" y="1763"/>
                  </a:lnTo>
                  <a:lnTo>
                    <a:pt x="266" y="1763"/>
                  </a:lnTo>
                  <a:cubicBezTo>
                    <a:pt x="120" y="1763"/>
                    <a:pt x="1" y="1882"/>
                    <a:pt x="1" y="2029"/>
                  </a:cubicBezTo>
                  <a:cubicBezTo>
                    <a:pt x="1" y="2176"/>
                    <a:pt x="120" y="2295"/>
                    <a:pt x="266" y="2295"/>
                  </a:cubicBezTo>
                  <a:lnTo>
                    <a:pt x="2140" y="2295"/>
                  </a:lnTo>
                  <a:cubicBezTo>
                    <a:pt x="2385" y="2295"/>
                    <a:pt x="2584" y="2096"/>
                    <a:pt x="2584" y="1851"/>
                  </a:cubicBezTo>
                  <a:lnTo>
                    <a:pt x="2584" y="1579"/>
                  </a:lnTo>
                  <a:lnTo>
                    <a:pt x="3694" y="2796"/>
                  </a:lnTo>
                  <a:cubicBezTo>
                    <a:pt x="3788" y="2900"/>
                    <a:pt x="3886" y="2925"/>
                    <a:pt x="3960" y="2925"/>
                  </a:cubicBezTo>
                  <a:cubicBezTo>
                    <a:pt x="4011" y="2925"/>
                    <a:pt x="4051" y="2913"/>
                    <a:pt x="4071" y="2905"/>
                  </a:cubicBezTo>
                  <a:cubicBezTo>
                    <a:pt x="4119" y="2886"/>
                    <a:pt x="4276" y="2807"/>
                    <a:pt x="4276" y="2571"/>
                  </a:cubicBezTo>
                  <a:lnTo>
                    <a:pt x="4276" y="878"/>
                  </a:lnTo>
                  <a:lnTo>
                    <a:pt x="5001" y="1696"/>
                  </a:lnTo>
                  <a:cubicBezTo>
                    <a:pt x="5117" y="1827"/>
                    <a:pt x="5320" y="1918"/>
                    <a:pt x="5495" y="1918"/>
                  </a:cubicBezTo>
                  <a:lnTo>
                    <a:pt x="6830" y="1918"/>
                  </a:lnTo>
                  <a:cubicBezTo>
                    <a:pt x="6977" y="1918"/>
                    <a:pt x="7095" y="1799"/>
                    <a:pt x="7095" y="1652"/>
                  </a:cubicBezTo>
                  <a:cubicBezTo>
                    <a:pt x="7096" y="1506"/>
                    <a:pt x="6977" y="1387"/>
                    <a:pt x="6830" y="1387"/>
                  </a:cubicBezTo>
                  <a:lnTo>
                    <a:pt x="5496" y="1387"/>
                  </a:lnTo>
                  <a:cubicBezTo>
                    <a:pt x="5471" y="1386"/>
                    <a:pt x="5416" y="1360"/>
                    <a:pt x="5399" y="1344"/>
                  </a:cubicBezTo>
                  <a:lnTo>
                    <a:pt x="4326" y="134"/>
                  </a:lnTo>
                  <a:cubicBezTo>
                    <a:pt x="4232" y="27"/>
                    <a:pt x="4133" y="0"/>
                    <a:pt x="40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8" name="Google Shape;2948;p64">
              <a:extLst>
                <a:ext uri="{FF2B5EF4-FFF2-40B4-BE49-F238E27FC236}">
                  <a16:creationId xmlns:a16="http://schemas.microsoft.com/office/drawing/2014/main" id="{D7C653C4-986E-4592-9FB5-B62956034E5C}"/>
                </a:ext>
              </a:extLst>
            </p:cNvPr>
            <p:cNvSpPr/>
            <p:nvPr/>
          </p:nvSpPr>
          <p:spPr>
            <a:xfrm>
              <a:off x="7861130" y="4533402"/>
              <a:ext cx="17678" cy="17645"/>
            </a:xfrm>
            <a:custGeom>
              <a:avLst/>
              <a:gdLst/>
              <a:ahLst/>
              <a:cxnLst/>
              <a:rect l="l" t="t" r="r" b="b"/>
              <a:pathLst>
                <a:path w="533" h="532" extrusionOk="0">
                  <a:moveTo>
                    <a:pt x="267" y="0"/>
                  </a:moveTo>
                  <a:cubicBezTo>
                    <a:pt x="197" y="0"/>
                    <a:pt x="128" y="29"/>
                    <a:pt x="79" y="78"/>
                  </a:cubicBezTo>
                  <a:cubicBezTo>
                    <a:pt x="29" y="127"/>
                    <a:pt x="1" y="196"/>
                    <a:pt x="1" y="266"/>
                  </a:cubicBezTo>
                  <a:cubicBezTo>
                    <a:pt x="1" y="336"/>
                    <a:pt x="29" y="405"/>
                    <a:pt x="79" y="454"/>
                  </a:cubicBezTo>
                  <a:cubicBezTo>
                    <a:pt x="128" y="503"/>
                    <a:pt x="197" y="532"/>
                    <a:pt x="267" y="532"/>
                  </a:cubicBezTo>
                  <a:cubicBezTo>
                    <a:pt x="336" y="532"/>
                    <a:pt x="405" y="503"/>
                    <a:pt x="455" y="454"/>
                  </a:cubicBezTo>
                  <a:cubicBezTo>
                    <a:pt x="504" y="405"/>
                    <a:pt x="533" y="336"/>
                    <a:pt x="533" y="266"/>
                  </a:cubicBezTo>
                  <a:cubicBezTo>
                    <a:pt x="533" y="196"/>
                    <a:pt x="504" y="127"/>
                    <a:pt x="455" y="78"/>
                  </a:cubicBezTo>
                  <a:cubicBezTo>
                    <a:pt x="405" y="29"/>
                    <a:pt x="336" y="0"/>
                    <a:pt x="2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9" name="Google Shape;2949;p64">
              <a:extLst>
                <a:ext uri="{FF2B5EF4-FFF2-40B4-BE49-F238E27FC236}">
                  <a16:creationId xmlns:a16="http://schemas.microsoft.com/office/drawing/2014/main" id="{CCE5C281-66ED-416D-A962-37523F0D530E}"/>
                </a:ext>
              </a:extLst>
            </p:cNvPr>
            <p:cNvSpPr/>
            <p:nvPr/>
          </p:nvSpPr>
          <p:spPr>
            <a:xfrm>
              <a:off x="7906271" y="4533402"/>
              <a:ext cx="17678" cy="17645"/>
            </a:xfrm>
            <a:custGeom>
              <a:avLst/>
              <a:gdLst/>
              <a:ahLst/>
              <a:cxnLst/>
              <a:rect l="l" t="t" r="r" b="b"/>
              <a:pathLst>
                <a:path w="533" h="532" extrusionOk="0">
                  <a:moveTo>
                    <a:pt x="266" y="0"/>
                  </a:moveTo>
                  <a:cubicBezTo>
                    <a:pt x="195" y="0"/>
                    <a:pt x="127" y="29"/>
                    <a:pt x="77" y="78"/>
                  </a:cubicBezTo>
                  <a:cubicBezTo>
                    <a:pt x="29" y="127"/>
                    <a:pt x="0" y="196"/>
                    <a:pt x="0" y="266"/>
                  </a:cubicBezTo>
                  <a:cubicBezTo>
                    <a:pt x="0" y="336"/>
                    <a:pt x="28" y="405"/>
                    <a:pt x="77" y="454"/>
                  </a:cubicBezTo>
                  <a:cubicBezTo>
                    <a:pt x="127" y="503"/>
                    <a:pt x="195" y="532"/>
                    <a:pt x="266" y="532"/>
                  </a:cubicBezTo>
                  <a:cubicBezTo>
                    <a:pt x="336" y="532"/>
                    <a:pt x="405" y="503"/>
                    <a:pt x="454" y="454"/>
                  </a:cubicBezTo>
                  <a:cubicBezTo>
                    <a:pt x="503" y="405"/>
                    <a:pt x="532" y="336"/>
                    <a:pt x="532" y="266"/>
                  </a:cubicBezTo>
                  <a:cubicBezTo>
                    <a:pt x="532" y="196"/>
                    <a:pt x="503" y="127"/>
                    <a:pt x="454" y="78"/>
                  </a:cubicBezTo>
                  <a:cubicBezTo>
                    <a:pt x="404" y="29"/>
                    <a:pt x="336" y="0"/>
                    <a:pt x="2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0" name="Google Shape;2950;p64">
              <a:extLst>
                <a:ext uri="{FF2B5EF4-FFF2-40B4-BE49-F238E27FC236}">
                  <a16:creationId xmlns:a16="http://schemas.microsoft.com/office/drawing/2014/main" id="{AF18390A-EED9-49E3-B9DC-9A729C30400E}"/>
                </a:ext>
              </a:extLst>
            </p:cNvPr>
            <p:cNvSpPr/>
            <p:nvPr/>
          </p:nvSpPr>
          <p:spPr>
            <a:xfrm>
              <a:off x="7951346" y="4533402"/>
              <a:ext cx="17678" cy="17645"/>
            </a:xfrm>
            <a:custGeom>
              <a:avLst/>
              <a:gdLst/>
              <a:ahLst/>
              <a:cxnLst/>
              <a:rect l="l" t="t" r="r" b="b"/>
              <a:pathLst>
                <a:path w="533" h="532" extrusionOk="0">
                  <a:moveTo>
                    <a:pt x="267" y="0"/>
                  </a:moveTo>
                  <a:cubicBezTo>
                    <a:pt x="197" y="0"/>
                    <a:pt x="128" y="29"/>
                    <a:pt x="79" y="78"/>
                  </a:cubicBezTo>
                  <a:cubicBezTo>
                    <a:pt x="29" y="127"/>
                    <a:pt x="1" y="196"/>
                    <a:pt x="1" y="266"/>
                  </a:cubicBezTo>
                  <a:cubicBezTo>
                    <a:pt x="1" y="336"/>
                    <a:pt x="29" y="405"/>
                    <a:pt x="79" y="454"/>
                  </a:cubicBezTo>
                  <a:cubicBezTo>
                    <a:pt x="128" y="503"/>
                    <a:pt x="197" y="532"/>
                    <a:pt x="267" y="532"/>
                  </a:cubicBezTo>
                  <a:cubicBezTo>
                    <a:pt x="336" y="532"/>
                    <a:pt x="405" y="503"/>
                    <a:pt x="454" y="454"/>
                  </a:cubicBezTo>
                  <a:cubicBezTo>
                    <a:pt x="504" y="405"/>
                    <a:pt x="532" y="336"/>
                    <a:pt x="532" y="266"/>
                  </a:cubicBezTo>
                  <a:cubicBezTo>
                    <a:pt x="532" y="196"/>
                    <a:pt x="504" y="127"/>
                    <a:pt x="454" y="78"/>
                  </a:cubicBezTo>
                  <a:cubicBezTo>
                    <a:pt x="405" y="29"/>
                    <a:pt x="336" y="0"/>
                    <a:pt x="2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1" name="Google Shape;2951;p64">
              <a:extLst>
                <a:ext uri="{FF2B5EF4-FFF2-40B4-BE49-F238E27FC236}">
                  <a16:creationId xmlns:a16="http://schemas.microsoft.com/office/drawing/2014/main" id="{28F58844-481A-4E21-80AF-096E48954779}"/>
                </a:ext>
              </a:extLst>
            </p:cNvPr>
            <p:cNvSpPr/>
            <p:nvPr/>
          </p:nvSpPr>
          <p:spPr>
            <a:xfrm>
              <a:off x="7585773" y="4533402"/>
              <a:ext cx="90348" cy="17645"/>
            </a:xfrm>
            <a:custGeom>
              <a:avLst/>
              <a:gdLst/>
              <a:ahLst/>
              <a:cxnLst/>
              <a:rect l="l" t="t" r="r" b="b"/>
              <a:pathLst>
                <a:path w="2724" h="532" extrusionOk="0">
                  <a:moveTo>
                    <a:pt x="265" y="0"/>
                  </a:moveTo>
                  <a:cubicBezTo>
                    <a:pt x="119" y="0"/>
                    <a:pt x="1" y="119"/>
                    <a:pt x="1" y="266"/>
                  </a:cubicBezTo>
                  <a:cubicBezTo>
                    <a:pt x="1" y="413"/>
                    <a:pt x="120" y="532"/>
                    <a:pt x="265" y="532"/>
                  </a:cubicBezTo>
                  <a:lnTo>
                    <a:pt x="2457" y="532"/>
                  </a:lnTo>
                  <a:cubicBezTo>
                    <a:pt x="2604" y="532"/>
                    <a:pt x="2723" y="413"/>
                    <a:pt x="2723" y="266"/>
                  </a:cubicBezTo>
                  <a:cubicBezTo>
                    <a:pt x="2723" y="119"/>
                    <a:pt x="2604" y="0"/>
                    <a:pt x="24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89" name="Google Shape;1321;p39">
            <a:extLst>
              <a:ext uri="{FF2B5EF4-FFF2-40B4-BE49-F238E27FC236}">
                <a16:creationId xmlns:a16="http://schemas.microsoft.com/office/drawing/2014/main" id="{EE96502B-0B11-4295-AE1E-0F3E7E321F46}"/>
              </a:ext>
            </a:extLst>
          </p:cNvPr>
          <p:cNvSpPr/>
          <p:nvPr/>
        </p:nvSpPr>
        <p:spPr>
          <a:xfrm rot="5400000">
            <a:off x="1579319" y="5380649"/>
            <a:ext cx="956100" cy="8286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002E8A">
              <a:alpha val="33000"/>
            </a:srgbClr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1322;p39">
            <a:extLst>
              <a:ext uri="{FF2B5EF4-FFF2-40B4-BE49-F238E27FC236}">
                <a16:creationId xmlns:a16="http://schemas.microsoft.com/office/drawing/2014/main" id="{59779F66-5D10-40B6-B6F0-740D29CA4BCA}"/>
              </a:ext>
            </a:extLst>
          </p:cNvPr>
          <p:cNvSpPr/>
          <p:nvPr/>
        </p:nvSpPr>
        <p:spPr>
          <a:xfrm rot="5400000">
            <a:off x="4176728" y="5380649"/>
            <a:ext cx="956100" cy="8286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002E8A">
              <a:alpha val="33000"/>
            </a:srgbClr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96233F3A-C6D1-4554-93AD-93CEDD92C2B0}"/>
              </a:ext>
            </a:extLst>
          </p:cNvPr>
          <p:cNvSpPr txBox="1"/>
          <p:nvPr/>
        </p:nvSpPr>
        <p:spPr>
          <a:xfrm>
            <a:off x="1029899" y="6426135"/>
            <a:ext cx="209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a-IR" sz="1800" dirty="0">
                <a:solidFill>
                  <a:schemeClr val="tx1"/>
                </a:solidFill>
                <a:cs typeface="Yekan" pitchFamily="2" charset="-78"/>
              </a:rPr>
              <a:t>هوش مصنوعی</a:t>
            </a:r>
            <a:endParaRPr lang="en-US" sz="1800" dirty="0">
              <a:solidFill>
                <a:schemeClr val="tx1"/>
              </a:solidFill>
              <a:cs typeface="Yekan" pitchFamily="2" charset="-78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EA344BE2-0FBB-4106-8974-16210FFD0337}"/>
              </a:ext>
            </a:extLst>
          </p:cNvPr>
          <p:cNvSpPr txBox="1"/>
          <p:nvPr/>
        </p:nvSpPr>
        <p:spPr>
          <a:xfrm>
            <a:off x="3622667" y="6442575"/>
            <a:ext cx="209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a-IR" sz="1800" dirty="0">
                <a:solidFill>
                  <a:schemeClr val="tx1"/>
                </a:solidFill>
                <a:cs typeface="Yekan" pitchFamily="2" charset="-78"/>
              </a:rPr>
              <a:t>ضمیمه کردن خدمات</a:t>
            </a:r>
            <a:endParaRPr lang="en-US" sz="1800" dirty="0">
              <a:solidFill>
                <a:schemeClr val="tx1"/>
              </a:solidFill>
              <a:cs typeface="Yekan" pitchFamily="2" charset="-78"/>
            </a:endParaRPr>
          </a:p>
        </p:txBody>
      </p:sp>
      <p:grpSp>
        <p:nvGrpSpPr>
          <p:cNvPr id="93" name="Google Shape;13244;p81">
            <a:extLst>
              <a:ext uri="{FF2B5EF4-FFF2-40B4-BE49-F238E27FC236}">
                <a16:creationId xmlns:a16="http://schemas.microsoft.com/office/drawing/2014/main" id="{34581E0D-C0EC-47A9-868E-750596F8CA67}"/>
              </a:ext>
            </a:extLst>
          </p:cNvPr>
          <p:cNvGrpSpPr/>
          <p:nvPr/>
        </p:nvGrpSpPr>
        <p:grpSpPr>
          <a:xfrm>
            <a:off x="4487387" y="5604665"/>
            <a:ext cx="365760" cy="365760"/>
            <a:chOff x="5343544" y="1509358"/>
            <a:chExt cx="244676" cy="351095"/>
          </a:xfrm>
        </p:grpSpPr>
        <p:sp>
          <p:nvSpPr>
            <p:cNvPr id="94" name="Google Shape;13245;p81">
              <a:extLst>
                <a:ext uri="{FF2B5EF4-FFF2-40B4-BE49-F238E27FC236}">
                  <a16:creationId xmlns:a16="http://schemas.microsoft.com/office/drawing/2014/main" id="{B368A743-0FE7-4F03-B587-5D8E6F3F25FD}"/>
                </a:ext>
              </a:extLst>
            </p:cNvPr>
            <p:cNvSpPr/>
            <p:nvPr/>
          </p:nvSpPr>
          <p:spPr>
            <a:xfrm>
              <a:off x="5430658" y="1574494"/>
              <a:ext cx="25031" cy="10655"/>
            </a:xfrm>
            <a:custGeom>
              <a:avLst/>
              <a:gdLst/>
              <a:ahLst/>
              <a:cxnLst/>
              <a:rect l="l" t="t" r="r" b="b"/>
              <a:pathLst>
                <a:path w="787" h="335" extrusionOk="0">
                  <a:moveTo>
                    <a:pt x="167" y="1"/>
                  </a:moveTo>
                  <a:cubicBezTo>
                    <a:pt x="72" y="1"/>
                    <a:pt x="0" y="72"/>
                    <a:pt x="0" y="168"/>
                  </a:cubicBezTo>
                  <a:cubicBezTo>
                    <a:pt x="0" y="263"/>
                    <a:pt x="72" y="334"/>
                    <a:pt x="167" y="334"/>
                  </a:cubicBezTo>
                  <a:lnTo>
                    <a:pt x="619" y="334"/>
                  </a:lnTo>
                  <a:cubicBezTo>
                    <a:pt x="715" y="334"/>
                    <a:pt x="786" y="263"/>
                    <a:pt x="786" y="168"/>
                  </a:cubicBezTo>
                  <a:cubicBezTo>
                    <a:pt x="786" y="72"/>
                    <a:pt x="715" y="1"/>
                    <a:pt x="619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5" name="Google Shape;13246;p81">
              <a:extLst>
                <a:ext uri="{FF2B5EF4-FFF2-40B4-BE49-F238E27FC236}">
                  <a16:creationId xmlns:a16="http://schemas.microsoft.com/office/drawing/2014/main" id="{7204C9D0-A56A-4F3F-A565-19D036221903}"/>
                </a:ext>
              </a:extLst>
            </p:cNvPr>
            <p:cNvSpPr/>
            <p:nvPr/>
          </p:nvSpPr>
          <p:spPr>
            <a:xfrm>
              <a:off x="5447706" y="1613137"/>
              <a:ext cx="39025" cy="38643"/>
            </a:xfrm>
            <a:custGeom>
              <a:avLst/>
              <a:gdLst/>
              <a:ahLst/>
              <a:cxnLst/>
              <a:rect l="l" t="t" r="r" b="b"/>
              <a:pathLst>
                <a:path w="1227" h="1215" extrusionOk="0">
                  <a:moveTo>
                    <a:pt x="607" y="322"/>
                  </a:moveTo>
                  <a:cubicBezTo>
                    <a:pt x="774" y="322"/>
                    <a:pt x="893" y="453"/>
                    <a:pt x="893" y="608"/>
                  </a:cubicBezTo>
                  <a:cubicBezTo>
                    <a:pt x="893" y="750"/>
                    <a:pt x="774" y="893"/>
                    <a:pt x="607" y="893"/>
                  </a:cubicBezTo>
                  <a:cubicBezTo>
                    <a:pt x="453" y="893"/>
                    <a:pt x="322" y="750"/>
                    <a:pt x="322" y="608"/>
                  </a:cubicBezTo>
                  <a:cubicBezTo>
                    <a:pt x="322" y="453"/>
                    <a:pt x="464" y="322"/>
                    <a:pt x="607" y="322"/>
                  </a:cubicBezTo>
                  <a:close/>
                  <a:moveTo>
                    <a:pt x="607" y="0"/>
                  </a:moveTo>
                  <a:cubicBezTo>
                    <a:pt x="274" y="0"/>
                    <a:pt x="0" y="262"/>
                    <a:pt x="0" y="608"/>
                  </a:cubicBezTo>
                  <a:cubicBezTo>
                    <a:pt x="0" y="953"/>
                    <a:pt x="274" y="1215"/>
                    <a:pt x="607" y="1215"/>
                  </a:cubicBezTo>
                  <a:cubicBezTo>
                    <a:pt x="953" y="1215"/>
                    <a:pt x="1215" y="953"/>
                    <a:pt x="1215" y="608"/>
                  </a:cubicBezTo>
                  <a:cubicBezTo>
                    <a:pt x="1226" y="262"/>
                    <a:pt x="953" y="0"/>
                    <a:pt x="607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6" name="Google Shape;13247;p81">
              <a:extLst>
                <a:ext uri="{FF2B5EF4-FFF2-40B4-BE49-F238E27FC236}">
                  <a16:creationId xmlns:a16="http://schemas.microsoft.com/office/drawing/2014/main" id="{C749B5CF-4CCB-4BE5-8FEB-CB47C8FC421B}"/>
                </a:ext>
              </a:extLst>
            </p:cNvPr>
            <p:cNvSpPr/>
            <p:nvPr/>
          </p:nvSpPr>
          <p:spPr>
            <a:xfrm>
              <a:off x="5343544" y="1509358"/>
              <a:ext cx="244676" cy="351095"/>
            </a:xfrm>
            <a:custGeom>
              <a:avLst/>
              <a:gdLst/>
              <a:ahLst/>
              <a:cxnLst/>
              <a:rect l="l" t="t" r="r" b="b"/>
              <a:pathLst>
                <a:path w="7693" h="11039" extrusionOk="0">
                  <a:moveTo>
                    <a:pt x="4728" y="311"/>
                  </a:moveTo>
                  <a:lnTo>
                    <a:pt x="4728" y="1192"/>
                  </a:lnTo>
                  <a:cubicBezTo>
                    <a:pt x="4728" y="1275"/>
                    <a:pt x="4811" y="1346"/>
                    <a:pt x="4894" y="1346"/>
                  </a:cubicBezTo>
                  <a:cubicBezTo>
                    <a:pt x="4990" y="1346"/>
                    <a:pt x="5061" y="1275"/>
                    <a:pt x="5061" y="1192"/>
                  </a:cubicBezTo>
                  <a:lnTo>
                    <a:pt x="5061" y="322"/>
                  </a:lnTo>
                  <a:cubicBezTo>
                    <a:pt x="5716" y="418"/>
                    <a:pt x="6216" y="965"/>
                    <a:pt x="6216" y="1644"/>
                  </a:cubicBezTo>
                  <a:lnTo>
                    <a:pt x="6216" y="2037"/>
                  </a:lnTo>
                  <a:lnTo>
                    <a:pt x="4418" y="2037"/>
                  </a:lnTo>
                  <a:cubicBezTo>
                    <a:pt x="4335" y="2037"/>
                    <a:pt x="4251" y="2108"/>
                    <a:pt x="4251" y="2204"/>
                  </a:cubicBezTo>
                  <a:cubicBezTo>
                    <a:pt x="4251" y="2287"/>
                    <a:pt x="4335" y="2358"/>
                    <a:pt x="4418" y="2358"/>
                  </a:cubicBezTo>
                  <a:lnTo>
                    <a:pt x="6216" y="2358"/>
                  </a:lnTo>
                  <a:lnTo>
                    <a:pt x="6216" y="2704"/>
                  </a:lnTo>
                  <a:lnTo>
                    <a:pt x="4418" y="2704"/>
                  </a:lnTo>
                  <a:cubicBezTo>
                    <a:pt x="4335" y="2704"/>
                    <a:pt x="4251" y="2775"/>
                    <a:pt x="4251" y="2870"/>
                  </a:cubicBezTo>
                  <a:cubicBezTo>
                    <a:pt x="4251" y="2966"/>
                    <a:pt x="4335" y="3037"/>
                    <a:pt x="4418" y="3037"/>
                  </a:cubicBezTo>
                  <a:lnTo>
                    <a:pt x="6216" y="3037"/>
                  </a:lnTo>
                  <a:lnTo>
                    <a:pt x="6216" y="3382"/>
                  </a:lnTo>
                  <a:lnTo>
                    <a:pt x="4894" y="3382"/>
                  </a:lnTo>
                  <a:cubicBezTo>
                    <a:pt x="4811" y="3382"/>
                    <a:pt x="4728" y="3454"/>
                    <a:pt x="4728" y="3537"/>
                  </a:cubicBezTo>
                  <a:cubicBezTo>
                    <a:pt x="4728" y="3632"/>
                    <a:pt x="4811" y="3704"/>
                    <a:pt x="4894" y="3704"/>
                  </a:cubicBezTo>
                  <a:lnTo>
                    <a:pt x="6216" y="3704"/>
                  </a:lnTo>
                  <a:lnTo>
                    <a:pt x="6216" y="4049"/>
                  </a:lnTo>
                  <a:lnTo>
                    <a:pt x="4894" y="4049"/>
                  </a:lnTo>
                  <a:cubicBezTo>
                    <a:pt x="4811" y="4049"/>
                    <a:pt x="4728" y="4121"/>
                    <a:pt x="4728" y="4216"/>
                  </a:cubicBezTo>
                  <a:cubicBezTo>
                    <a:pt x="4728" y="4299"/>
                    <a:pt x="4811" y="4371"/>
                    <a:pt x="4894" y="4371"/>
                  </a:cubicBezTo>
                  <a:lnTo>
                    <a:pt x="6216" y="4371"/>
                  </a:lnTo>
                  <a:lnTo>
                    <a:pt x="6216" y="4716"/>
                  </a:lnTo>
                  <a:lnTo>
                    <a:pt x="4418" y="4716"/>
                  </a:lnTo>
                  <a:cubicBezTo>
                    <a:pt x="4335" y="4716"/>
                    <a:pt x="4251" y="4787"/>
                    <a:pt x="4251" y="4883"/>
                  </a:cubicBezTo>
                  <a:cubicBezTo>
                    <a:pt x="4251" y="4966"/>
                    <a:pt x="4335" y="5049"/>
                    <a:pt x="4418" y="5049"/>
                  </a:cubicBezTo>
                  <a:lnTo>
                    <a:pt x="6216" y="5049"/>
                  </a:lnTo>
                  <a:lnTo>
                    <a:pt x="6216" y="5383"/>
                  </a:lnTo>
                  <a:lnTo>
                    <a:pt x="4418" y="5383"/>
                  </a:lnTo>
                  <a:cubicBezTo>
                    <a:pt x="4335" y="5383"/>
                    <a:pt x="4251" y="5466"/>
                    <a:pt x="4251" y="5549"/>
                  </a:cubicBezTo>
                  <a:cubicBezTo>
                    <a:pt x="4251" y="5645"/>
                    <a:pt x="4335" y="5716"/>
                    <a:pt x="4418" y="5716"/>
                  </a:cubicBezTo>
                  <a:lnTo>
                    <a:pt x="6216" y="5716"/>
                  </a:lnTo>
                  <a:lnTo>
                    <a:pt x="6216" y="6097"/>
                  </a:lnTo>
                  <a:cubicBezTo>
                    <a:pt x="6216" y="6788"/>
                    <a:pt x="5716" y="7335"/>
                    <a:pt x="5061" y="7430"/>
                  </a:cubicBezTo>
                  <a:lnTo>
                    <a:pt x="5061" y="6538"/>
                  </a:lnTo>
                  <a:cubicBezTo>
                    <a:pt x="5061" y="6442"/>
                    <a:pt x="4990" y="6371"/>
                    <a:pt x="4894" y="6371"/>
                  </a:cubicBezTo>
                  <a:cubicBezTo>
                    <a:pt x="4811" y="6371"/>
                    <a:pt x="4728" y="6442"/>
                    <a:pt x="4728" y="6538"/>
                  </a:cubicBezTo>
                  <a:lnTo>
                    <a:pt x="4728" y="7407"/>
                  </a:lnTo>
                  <a:lnTo>
                    <a:pt x="4394" y="7407"/>
                  </a:lnTo>
                  <a:lnTo>
                    <a:pt x="4394" y="6538"/>
                  </a:lnTo>
                  <a:cubicBezTo>
                    <a:pt x="4394" y="6442"/>
                    <a:pt x="4311" y="6371"/>
                    <a:pt x="4228" y="6371"/>
                  </a:cubicBezTo>
                  <a:cubicBezTo>
                    <a:pt x="4132" y="6371"/>
                    <a:pt x="4061" y="6442"/>
                    <a:pt x="4061" y="6538"/>
                  </a:cubicBezTo>
                  <a:lnTo>
                    <a:pt x="4061" y="7407"/>
                  </a:lnTo>
                  <a:lnTo>
                    <a:pt x="3716" y="7407"/>
                  </a:lnTo>
                  <a:lnTo>
                    <a:pt x="3716" y="6538"/>
                  </a:lnTo>
                  <a:cubicBezTo>
                    <a:pt x="3716" y="6442"/>
                    <a:pt x="3644" y="6371"/>
                    <a:pt x="3561" y="6371"/>
                  </a:cubicBezTo>
                  <a:cubicBezTo>
                    <a:pt x="3466" y="6371"/>
                    <a:pt x="3394" y="6442"/>
                    <a:pt x="3394" y="6538"/>
                  </a:cubicBezTo>
                  <a:lnTo>
                    <a:pt x="3394" y="7407"/>
                  </a:lnTo>
                  <a:lnTo>
                    <a:pt x="3049" y="7407"/>
                  </a:lnTo>
                  <a:lnTo>
                    <a:pt x="3049" y="6538"/>
                  </a:lnTo>
                  <a:cubicBezTo>
                    <a:pt x="3049" y="6442"/>
                    <a:pt x="2977" y="6371"/>
                    <a:pt x="2882" y="6371"/>
                  </a:cubicBezTo>
                  <a:cubicBezTo>
                    <a:pt x="2799" y="6371"/>
                    <a:pt x="2727" y="6442"/>
                    <a:pt x="2727" y="6538"/>
                  </a:cubicBezTo>
                  <a:lnTo>
                    <a:pt x="2727" y="7395"/>
                  </a:lnTo>
                  <a:cubicBezTo>
                    <a:pt x="2073" y="7311"/>
                    <a:pt x="1561" y="6752"/>
                    <a:pt x="1561" y="6073"/>
                  </a:cubicBezTo>
                  <a:lnTo>
                    <a:pt x="1561" y="5680"/>
                  </a:lnTo>
                  <a:lnTo>
                    <a:pt x="3358" y="5680"/>
                  </a:lnTo>
                  <a:cubicBezTo>
                    <a:pt x="3454" y="5680"/>
                    <a:pt x="3525" y="5609"/>
                    <a:pt x="3525" y="5525"/>
                  </a:cubicBezTo>
                  <a:cubicBezTo>
                    <a:pt x="3525" y="5430"/>
                    <a:pt x="3454" y="5359"/>
                    <a:pt x="3358" y="5359"/>
                  </a:cubicBezTo>
                  <a:lnTo>
                    <a:pt x="1561" y="5359"/>
                  </a:lnTo>
                  <a:lnTo>
                    <a:pt x="1561" y="5014"/>
                  </a:lnTo>
                  <a:lnTo>
                    <a:pt x="3358" y="5014"/>
                  </a:lnTo>
                  <a:cubicBezTo>
                    <a:pt x="3454" y="5014"/>
                    <a:pt x="3525" y="4942"/>
                    <a:pt x="3525" y="4847"/>
                  </a:cubicBezTo>
                  <a:cubicBezTo>
                    <a:pt x="3525" y="4763"/>
                    <a:pt x="3454" y="4680"/>
                    <a:pt x="3358" y="4680"/>
                  </a:cubicBezTo>
                  <a:lnTo>
                    <a:pt x="1561" y="4680"/>
                  </a:lnTo>
                  <a:lnTo>
                    <a:pt x="1561" y="4347"/>
                  </a:lnTo>
                  <a:lnTo>
                    <a:pt x="2894" y="4347"/>
                  </a:lnTo>
                  <a:cubicBezTo>
                    <a:pt x="2977" y="4347"/>
                    <a:pt x="3049" y="4263"/>
                    <a:pt x="3049" y="4180"/>
                  </a:cubicBezTo>
                  <a:cubicBezTo>
                    <a:pt x="3049" y="4085"/>
                    <a:pt x="2977" y="4013"/>
                    <a:pt x="2894" y="4013"/>
                  </a:cubicBezTo>
                  <a:lnTo>
                    <a:pt x="1561" y="4013"/>
                  </a:lnTo>
                  <a:lnTo>
                    <a:pt x="1561" y="3668"/>
                  </a:lnTo>
                  <a:lnTo>
                    <a:pt x="2894" y="3668"/>
                  </a:lnTo>
                  <a:cubicBezTo>
                    <a:pt x="2977" y="3668"/>
                    <a:pt x="3049" y="3597"/>
                    <a:pt x="3049" y="3513"/>
                  </a:cubicBezTo>
                  <a:cubicBezTo>
                    <a:pt x="3049" y="3418"/>
                    <a:pt x="2977" y="3347"/>
                    <a:pt x="2894" y="3347"/>
                  </a:cubicBezTo>
                  <a:lnTo>
                    <a:pt x="1561" y="3347"/>
                  </a:lnTo>
                  <a:lnTo>
                    <a:pt x="1561" y="3001"/>
                  </a:lnTo>
                  <a:lnTo>
                    <a:pt x="3358" y="3001"/>
                  </a:lnTo>
                  <a:cubicBezTo>
                    <a:pt x="3454" y="3001"/>
                    <a:pt x="3525" y="2930"/>
                    <a:pt x="3525" y="2835"/>
                  </a:cubicBezTo>
                  <a:cubicBezTo>
                    <a:pt x="3525" y="2751"/>
                    <a:pt x="3454" y="2680"/>
                    <a:pt x="3358" y="2680"/>
                  </a:cubicBezTo>
                  <a:lnTo>
                    <a:pt x="1561" y="2680"/>
                  </a:lnTo>
                  <a:lnTo>
                    <a:pt x="1561" y="2370"/>
                  </a:lnTo>
                  <a:lnTo>
                    <a:pt x="2156" y="2370"/>
                  </a:lnTo>
                  <a:cubicBezTo>
                    <a:pt x="2251" y="2370"/>
                    <a:pt x="2323" y="2287"/>
                    <a:pt x="2323" y="2204"/>
                  </a:cubicBezTo>
                  <a:cubicBezTo>
                    <a:pt x="2323" y="2108"/>
                    <a:pt x="2251" y="2037"/>
                    <a:pt x="2156" y="2037"/>
                  </a:cubicBezTo>
                  <a:lnTo>
                    <a:pt x="1561" y="2037"/>
                  </a:lnTo>
                  <a:lnTo>
                    <a:pt x="1561" y="1644"/>
                  </a:lnTo>
                  <a:cubicBezTo>
                    <a:pt x="1561" y="965"/>
                    <a:pt x="2073" y="418"/>
                    <a:pt x="2727" y="322"/>
                  </a:cubicBezTo>
                  <a:lnTo>
                    <a:pt x="2727" y="1192"/>
                  </a:lnTo>
                  <a:cubicBezTo>
                    <a:pt x="2727" y="1275"/>
                    <a:pt x="2799" y="1346"/>
                    <a:pt x="2882" y="1346"/>
                  </a:cubicBezTo>
                  <a:cubicBezTo>
                    <a:pt x="2977" y="1346"/>
                    <a:pt x="3049" y="1275"/>
                    <a:pt x="3049" y="1192"/>
                  </a:cubicBezTo>
                  <a:lnTo>
                    <a:pt x="3049" y="311"/>
                  </a:lnTo>
                  <a:lnTo>
                    <a:pt x="3394" y="311"/>
                  </a:lnTo>
                  <a:lnTo>
                    <a:pt x="3394" y="1192"/>
                  </a:lnTo>
                  <a:cubicBezTo>
                    <a:pt x="3394" y="1275"/>
                    <a:pt x="3466" y="1346"/>
                    <a:pt x="3561" y="1346"/>
                  </a:cubicBezTo>
                  <a:cubicBezTo>
                    <a:pt x="3644" y="1346"/>
                    <a:pt x="3716" y="1275"/>
                    <a:pt x="3716" y="1192"/>
                  </a:cubicBezTo>
                  <a:lnTo>
                    <a:pt x="3716" y="311"/>
                  </a:lnTo>
                  <a:lnTo>
                    <a:pt x="4061" y="311"/>
                  </a:lnTo>
                  <a:lnTo>
                    <a:pt x="4061" y="1192"/>
                  </a:lnTo>
                  <a:cubicBezTo>
                    <a:pt x="4061" y="1275"/>
                    <a:pt x="4132" y="1346"/>
                    <a:pt x="4228" y="1346"/>
                  </a:cubicBezTo>
                  <a:cubicBezTo>
                    <a:pt x="4311" y="1346"/>
                    <a:pt x="4394" y="1275"/>
                    <a:pt x="4394" y="1192"/>
                  </a:cubicBezTo>
                  <a:lnTo>
                    <a:pt x="4394" y="311"/>
                  </a:lnTo>
                  <a:close/>
                  <a:moveTo>
                    <a:pt x="6776" y="5025"/>
                  </a:moveTo>
                  <a:lnTo>
                    <a:pt x="6776" y="6192"/>
                  </a:lnTo>
                  <a:cubicBezTo>
                    <a:pt x="6776" y="7216"/>
                    <a:pt x="5942" y="8050"/>
                    <a:pt x="4906" y="8050"/>
                  </a:cubicBezTo>
                  <a:lnTo>
                    <a:pt x="2882" y="8050"/>
                  </a:lnTo>
                  <a:cubicBezTo>
                    <a:pt x="1858" y="8050"/>
                    <a:pt x="1025" y="7216"/>
                    <a:pt x="1025" y="6192"/>
                  </a:cubicBezTo>
                  <a:lnTo>
                    <a:pt x="1013" y="5025"/>
                  </a:lnTo>
                  <a:lnTo>
                    <a:pt x="1251" y="5025"/>
                  </a:lnTo>
                  <a:lnTo>
                    <a:pt x="1251" y="6085"/>
                  </a:lnTo>
                  <a:cubicBezTo>
                    <a:pt x="1251" y="6990"/>
                    <a:pt x="1977" y="7728"/>
                    <a:pt x="2882" y="7740"/>
                  </a:cubicBezTo>
                  <a:lnTo>
                    <a:pt x="4894" y="7740"/>
                  </a:lnTo>
                  <a:cubicBezTo>
                    <a:pt x="5799" y="7728"/>
                    <a:pt x="6537" y="6978"/>
                    <a:pt x="6537" y="6085"/>
                  </a:cubicBezTo>
                  <a:lnTo>
                    <a:pt x="6537" y="5025"/>
                  </a:lnTo>
                  <a:close/>
                  <a:moveTo>
                    <a:pt x="4144" y="8966"/>
                  </a:moveTo>
                  <a:lnTo>
                    <a:pt x="4144" y="9966"/>
                  </a:lnTo>
                  <a:lnTo>
                    <a:pt x="3620" y="9966"/>
                  </a:lnTo>
                  <a:lnTo>
                    <a:pt x="3620" y="8966"/>
                  </a:lnTo>
                  <a:close/>
                  <a:moveTo>
                    <a:pt x="6299" y="10300"/>
                  </a:moveTo>
                  <a:cubicBezTo>
                    <a:pt x="6561" y="10300"/>
                    <a:pt x="6787" y="10478"/>
                    <a:pt x="6859" y="10717"/>
                  </a:cubicBezTo>
                  <a:lnTo>
                    <a:pt x="918" y="10717"/>
                  </a:lnTo>
                  <a:cubicBezTo>
                    <a:pt x="1001" y="10478"/>
                    <a:pt x="1215" y="10300"/>
                    <a:pt x="1489" y="10300"/>
                  </a:cubicBezTo>
                  <a:close/>
                  <a:moveTo>
                    <a:pt x="2835" y="1"/>
                  </a:moveTo>
                  <a:cubicBezTo>
                    <a:pt x="1918" y="13"/>
                    <a:pt x="1191" y="763"/>
                    <a:pt x="1191" y="1656"/>
                  </a:cubicBezTo>
                  <a:lnTo>
                    <a:pt x="1191" y="4704"/>
                  </a:lnTo>
                  <a:lnTo>
                    <a:pt x="953" y="4704"/>
                  </a:lnTo>
                  <a:lnTo>
                    <a:pt x="953" y="4502"/>
                  </a:lnTo>
                  <a:cubicBezTo>
                    <a:pt x="953" y="4252"/>
                    <a:pt x="751" y="4037"/>
                    <a:pt x="477" y="4037"/>
                  </a:cubicBezTo>
                  <a:cubicBezTo>
                    <a:pt x="227" y="4037"/>
                    <a:pt x="1" y="4240"/>
                    <a:pt x="1" y="4502"/>
                  </a:cubicBezTo>
                  <a:lnTo>
                    <a:pt x="1" y="6168"/>
                  </a:lnTo>
                  <a:cubicBezTo>
                    <a:pt x="1" y="7716"/>
                    <a:pt x="1251" y="8966"/>
                    <a:pt x="2799" y="8966"/>
                  </a:cubicBezTo>
                  <a:lnTo>
                    <a:pt x="3227" y="8966"/>
                  </a:lnTo>
                  <a:lnTo>
                    <a:pt x="3227" y="9966"/>
                  </a:lnTo>
                  <a:lnTo>
                    <a:pt x="1406" y="9966"/>
                  </a:lnTo>
                  <a:cubicBezTo>
                    <a:pt x="906" y="9966"/>
                    <a:pt x="489" y="10371"/>
                    <a:pt x="489" y="10883"/>
                  </a:cubicBezTo>
                  <a:cubicBezTo>
                    <a:pt x="489" y="10967"/>
                    <a:pt x="572" y="11038"/>
                    <a:pt x="656" y="11038"/>
                  </a:cubicBezTo>
                  <a:lnTo>
                    <a:pt x="6966" y="11038"/>
                  </a:lnTo>
                  <a:cubicBezTo>
                    <a:pt x="7061" y="11038"/>
                    <a:pt x="7133" y="10967"/>
                    <a:pt x="7133" y="10883"/>
                  </a:cubicBezTo>
                  <a:cubicBezTo>
                    <a:pt x="7133" y="10383"/>
                    <a:pt x="6728" y="9966"/>
                    <a:pt x="6228" y="9966"/>
                  </a:cubicBezTo>
                  <a:lnTo>
                    <a:pt x="4466" y="9966"/>
                  </a:lnTo>
                  <a:lnTo>
                    <a:pt x="4466" y="8966"/>
                  </a:lnTo>
                  <a:lnTo>
                    <a:pt x="4894" y="8966"/>
                  </a:lnTo>
                  <a:cubicBezTo>
                    <a:pt x="6442" y="8966"/>
                    <a:pt x="7692" y="7728"/>
                    <a:pt x="7692" y="6168"/>
                  </a:cubicBezTo>
                  <a:lnTo>
                    <a:pt x="7692" y="5978"/>
                  </a:lnTo>
                  <a:cubicBezTo>
                    <a:pt x="7692" y="5895"/>
                    <a:pt x="7621" y="5811"/>
                    <a:pt x="7538" y="5811"/>
                  </a:cubicBezTo>
                  <a:cubicBezTo>
                    <a:pt x="7442" y="5811"/>
                    <a:pt x="7371" y="5895"/>
                    <a:pt x="7371" y="5978"/>
                  </a:cubicBezTo>
                  <a:lnTo>
                    <a:pt x="7371" y="6168"/>
                  </a:lnTo>
                  <a:cubicBezTo>
                    <a:pt x="7371" y="7538"/>
                    <a:pt x="6252" y="8657"/>
                    <a:pt x="4882" y="8657"/>
                  </a:cubicBezTo>
                  <a:lnTo>
                    <a:pt x="2858" y="8657"/>
                  </a:lnTo>
                  <a:cubicBezTo>
                    <a:pt x="1489" y="8657"/>
                    <a:pt x="370" y="7538"/>
                    <a:pt x="370" y="6168"/>
                  </a:cubicBezTo>
                  <a:lnTo>
                    <a:pt x="370" y="4502"/>
                  </a:lnTo>
                  <a:cubicBezTo>
                    <a:pt x="370" y="4418"/>
                    <a:pt x="453" y="4359"/>
                    <a:pt x="525" y="4359"/>
                  </a:cubicBezTo>
                  <a:cubicBezTo>
                    <a:pt x="596" y="4359"/>
                    <a:pt x="668" y="4430"/>
                    <a:pt x="668" y="4502"/>
                  </a:cubicBezTo>
                  <a:lnTo>
                    <a:pt x="668" y="6168"/>
                  </a:lnTo>
                  <a:cubicBezTo>
                    <a:pt x="668" y="7383"/>
                    <a:pt x="1656" y="8347"/>
                    <a:pt x="2846" y="8347"/>
                  </a:cubicBezTo>
                  <a:lnTo>
                    <a:pt x="4871" y="8347"/>
                  </a:lnTo>
                  <a:cubicBezTo>
                    <a:pt x="6073" y="8347"/>
                    <a:pt x="7037" y="7359"/>
                    <a:pt x="7037" y="6168"/>
                  </a:cubicBezTo>
                  <a:lnTo>
                    <a:pt x="7037" y="4502"/>
                  </a:lnTo>
                  <a:cubicBezTo>
                    <a:pt x="7037" y="4418"/>
                    <a:pt x="7121" y="4359"/>
                    <a:pt x="7192" y="4359"/>
                  </a:cubicBezTo>
                  <a:cubicBezTo>
                    <a:pt x="7276" y="4359"/>
                    <a:pt x="7335" y="4430"/>
                    <a:pt x="7335" y="4502"/>
                  </a:cubicBezTo>
                  <a:lnTo>
                    <a:pt x="7335" y="5252"/>
                  </a:lnTo>
                  <a:cubicBezTo>
                    <a:pt x="7335" y="5347"/>
                    <a:pt x="7418" y="5418"/>
                    <a:pt x="7502" y="5418"/>
                  </a:cubicBezTo>
                  <a:cubicBezTo>
                    <a:pt x="7585" y="5418"/>
                    <a:pt x="7668" y="5347"/>
                    <a:pt x="7668" y="5252"/>
                  </a:cubicBezTo>
                  <a:lnTo>
                    <a:pt x="7668" y="4502"/>
                  </a:lnTo>
                  <a:cubicBezTo>
                    <a:pt x="7668" y="4252"/>
                    <a:pt x="7454" y="4037"/>
                    <a:pt x="7192" y="4037"/>
                  </a:cubicBezTo>
                  <a:cubicBezTo>
                    <a:pt x="6930" y="4037"/>
                    <a:pt x="6716" y="4240"/>
                    <a:pt x="6716" y="4502"/>
                  </a:cubicBezTo>
                  <a:lnTo>
                    <a:pt x="6716" y="4704"/>
                  </a:lnTo>
                  <a:lnTo>
                    <a:pt x="6478" y="4704"/>
                  </a:lnTo>
                  <a:lnTo>
                    <a:pt x="6478" y="1656"/>
                  </a:lnTo>
                  <a:cubicBezTo>
                    <a:pt x="6478" y="739"/>
                    <a:pt x="5740" y="13"/>
                    <a:pt x="4835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97" name="Google Shape;13344;p81">
            <a:extLst>
              <a:ext uri="{FF2B5EF4-FFF2-40B4-BE49-F238E27FC236}">
                <a16:creationId xmlns:a16="http://schemas.microsoft.com/office/drawing/2014/main" id="{12D0089D-DF3E-4E19-BC45-4DDF99B1F1DC}"/>
              </a:ext>
            </a:extLst>
          </p:cNvPr>
          <p:cNvGrpSpPr/>
          <p:nvPr/>
        </p:nvGrpSpPr>
        <p:grpSpPr>
          <a:xfrm>
            <a:off x="1811237" y="5543817"/>
            <a:ext cx="457200" cy="548640"/>
            <a:chOff x="1367060" y="2422129"/>
            <a:chExt cx="269261" cy="352050"/>
          </a:xfrm>
        </p:grpSpPr>
        <p:sp>
          <p:nvSpPr>
            <p:cNvPr id="98" name="Google Shape;13345;p81">
              <a:extLst>
                <a:ext uri="{FF2B5EF4-FFF2-40B4-BE49-F238E27FC236}">
                  <a16:creationId xmlns:a16="http://schemas.microsoft.com/office/drawing/2014/main" id="{7F589C14-15DB-4670-B533-A863145BC4C6}"/>
                </a:ext>
              </a:extLst>
            </p:cNvPr>
            <p:cNvSpPr/>
            <p:nvPr/>
          </p:nvSpPr>
          <p:spPr>
            <a:xfrm>
              <a:off x="1392059" y="2651857"/>
              <a:ext cx="129160" cy="122322"/>
            </a:xfrm>
            <a:custGeom>
              <a:avLst/>
              <a:gdLst/>
              <a:ahLst/>
              <a:cxnLst/>
              <a:rect l="l" t="t" r="r" b="b"/>
              <a:pathLst>
                <a:path w="4061" h="3846" extrusionOk="0">
                  <a:moveTo>
                    <a:pt x="167" y="0"/>
                  </a:moveTo>
                  <a:cubicBezTo>
                    <a:pt x="72" y="0"/>
                    <a:pt x="0" y="83"/>
                    <a:pt x="0" y="167"/>
                  </a:cubicBezTo>
                  <a:cubicBezTo>
                    <a:pt x="0" y="262"/>
                    <a:pt x="72" y="333"/>
                    <a:pt x="167" y="333"/>
                  </a:cubicBezTo>
                  <a:lnTo>
                    <a:pt x="357" y="333"/>
                  </a:lnTo>
                  <a:lnTo>
                    <a:pt x="357" y="1691"/>
                  </a:lnTo>
                  <a:cubicBezTo>
                    <a:pt x="357" y="2179"/>
                    <a:pt x="762" y="2584"/>
                    <a:pt x="1250" y="2584"/>
                  </a:cubicBezTo>
                  <a:cubicBezTo>
                    <a:pt x="1286" y="2584"/>
                    <a:pt x="1226" y="2584"/>
                    <a:pt x="2310" y="2405"/>
                  </a:cubicBezTo>
                  <a:lnTo>
                    <a:pt x="2310" y="3453"/>
                  </a:lnTo>
                  <a:cubicBezTo>
                    <a:pt x="2310" y="3667"/>
                    <a:pt x="2489" y="3846"/>
                    <a:pt x="2691" y="3846"/>
                  </a:cubicBezTo>
                  <a:lnTo>
                    <a:pt x="3905" y="3846"/>
                  </a:lnTo>
                  <a:cubicBezTo>
                    <a:pt x="3989" y="3846"/>
                    <a:pt x="4060" y="3774"/>
                    <a:pt x="4060" y="3679"/>
                  </a:cubicBezTo>
                  <a:cubicBezTo>
                    <a:pt x="4060" y="3596"/>
                    <a:pt x="3989" y="3500"/>
                    <a:pt x="3893" y="3500"/>
                  </a:cubicBezTo>
                  <a:lnTo>
                    <a:pt x="2691" y="3500"/>
                  </a:lnTo>
                  <a:cubicBezTo>
                    <a:pt x="2667" y="3500"/>
                    <a:pt x="2631" y="3465"/>
                    <a:pt x="2631" y="3441"/>
                  </a:cubicBezTo>
                  <a:lnTo>
                    <a:pt x="2631" y="2191"/>
                  </a:lnTo>
                  <a:cubicBezTo>
                    <a:pt x="2631" y="2143"/>
                    <a:pt x="2620" y="2107"/>
                    <a:pt x="2572" y="2072"/>
                  </a:cubicBezTo>
                  <a:cubicBezTo>
                    <a:pt x="2555" y="2055"/>
                    <a:pt x="2520" y="2038"/>
                    <a:pt x="2485" y="2038"/>
                  </a:cubicBezTo>
                  <a:cubicBezTo>
                    <a:pt x="2470" y="2038"/>
                    <a:pt x="2455" y="2041"/>
                    <a:pt x="2441" y="2048"/>
                  </a:cubicBezTo>
                  <a:lnTo>
                    <a:pt x="1238" y="2250"/>
                  </a:lnTo>
                  <a:cubicBezTo>
                    <a:pt x="917" y="2250"/>
                    <a:pt x="691" y="2000"/>
                    <a:pt x="691" y="1691"/>
                  </a:cubicBezTo>
                  <a:lnTo>
                    <a:pt x="691" y="167"/>
                  </a:lnTo>
                  <a:cubicBezTo>
                    <a:pt x="691" y="83"/>
                    <a:pt x="607" y="0"/>
                    <a:pt x="524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9" name="Google Shape;13346;p81">
              <a:extLst>
                <a:ext uri="{FF2B5EF4-FFF2-40B4-BE49-F238E27FC236}">
                  <a16:creationId xmlns:a16="http://schemas.microsoft.com/office/drawing/2014/main" id="{AC560E41-F245-44D4-908E-36F9AC6FCB64}"/>
                </a:ext>
              </a:extLst>
            </p:cNvPr>
            <p:cNvSpPr/>
            <p:nvPr/>
          </p:nvSpPr>
          <p:spPr>
            <a:xfrm>
              <a:off x="1367060" y="2441912"/>
              <a:ext cx="82184" cy="212139"/>
            </a:xfrm>
            <a:custGeom>
              <a:avLst/>
              <a:gdLst/>
              <a:ahLst/>
              <a:cxnLst/>
              <a:rect l="l" t="t" r="r" b="b"/>
              <a:pathLst>
                <a:path w="2584" h="6670" extrusionOk="0">
                  <a:moveTo>
                    <a:pt x="2415" y="1"/>
                  </a:moveTo>
                  <a:cubicBezTo>
                    <a:pt x="2382" y="1"/>
                    <a:pt x="2350" y="10"/>
                    <a:pt x="2322" y="29"/>
                  </a:cubicBezTo>
                  <a:cubicBezTo>
                    <a:pt x="1274" y="731"/>
                    <a:pt x="655" y="1898"/>
                    <a:pt x="655" y="3148"/>
                  </a:cubicBezTo>
                  <a:cubicBezTo>
                    <a:pt x="655" y="3351"/>
                    <a:pt x="667" y="3541"/>
                    <a:pt x="703" y="3732"/>
                  </a:cubicBezTo>
                  <a:cubicBezTo>
                    <a:pt x="48" y="5708"/>
                    <a:pt x="0" y="5696"/>
                    <a:pt x="0" y="5970"/>
                  </a:cubicBezTo>
                  <a:cubicBezTo>
                    <a:pt x="0" y="6208"/>
                    <a:pt x="84" y="6446"/>
                    <a:pt x="262" y="6625"/>
                  </a:cubicBezTo>
                  <a:cubicBezTo>
                    <a:pt x="295" y="6651"/>
                    <a:pt x="342" y="6670"/>
                    <a:pt x="389" y="6670"/>
                  </a:cubicBezTo>
                  <a:cubicBezTo>
                    <a:pt x="429" y="6670"/>
                    <a:pt x="468" y="6657"/>
                    <a:pt x="500" y="6625"/>
                  </a:cubicBezTo>
                  <a:cubicBezTo>
                    <a:pt x="560" y="6565"/>
                    <a:pt x="584" y="6458"/>
                    <a:pt x="500" y="6375"/>
                  </a:cubicBezTo>
                  <a:cubicBezTo>
                    <a:pt x="358" y="6220"/>
                    <a:pt x="298" y="5982"/>
                    <a:pt x="369" y="5756"/>
                  </a:cubicBezTo>
                  <a:lnTo>
                    <a:pt x="1036" y="3791"/>
                  </a:lnTo>
                  <a:cubicBezTo>
                    <a:pt x="1060" y="3767"/>
                    <a:pt x="1060" y="3732"/>
                    <a:pt x="1036" y="3720"/>
                  </a:cubicBezTo>
                  <a:cubicBezTo>
                    <a:pt x="1012" y="3517"/>
                    <a:pt x="1000" y="3327"/>
                    <a:pt x="1000" y="3148"/>
                  </a:cubicBezTo>
                  <a:cubicBezTo>
                    <a:pt x="1000" y="2005"/>
                    <a:pt x="1560" y="934"/>
                    <a:pt x="2513" y="291"/>
                  </a:cubicBezTo>
                  <a:cubicBezTo>
                    <a:pt x="2572" y="255"/>
                    <a:pt x="2584" y="148"/>
                    <a:pt x="2548" y="76"/>
                  </a:cubicBezTo>
                  <a:cubicBezTo>
                    <a:pt x="2519" y="25"/>
                    <a:pt x="2467" y="1"/>
                    <a:pt x="2415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0" name="Google Shape;13347;p81">
              <a:extLst>
                <a:ext uri="{FF2B5EF4-FFF2-40B4-BE49-F238E27FC236}">
                  <a16:creationId xmlns:a16="http://schemas.microsoft.com/office/drawing/2014/main" id="{A229A092-7CE9-4FAF-B93C-4E1748AEB21A}"/>
                </a:ext>
              </a:extLst>
            </p:cNvPr>
            <p:cNvSpPr/>
            <p:nvPr/>
          </p:nvSpPr>
          <p:spPr>
            <a:xfrm>
              <a:off x="1456051" y="2422129"/>
              <a:ext cx="180271" cy="162937"/>
            </a:xfrm>
            <a:custGeom>
              <a:avLst/>
              <a:gdLst/>
              <a:ahLst/>
              <a:cxnLst/>
              <a:rect l="l" t="t" r="r" b="b"/>
              <a:pathLst>
                <a:path w="5668" h="5123" extrusionOk="0">
                  <a:moveTo>
                    <a:pt x="1621" y="1"/>
                  </a:moveTo>
                  <a:cubicBezTo>
                    <a:pt x="1104" y="1"/>
                    <a:pt x="591" y="107"/>
                    <a:pt x="119" y="317"/>
                  </a:cubicBezTo>
                  <a:cubicBezTo>
                    <a:pt x="24" y="353"/>
                    <a:pt x="0" y="448"/>
                    <a:pt x="24" y="544"/>
                  </a:cubicBezTo>
                  <a:cubicBezTo>
                    <a:pt x="51" y="616"/>
                    <a:pt x="113" y="648"/>
                    <a:pt x="184" y="648"/>
                  </a:cubicBezTo>
                  <a:cubicBezTo>
                    <a:pt x="205" y="648"/>
                    <a:pt x="228" y="645"/>
                    <a:pt x="250" y="639"/>
                  </a:cubicBezTo>
                  <a:cubicBezTo>
                    <a:pt x="965" y="317"/>
                    <a:pt x="1536" y="365"/>
                    <a:pt x="1643" y="353"/>
                  </a:cubicBezTo>
                  <a:cubicBezTo>
                    <a:pt x="3941" y="365"/>
                    <a:pt x="5644" y="2556"/>
                    <a:pt x="4894" y="4901"/>
                  </a:cubicBezTo>
                  <a:cubicBezTo>
                    <a:pt x="4870" y="4997"/>
                    <a:pt x="4906" y="5080"/>
                    <a:pt x="5001" y="5116"/>
                  </a:cubicBezTo>
                  <a:cubicBezTo>
                    <a:pt x="5018" y="5120"/>
                    <a:pt x="5035" y="5123"/>
                    <a:pt x="5052" y="5123"/>
                  </a:cubicBezTo>
                  <a:cubicBezTo>
                    <a:pt x="5119" y="5123"/>
                    <a:pt x="5184" y="5085"/>
                    <a:pt x="5203" y="5009"/>
                  </a:cubicBezTo>
                  <a:cubicBezTo>
                    <a:pt x="5668" y="3508"/>
                    <a:pt x="5239" y="2044"/>
                    <a:pt x="4263" y="1079"/>
                  </a:cubicBezTo>
                  <a:cubicBezTo>
                    <a:pt x="3524" y="356"/>
                    <a:pt x="2566" y="1"/>
                    <a:pt x="162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1" name="Google Shape;13348;p81">
              <a:extLst>
                <a:ext uri="{FF2B5EF4-FFF2-40B4-BE49-F238E27FC236}">
                  <a16:creationId xmlns:a16="http://schemas.microsoft.com/office/drawing/2014/main" id="{EBBBD7C3-7134-4149-AE4E-FCBB84208FF8}"/>
                </a:ext>
              </a:extLst>
            </p:cNvPr>
            <p:cNvSpPr/>
            <p:nvPr/>
          </p:nvSpPr>
          <p:spPr>
            <a:xfrm>
              <a:off x="1532160" y="2593590"/>
              <a:ext cx="81834" cy="180207"/>
            </a:xfrm>
            <a:custGeom>
              <a:avLst/>
              <a:gdLst/>
              <a:ahLst/>
              <a:cxnLst/>
              <a:rect l="l" t="t" r="r" b="b"/>
              <a:pathLst>
                <a:path w="2573" h="5666" extrusionOk="0">
                  <a:moveTo>
                    <a:pt x="2399" y="1"/>
                  </a:moveTo>
                  <a:cubicBezTo>
                    <a:pt x="2340" y="1"/>
                    <a:pt x="2284" y="36"/>
                    <a:pt x="2251" y="94"/>
                  </a:cubicBezTo>
                  <a:cubicBezTo>
                    <a:pt x="2096" y="380"/>
                    <a:pt x="1715" y="856"/>
                    <a:pt x="1715" y="1737"/>
                  </a:cubicBezTo>
                  <a:lnTo>
                    <a:pt x="1715" y="5273"/>
                  </a:lnTo>
                  <a:cubicBezTo>
                    <a:pt x="1715" y="5309"/>
                    <a:pt x="1679" y="5332"/>
                    <a:pt x="1655" y="5332"/>
                  </a:cubicBezTo>
                  <a:lnTo>
                    <a:pt x="167" y="5332"/>
                  </a:lnTo>
                  <a:cubicBezTo>
                    <a:pt x="72" y="5332"/>
                    <a:pt x="0" y="5404"/>
                    <a:pt x="0" y="5499"/>
                  </a:cubicBezTo>
                  <a:cubicBezTo>
                    <a:pt x="0" y="5583"/>
                    <a:pt x="72" y="5666"/>
                    <a:pt x="167" y="5666"/>
                  </a:cubicBezTo>
                  <a:lnTo>
                    <a:pt x="1655" y="5666"/>
                  </a:lnTo>
                  <a:cubicBezTo>
                    <a:pt x="1858" y="5666"/>
                    <a:pt x="2036" y="5487"/>
                    <a:pt x="2036" y="5273"/>
                  </a:cubicBezTo>
                  <a:lnTo>
                    <a:pt x="2036" y="1737"/>
                  </a:lnTo>
                  <a:cubicBezTo>
                    <a:pt x="2036" y="963"/>
                    <a:pt x="2382" y="558"/>
                    <a:pt x="2548" y="249"/>
                  </a:cubicBezTo>
                  <a:cubicBezTo>
                    <a:pt x="2572" y="153"/>
                    <a:pt x="2548" y="70"/>
                    <a:pt x="2477" y="22"/>
                  </a:cubicBezTo>
                  <a:cubicBezTo>
                    <a:pt x="2451" y="8"/>
                    <a:pt x="2425" y="1"/>
                    <a:pt x="2399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2" name="Google Shape;13349;p81">
              <a:extLst>
                <a:ext uri="{FF2B5EF4-FFF2-40B4-BE49-F238E27FC236}">
                  <a16:creationId xmlns:a16="http://schemas.microsoft.com/office/drawing/2014/main" id="{A5B2A08E-EC13-430E-AFE9-01E6C5A59495}"/>
                </a:ext>
              </a:extLst>
            </p:cNvPr>
            <p:cNvSpPr/>
            <p:nvPr/>
          </p:nvSpPr>
          <p:spPr>
            <a:xfrm>
              <a:off x="1425359" y="2572313"/>
              <a:ext cx="24267" cy="17843"/>
            </a:xfrm>
            <a:custGeom>
              <a:avLst/>
              <a:gdLst/>
              <a:ahLst/>
              <a:cxnLst/>
              <a:rect l="l" t="t" r="r" b="b"/>
              <a:pathLst>
                <a:path w="763" h="561" extrusionOk="0">
                  <a:moveTo>
                    <a:pt x="583" y="0"/>
                  </a:moveTo>
                  <a:cubicBezTo>
                    <a:pt x="554" y="0"/>
                    <a:pt x="525" y="8"/>
                    <a:pt x="501" y="25"/>
                  </a:cubicBezTo>
                  <a:lnTo>
                    <a:pt x="96" y="239"/>
                  </a:lnTo>
                  <a:cubicBezTo>
                    <a:pt x="25" y="287"/>
                    <a:pt x="1" y="394"/>
                    <a:pt x="37" y="465"/>
                  </a:cubicBezTo>
                  <a:cubicBezTo>
                    <a:pt x="72" y="525"/>
                    <a:pt x="132" y="560"/>
                    <a:pt x="191" y="560"/>
                  </a:cubicBezTo>
                  <a:cubicBezTo>
                    <a:pt x="215" y="560"/>
                    <a:pt x="251" y="560"/>
                    <a:pt x="275" y="537"/>
                  </a:cubicBezTo>
                  <a:lnTo>
                    <a:pt x="680" y="322"/>
                  </a:lnTo>
                  <a:cubicBezTo>
                    <a:pt x="739" y="263"/>
                    <a:pt x="763" y="156"/>
                    <a:pt x="727" y="84"/>
                  </a:cubicBezTo>
                  <a:cubicBezTo>
                    <a:pt x="696" y="29"/>
                    <a:pt x="639" y="0"/>
                    <a:pt x="583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3" name="Google Shape;13350;p81">
              <a:extLst>
                <a:ext uri="{FF2B5EF4-FFF2-40B4-BE49-F238E27FC236}">
                  <a16:creationId xmlns:a16="http://schemas.microsoft.com/office/drawing/2014/main" id="{5C39CFD3-4B8A-48FA-A815-DB28073C3D8A}"/>
                </a:ext>
              </a:extLst>
            </p:cNvPr>
            <p:cNvSpPr/>
            <p:nvPr/>
          </p:nvSpPr>
          <p:spPr>
            <a:xfrm>
              <a:off x="1562820" y="2573680"/>
              <a:ext cx="26176" cy="17620"/>
            </a:xfrm>
            <a:custGeom>
              <a:avLst/>
              <a:gdLst/>
              <a:ahLst/>
              <a:cxnLst/>
              <a:rect l="l" t="t" r="r" b="b"/>
              <a:pathLst>
                <a:path w="823" h="554" extrusionOk="0">
                  <a:moveTo>
                    <a:pt x="201" y="1"/>
                  </a:moveTo>
                  <a:cubicBezTo>
                    <a:pt x="143" y="1"/>
                    <a:pt x="81" y="28"/>
                    <a:pt x="48" y="77"/>
                  </a:cubicBezTo>
                  <a:cubicBezTo>
                    <a:pt x="1" y="160"/>
                    <a:pt x="37" y="255"/>
                    <a:pt x="108" y="303"/>
                  </a:cubicBezTo>
                  <a:cubicBezTo>
                    <a:pt x="513" y="529"/>
                    <a:pt x="513" y="553"/>
                    <a:pt x="584" y="553"/>
                  </a:cubicBezTo>
                  <a:cubicBezTo>
                    <a:pt x="763" y="541"/>
                    <a:pt x="822" y="315"/>
                    <a:pt x="680" y="244"/>
                  </a:cubicBezTo>
                  <a:lnTo>
                    <a:pt x="275" y="17"/>
                  </a:lnTo>
                  <a:cubicBezTo>
                    <a:pt x="253" y="6"/>
                    <a:pt x="227" y="1"/>
                    <a:pt x="20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4" name="Google Shape;13351;p81">
              <a:extLst>
                <a:ext uri="{FF2B5EF4-FFF2-40B4-BE49-F238E27FC236}">
                  <a16:creationId xmlns:a16="http://schemas.microsoft.com/office/drawing/2014/main" id="{32EB22F0-7C64-4A0E-BCEA-FD178B450AE7}"/>
                </a:ext>
              </a:extLst>
            </p:cNvPr>
            <p:cNvSpPr/>
            <p:nvPr/>
          </p:nvSpPr>
          <p:spPr>
            <a:xfrm>
              <a:off x="1448100" y="2481414"/>
              <a:ext cx="125375" cy="191275"/>
            </a:xfrm>
            <a:custGeom>
              <a:avLst/>
              <a:gdLst/>
              <a:ahLst/>
              <a:cxnLst/>
              <a:rect l="l" t="t" r="r" b="b"/>
              <a:pathLst>
                <a:path w="3942" h="6014" extrusionOk="0">
                  <a:moveTo>
                    <a:pt x="1280" y="1498"/>
                  </a:moveTo>
                  <a:cubicBezTo>
                    <a:pt x="1355" y="1498"/>
                    <a:pt x="1429" y="1543"/>
                    <a:pt x="1429" y="1632"/>
                  </a:cubicBezTo>
                  <a:lnTo>
                    <a:pt x="1429" y="1763"/>
                  </a:lnTo>
                  <a:lnTo>
                    <a:pt x="1262" y="1763"/>
                  </a:lnTo>
                  <a:cubicBezTo>
                    <a:pt x="1191" y="1763"/>
                    <a:pt x="1131" y="1704"/>
                    <a:pt x="1131" y="1632"/>
                  </a:cubicBezTo>
                  <a:cubicBezTo>
                    <a:pt x="1131" y="1543"/>
                    <a:pt x="1206" y="1498"/>
                    <a:pt x="1280" y="1498"/>
                  </a:cubicBezTo>
                  <a:close/>
                  <a:moveTo>
                    <a:pt x="2483" y="1498"/>
                  </a:moveTo>
                  <a:cubicBezTo>
                    <a:pt x="2557" y="1498"/>
                    <a:pt x="2632" y="1543"/>
                    <a:pt x="2632" y="1632"/>
                  </a:cubicBezTo>
                  <a:cubicBezTo>
                    <a:pt x="2632" y="1704"/>
                    <a:pt x="2572" y="1763"/>
                    <a:pt x="2501" y="1763"/>
                  </a:cubicBezTo>
                  <a:lnTo>
                    <a:pt x="2334" y="1763"/>
                  </a:lnTo>
                  <a:lnTo>
                    <a:pt x="2334" y="1632"/>
                  </a:lnTo>
                  <a:cubicBezTo>
                    <a:pt x="2334" y="1543"/>
                    <a:pt x="2408" y="1498"/>
                    <a:pt x="2483" y="1498"/>
                  </a:cubicBezTo>
                  <a:close/>
                  <a:moveTo>
                    <a:pt x="1989" y="2085"/>
                  </a:moveTo>
                  <a:lnTo>
                    <a:pt x="1989" y="3776"/>
                  </a:lnTo>
                  <a:lnTo>
                    <a:pt x="1739" y="3776"/>
                  </a:lnTo>
                  <a:lnTo>
                    <a:pt x="1739" y="2085"/>
                  </a:lnTo>
                  <a:close/>
                  <a:moveTo>
                    <a:pt x="2524" y="4097"/>
                  </a:moveTo>
                  <a:lnTo>
                    <a:pt x="2524" y="4430"/>
                  </a:lnTo>
                  <a:lnTo>
                    <a:pt x="1215" y="4430"/>
                  </a:lnTo>
                  <a:lnTo>
                    <a:pt x="1215" y="4097"/>
                  </a:lnTo>
                  <a:close/>
                  <a:moveTo>
                    <a:pt x="2512" y="4752"/>
                  </a:moveTo>
                  <a:lnTo>
                    <a:pt x="2512" y="4942"/>
                  </a:lnTo>
                  <a:lnTo>
                    <a:pt x="2524" y="4942"/>
                  </a:lnTo>
                  <a:cubicBezTo>
                    <a:pt x="2524" y="5026"/>
                    <a:pt x="2465" y="5085"/>
                    <a:pt x="2393" y="5085"/>
                  </a:cubicBezTo>
                  <a:lnTo>
                    <a:pt x="1334" y="5085"/>
                  </a:lnTo>
                  <a:cubicBezTo>
                    <a:pt x="1262" y="5085"/>
                    <a:pt x="1203" y="5026"/>
                    <a:pt x="1203" y="4942"/>
                  </a:cubicBezTo>
                  <a:lnTo>
                    <a:pt x="1203" y="4752"/>
                  </a:lnTo>
                  <a:close/>
                  <a:moveTo>
                    <a:pt x="2227" y="5395"/>
                  </a:moveTo>
                  <a:cubicBezTo>
                    <a:pt x="2203" y="5561"/>
                    <a:pt x="2048" y="5681"/>
                    <a:pt x="1870" y="5681"/>
                  </a:cubicBezTo>
                  <a:cubicBezTo>
                    <a:pt x="1691" y="5681"/>
                    <a:pt x="1548" y="5561"/>
                    <a:pt x="1500" y="5395"/>
                  </a:cubicBezTo>
                  <a:close/>
                  <a:moveTo>
                    <a:pt x="1874" y="1"/>
                  </a:moveTo>
                  <a:cubicBezTo>
                    <a:pt x="834" y="1"/>
                    <a:pt x="0" y="837"/>
                    <a:pt x="0" y="1882"/>
                  </a:cubicBezTo>
                  <a:cubicBezTo>
                    <a:pt x="0" y="2406"/>
                    <a:pt x="215" y="2906"/>
                    <a:pt x="607" y="3264"/>
                  </a:cubicBezTo>
                  <a:cubicBezTo>
                    <a:pt x="786" y="3418"/>
                    <a:pt x="869" y="3656"/>
                    <a:pt x="869" y="3895"/>
                  </a:cubicBezTo>
                  <a:lnTo>
                    <a:pt x="869" y="4942"/>
                  </a:lnTo>
                  <a:cubicBezTo>
                    <a:pt x="869" y="5145"/>
                    <a:pt x="988" y="5300"/>
                    <a:pt x="1155" y="5359"/>
                  </a:cubicBezTo>
                  <a:cubicBezTo>
                    <a:pt x="1191" y="5716"/>
                    <a:pt x="1489" y="6014"/>
                    <a:pt x="1858" y="6014"/>
                  </a:cubicBezTo>
                  <a:cubicBezTo>
                    <a:pt x="2227" y="6014"/>
                    <a:pt x="2524" y="5740"/>
                    <a:pt x="2560" y="5359"/>
                  </a:cubicBezTo>
                  <a:cubicBezTo>
                    <a:pt x="2715" y="5288"/>
                    <a:pt x="2834" y="5121"/>
                    <a:pt x="2834" y="4942"/>
                  </a:cubicBezTo>
                  <a:lnTo>
                    <a:pt x="2834" y="3871"/>
                  </a:lnTo>
                  <a:cubicBezTo>
                    <a:pt x="2834" y="3811"/>
                    <a:pt x="2834" y="3752"/>
                    <a:pt x="2858" y="3692"/>
                  </a:cubicBezTo>
                  <a:cubicBezTo>
                    <a:pt x="2870" y="3609"/>
                    <a:pt x="2822" y="3514"/>
                    <a:pt x="2727" y="3502"/>
                  </a:cubicBezTo>
                  <a:cubicBezTo>
                    <a:pt x="2718" y="3500"/>
                    <a:pt x="2710" y="3500"/>
                    <a:pt x="2701" y="3500"/>
                  </a:cubicBezTo>
                  <a:cubicBezTo>
                    <a:pt x="2627" y="3500"/>
                    <a:pt x="2558" y="3546"/>
                    <a:pt x="2536" y="3621"/>
                  </a:cubicBezTo>
                  <a:cubicBezTo>
                    <a:pt x="2524" y="3668"/>
                    <a:pt x="2524" y="3728"/>
                    <a:pt x="2512" y="3776"/>
                  </a:cubicBezTo>
                  <a:lnTo>
                    <a:pt x="2298" y="3776"/>
                  </a:lnTo>
                  <a:lnTo>
                    <a:pt x="2298" y="2085"/>
                  </a:lnTo>
                  <a:lnTo>
                    <a:pt x="2465" y="2085"/>
                  </a:lnTo>
                  <a:cubicBezTo>
                    <a:pt x="2715" y="2085"/>
                    <a:pt x="2929" y="1882"/>
                    <a:pt x="2929" y="1632"/>
                  </a:cubicBezTo>
                  <a:cubicBezTo>
                    <a:pt x="2929" y="1370"/>
                    <a:pt x="2715" y="1168"/>
                    <a:pt x="2465" y="1168"/>
                  </a:cubicBezTo>
                  <a:lnTo>
                    <a:pt x="2441" y="1168"/>
                  </a:lnTo>
                  <a:cubicBezTo>
                    <a:pt x="2179" y="1168"/>
                    <a:pt x="1977" y="1370"/>
                    <a:pt x="1977" y="1632"/>
                  </a:cubicBezTo>
                  <a:lnTo>
                    <a:pt x="1977" y="1763"/>
                  </a:lnTo>
                  <a:lnTo>
                    <a:pt x="1727" y="1763"/>
                  </a:lnTo>
                  <a:lnTo>
                    <a:pt x="1727" y="1632"/>
                  </a:lnTo>
                  <a:cubicBezTo>
                    <a:pt x="1727" y="1370"/>
                    <a:pt x="1512" y="1168"/>
                    <a:pt x="1262" y="1168"/>
                  </a:cubicBezTo>
                  <a:lnTo>
                    <a:pt x="1227" y="1168"/>
                  </a:lnTo>
                  <a:cubicBezTo>
                    <a:pt x="977" y="1168"/>
                    <a:pt x="774" y="1370"/>
                    <a:pt x="774" y="1632"/>
                  </a:cubicBezTo>
                  <a:cubicBezTo>
                    <a:pt x="774" y="1882"/>
                    <a:pt x="977" y="2085"/>
                    <a:pt x="1227" y="2085"/>
                  </a:cubicBezTo>
                  <a:lnTo>
                    <a:pt x="1393" y="2085"/>
                  </a:lnTo>
                  <a:lnTo>
                    <a:pt x="1393" y="3776"/>
                  </a:lnTo>
                  <a:lnTo>
                    <a:pt x="1191" y="3776"/>
                  </a:lnTo>
                  <a:cubicBezTo>
                    <a:pt x="1155" y="3478"/>
                    <a:pt x="1024" y="3204"/>
                    <a:pt x="810" y="3014"/>
                  </a:cubicBezTo>
                  <a:cubicBezTo>
                    <a:pt x="488" y="2716"/>
                    <a:pt x="310" y="2299"/>
                    <a:pt x="310" y="1871"/>
                  </a:cubicBezTo>
                  <a:cubicBezTo>
                    <a:pt x="310" y="1013"/>
                    <a:pt x="988" y="323"/>
                    <a:pt x="1858" y="323"/>
                  </a:cubicBezTo>
                  <a:lnTo>
                    <a:pt x="1905" y="323"/>
                  </a:lnTo>
                  <a:cubicBezTo>
                    <a:pt x="2715" y="335"/>
                    <a:pt x="3394" y="1013"/>
                    <a:pt x="3405" y="1835"/>
                  </a:cubicBezTo>
                  <a:lnTo>
                    <a:pt x="3405" y="1847"/>
                  </a:lnTo>
                  <a:cubicBezTo>
                    <a:pt x="3405" y="2287"/>
                    <a:pt x="3239" y="2668"/>
                    <a:pt x="2929" y="2966"/>
                  </a:cubicBezTo>
                  <a:cubicBezTo>
                    <a:pt x="2870" y="3025"/>
                    <a:pt x="2858" y="3133"/>
                    <a:pt x="2929" y="3204"/>
                  </a:cubicBezTo>
                  <a:cubicBezTo>
                    <a:pt x="2965" y="3240"/>
                    <a:pt x="3007" y="3258"/>
                    <a:pt x="3048" y="3258"/>
                  </a:cubicBezTo>
                  <a:cubicBezTo>
                    <a:pt x="3090" y="3258"/>
                    <a:pt x="3132" y="3240"/>
                    <a:pt x="3167" y="3204"/>
                  </a:cubicBezTo>
                  <a:cubicBezTo>
                    <a:pt x="3906" y="2502"/>
                    <a:pt x="3941" y="1299"/>
                    <a:pt x="3191" y="561"/>
                  </a:cubicBezTo>
                  <a:cubicBezTo>
                    <a:pt x="2858" y="216"/>
                    <a:pt x="2393" y="1"/>
                    <a:pt x="1917" y="1"/>
                  </a:cubicBezTo>
                  <a:cubicBezTo>
                    <a:pt x="1903" y="1"/>
                    <a:pt x="1888" y="1"/>
                    <a:pt x="1874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5" name="Google Shape;13352;p81">
              <a:extLst>
                <a:ext uri="{FF2B5EF4-FFF2-40B4-BE49-F238E27FC236}">
                  <a16:creationId xmlns:a16="http://schemas.microsoft.com/office/drawing/2014/main" id="{845C1B2A-D92B-4428-A9E7-8B4E4865A61A}"/>
                </a:ext>
              </a:extLst>
            </p:cNvPr>
            <p:cNvSpPr/>
            <p:nvPr/>
          </p:nvSpPr>
          <p:spPr>
            <a:xfrm>
              <a:off x="1502232" y="2449259"/>
              <a:ext cx="10655" cy="25380"/>
            </a:xfrm>
            <a:custGeom>
              <a:avLst/>
              <a:gdLst/>
              <a:ahLst/>
              <a:cxnLst/>
              <a:rect l="l" t="t" r="r" b="b"/>
              <a:pathLst>
                <a:path w="335" h="798" extrusionOk="0">
                  <a:moveTo>
                    <a:pt x="168" y="0"/>
                  </a:moveTo>
                  <a:cubicBezTo>
                    <a:pt x="84" y="0"/>
                    <a:pt x="1" y="84"/>
                    <a:pt x="1" y="167"/>
                  </a:cubicBezTo>
                  <a:lnTo>
                    <a:pt x="1" y="631"/>
                  </a:lnTo>
                  <a:cubicBezTo>
                    <a:pt x="1" y="715"/>
                    <a:pt x="84" y="798"/>
                    <a:pt x="168" y="798"/>
                  </a:cubicBezTo>
                  <a:cubicBezTo>
                    <a:pt x="263" y="798"/>
                    <a:pt x="334" y="715"/>
                    <a:pt x="334" y="631"/>
                  </a:cubicBezTo>
                  <a:lnTo>
                    <a:pt x="334" y="167"/>
                  </a:lnTo>
                  <a:cubicBezTo>
                    <a:pt x="334" y="84"/>
                    <a:pt x="263" y="0"/>
                    <a:pt x="168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6" name="Google Shape;13353;p81">
              <a:extLst>
                <a:ext uri="{FF2B5EF4-FFF2-40B4-BE49-F238E27FC236}">
                  <a16:creationId xmlns:a16="http://schemas.microsoft.com/office/drawing/2014/main" id="{451C3232-B652-442B-BB93-5E1A2ACE9DAB}"/>
                </a:ext>
              </a:extLst>
            </p:cNvPr>
            <p:cNvSpPr/>
            <p:nvPr/>
          </p:nvSpPr>
          <p:spPr>
            <a:xfrm>
              <a:off x="1458309" y="2460582"/>
              <a:ext cx="18988" cy="23090"/>
            </a:xfrm>
            <a:custGeom>
              <a:avLst/>
              <a:gdLst/>
              <a:ahLst/>
              <a:cxnLst/>
              <a:rect l="l" t="t" r="r" b="b"/>
              <a:pathLst>
                <a:path w="597" h="726" extrusionOk="0">
                  <a:moveTo>
                    <a:pt x="190" y="1"/>
                  </a:moveTo>
                  <a:cubicBezTo>
                    <a:pt x="161" y="1"/>
                    <a:pt x="132" y="9"/>
                    <a:pt x="108" y="25"/>
                  </a:cubicBezTo>
                  <a:cubicBezTo>
                    <a:pt x="25" y="61"/>
                    <a:pt x="1" y="168"/>
                    <a:pt x="48" y="240"/>
                  </a:cubicBezTo>
                  <a:lnTo>
                    <a:pt x="275" y="644"/>
                  </a:lnTo>
                  <a:cubicBezTo>
                    <a:pt x="299" y="693"/>
                    <a:pt x="357" y="726"/>
                    <a:pt x="414" y="726"/>
                  </a:cubicBezTo>
                  <a:cubicBezTo>
                    <a:pt x="441" y="726"/>
                    <a:pt x="466" y="719"/>
                    <a:pt x="489" y="704"/>
                  </a:cubicBezTo>
                  <a:cubicBezTo>
                    <a:pt x="572" y="656"/>
                    <a:pt x="596" y="573"/>
                    <a:pt x="548" y="478"/>
                  </a:cubicBezTo>
                  <a:lnTo>
                    <a:pt x="322" y="85"/>
                  </a:lnTo>
                  <a:cubicBezTo>
                    <a:pt x="299" y="30"/>
                    <a:pt x="244" y="1"/>
                    <a:pt x="190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7" name="Google Shape;13354;p81">
              <a:extLst>
                <a:ext uri="{FF2B5EF4-FFF2-40B4-BE49-F238E27FC236}">
                  <a16:creationId xmlns:a16="http://schemas.microsoft.com/office/drawing/2014/main" id="{2F26BE0B-CE3D-47CE-B91B-73DFB613BE90}"/>
                </a:ext>
              </a:extLst>
            </p:cNvPr>
            <p:cNvSpPr/>
            <p:nvPr/>
          </p:nvSpPr>
          <p:spPr>
            <a:xfrm>
              <a:off x="1425741" y="2492768"/>
              <a:ext cx="25031" cy="17874"/>
            </a:xfrm>
            <a:custGeom>
              <a:avLst/>
              <a:gdLst/>
              <a:ahLst/>
              <a:cxnLst/>
              <a:rect l="l" t="t" r="r" b="b"/>
              <a:pathLst>
                <a:path w="787" h="562" extrusionOk="0">
                  <a:moveTo>
                    <a:pt x="181" y="1"/>
                  </a:moveTo>
                  <a:cubicBezTo>
                    <a:pt x="126" y="1"/>
                    <a:pt x="72" y="30"/>
                    <a:pt x="48" y="85"/>
                  </a:cubicBezTo>
                  <a:cubicBezTo>
                    <a:pt x="1" y="156"/>
                    <a:pt x="25" y="263"/>
                    <a:pt x="108" y="299"/>
                  </a:cubicBezTo>
                  <a:cubicBezTo>
                    <a:pt x="501" y="525"/>
                    <a:pt x="501" y="561"/>
                    <a:pt x="584" y="561"/>
                  </a:cubicBezTo>
                  <a:cubicBezTo>
                    <a:pt x="632" y="561"/>
                    <a:pt x="703" y="525"/>
                    <a:pt x="727" y="466"/>
                  </a:cubicBezTo>
                  <a:cubicBezTo>
                    <a:pt x="787" y="394"/>
                    <a:pt x="751" y="287"/>
                    <a:pt x="668" y="240"/>
                  </a:cubicBezTo>
                  <a:lnTo>
                    <a:pt x="263" y="25"/>
                  </a:lnTo>
                  <a:cubicBezTo>
                    <a:pt x="238" y="9"/>
                    <a:pt x="209" y="1"/>
                    <a:pt x="18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8" name="Google Shape;13355;p81">
              <a:extLst>
                <a:ext uri="{FF2B5EF4-FFF2-40B4-BE49-F238E27FC236}">
                  <a16:creationId xmlns:a16="http://schemas.microsoft.com/office/drawing/2014/main" id="{D5CC22F6-6DCC-4EA2-92F3-3FF0C5A249F9}"/>
                </a:ext>
              </a:extLst>
            </p:cNvPr>
            <p:cNvSpPr/>
            <p:nvPr/>
          </p:nvSpPr>
          <p:spPr>
            <a:xfrm>
              <a:off x="1414768" y="2535959"/>
              <a:ext cx="25031" cy="10655"/>
            </a:xfrm>
            <a:custGeom>
              <a:avLst/>
              <a:gdLst/>
              <a:ahLst/>
              <a:cxnLst/>
              <a:rect l="l" t="t" r="r" b="b"/>
              <a:pathLst>
                <a:path w="787" h="335" extrusionOk="0">
                  <a:moveTo>
                    <a:pt x="167" y="1"/>
                  </a:moveTo>
                  <a:cubicBezTo>
                    <a:pt x="72" y="1"/>
                    <a:pt x="1" y="72"/>
                    <a:pt x="1" y="167"/>
                  </a:cubicBezTo>
                  <a:cubicBezTo>
                    <a:pt x="1" y="251"/>
                    <a:pt x="72" y="334"/>
                    <a:pt x="167" y="334"/>
                  </a:cubicBezTo>
                  <a:lnTo>
                    <a:pt x="632" y="334"/>
                  </a:lnTo>
                  <a:cubicBezTo>
                    <a:pt x="715" y="334"/>
                    <a:pt x="786" y="251"/>
                    <a:pt x="786" y="167"/>
                  </a:cubicBezTo>
                  <a:cubicBezTo>
                    <a:pt x="786" y="72"/>
                    <a:pt x="715" y="1"/>
                    <a:pt x="632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9" name="Google Shape;13356;p81">
              <a:extLst>
                <a:ext uri="{FF2B5EF4-FFF2-40B4-BE49-F238E27FC236}">
                  <a16:creationId xmlns:a16="http://schemas.microsoft.com/office/drawing/2014/main" id="{EEC5AA19-7F78-485F-A6D6-41BD473D3C9B}"/>
                </a:ext>
              </a:extLst>
            </p:cNvPr>
            <p:cNvSpPr/>
            <p:nvPr/>
          </p:nvSpPr>
          <p:spPr>
            <a:xfrm>
              <a:off x="1573825" y="2537104"/>
              <a:ext cx="24999" cy="10241"/>
            </a:xfrm>
            <a:custGeom>
              <a:avLst/>
              <a:gdLst/>
              <a:ahLst/>
              <a:cxnLst/>
              <a:rect l="l" t="t" r="r" b="b"/>
              <a:pathLst>
                <a:path w="786" h="322" extrusionOk="0">
                  <a:moveTo>
                    <a:pt x="167" y="0"/>
                  </a:moveTo>
                  <a:cubicBezTo>
                    <a:pt x="72" y="0"/>
                    <a:pt x="0" y="72"/>
                    <a:pt x="0" y="155"/>
                  </a:cubicBezTo>
                  <a:cubicBezTo>
                    <a:pt x="0" y="251"/>
                    <a:pt x="72" y="322"/>
                    <a:pt x="167" y="322"/>
                  </a:cubicBezTo>
                  <a:lnTo>
                    <a:pt x="631" y="322"/>
                  </a:lnTo>
                  <a:cubicBezTo>
                    <a:pt x="715" y="322"/>
                    <a:pt x="786" y="251"/>
                    <a:pt x="786" y="155"/>
                  </a:cubicBezTo>
                  <a:cubicBezTo>
                    <a:pt x="786" y="72"/>
                    <a:pt x="715" y="0"/>
                    <a:pt x="631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6" name="Google Shape;13357;p81">
              <a:extLst>
                <a:ext uri="{FF2B5EF4-FFF2-40B4-BE49-F238E27FC236}">
                  <a16:creationId xmlns:a16="http://schemas.microsoft.com/office/drawing/2014/main" id="{13D11EEF-7DE8-4B4F-95DA-D4D9E7C096B4}"/>
                </a:ext>
              </a:extLst>
            </p:cNvPr>
            <p:cNvSpPr/>
            <p:nvPr/>
          </p:nvSpPr>
          <p:spPr>
            <a:xfrm>
              <a:off x="1563965" y="2493627"/>
              <a:ext cx="24649" cy="17525"/>
            </a:xfrm>
            <a:custGeom>
              <a:avLst/>
              <a:gdLst/>
              <a:ahLst/>
              <a:cxnLst/>
              <a:rect l="l" t="t" r="r" b="b"/>
              <a:pathLst>
                <a:path w="775" h="551" extrusionOk="0">
                  <a:moveTo>
                    <a:pt x="576" y="0"/>
                  </a:moveTo>
                  <a:cubicBezTo>
                    <a:pt x="549" y="0"/>
                    <a:pt x="523" y="7"/>
                    <a:pt x="501" y="22"/>
                  </a:cubicBezTo>
                  <a:lnTo>
                    <a:pt x="108" y="248"/>
                  </a:lnTo>
                  <a:cubicBezTo>
                    <a:pt x="24" y="296"/>
                    <a:pt x="1" y="391"/>
                    <a:pt x="48" y="475"/>
                  </a:cubicBezTo>
                  <a:cubicBezTo>
                    <a:pt x="73" y="524"/>
                    <a:pt x="132" y="550"/>
                    <a:pt x="189" y="550"/>
                  </a:cubicBezTo>
                  <a:cubicBezTo>
                    <a:pt x="215" y="550"/>
                    <a:pt x="240" y="545"/>
                    <a:pt x="263" y="534"/>
                  </a:cubicBezTo>
                  <a:lnTo>
                    <a:pt x="667" y="308"/>
                  </a:lnTo>
                  <a:cubicBezTo>
                    <a:pt x="739" y="260"/>
                    <a:pt x="774" y="153"/>
                    <a:pt x="727" y="82"/>
                  </a:cubicBezTo>
                  <a:cubicBezTo>
                    <a:pt x="694" y="33"/>
                    <a:pt x="633" y="0"/>
                    <a:pt x="576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7" name="Google Shape;13358;p81">
              <a:extLst>
                <a:ext uri="{FF2B5EF4-FFF2-40B4-BE49-F238E27FC236}">
                  <a16:creationId xmlns:a16="http://schemas.microsoft.com/office/drawing/2014/main" id="{5D838CDA-1890-46A9-AC45-C3BADFDC6936}"/>
                </a:ext>
              </a:extLst>
            </p:cNvPr>
            <p:cNvSpPr/>
            <p:nvPr/>
          </p:nvSpPr>
          <p:spPr>
            <a:xfrm>
              <a:off x="1537853" y="2461440"/>
              <a:ext cx="18956" cy="23090"/>
            </a:xfrm>
            <a:custGeom>
              <a:avLst/>
              <a:gdLst/>
              <a:ahLst/>
              <a:cxnLst/>
              <a:rect l="l" t="t" r="r" b="b"/>
              <a:pathLst>
                <a:path w="596" h="726" extrusionOk="0">
                  <a:moveTo>
                    <a:pt x="414" y="0"/>
                  </a:moveTo>
                  <a:cubicBezTo>
                    <a:pt x="357" y="0"/>
                    <a:pt x="298" y="33"/>
                    <a:pt x="274" y="82"/>
                  </a:cubicBezTo>
                  <a:lnTo>
                    <a:pt x="48" y="486"/>
                  </a:lnTo>
                  <a:cubicBezTo>
                    <a:pt x="0" y="558"/>
                    <a:pt x="36" y="665"/>
                    <a:pt x="107" y="701"/>
                  </a:cubicBezTo>
                  <a:cubicBezTo>
                    <a:pt x="132" y="718"/>
                    <a:pt x="162" y="725"/>
                    <a:pt x="192" y="725"/>
                  </a:cubicBezTo>
                  <a:cubicBezTo>
                    <a:pt x="247" y="725"/>
                    <a:pt x="303" y="699"/>
                    <a:pt x="333" y="653"/>
                  </a:cubicBezTo>
                  <a:lnTo>
                    <a:pt x="548" y="248"/>
                  </a:lnTo>
                  <a:cubicBezTo>
                    <a:pt x="595" y="177"/>
                    <a:pt x="572" y="70"/>
                    <a:pt x="488" y="22"/>
                  </a:cubicBezTo>
                  <a:cubicBezTo>
                    <a:pt x="466" y="7"/>
                    <a:pt x="440" y="0"/>
                    <a:pt x="414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2" name="Rectangle: Diagonal Corners Rounded 1">
            <a:extLst>
              <a:ext uri="{FF2B5EF4-FFF2-40B4-BE49-F238E27FC236}">
                <a16:creationId xmlns:a16="http://schemas.microsoft.com/office/drawing/2014/main" id="{8BC2B2E1-F0D8-4045-BA01-AB48857CE9B6}"/>
              </a:ext>
            </a:extLst>
          </p:cNvPr>
          <p:cNvSpPr/>
          <p:nvPr/>
        </p:nvSpPr>
        <p:spPr>
          <a:xfrm>
            <a:off x="1962342" y="1972454"/>
            <a:ext cx="2095200" cy="687506"/>
          </a:xfrm>
          <a:prstGeom prst="round2DiagRect">
            <a:avLst/>
          </a:prstGeom>
          <a:ln>
            <a:solidFill>
              <a:schemeClr val="bg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37D0F4-EFAD-4FAE-94E0-F29EB9B644D0}"/>
              </a:ext>
            </a:extLst>
          </p:cNvPr>
          <p:cNvSpPr txBox="1"/>
          <p:nvPr/>
        </p:nvSpPr>
        <p:spPr>
          <a:xfrm>
            <a:off x="2111160" y="2114215"/>
            <a:ext cx="175745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a-IR" sz="2200" dirty="0">
                <a:solidFill>
                  <a:schemeClr val="tx2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بهره برداری</a:t>
            </a:r>
            <a:endParaRPr lang="en-US" sz="2200" dirty="0">
              <a:solidFill>
                <a:schemeClr val="tx2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</p:txBody>
      </p:sp>
      <p:sp>
        <p:nvSpPr>
          <p:cNvPr id="210" name="Rectangle: Diagonal Corners Rounded 209">
            <a:extLst>
              <a:ext uri="{FF2B5EF4-FFF2-40B4-BE49-F238E27FC236}">
                <a16:creationId xmlns:a16="http://schemas.microsoft.com/office/drawing/2014/main" id="{E845AE51-701D-4D79-BB43-3679336C8DE7}"/>
              </a:ext>
            </a:extLst>
          </p:cNvPr>
          <p:cNvSpPr/>
          <p:nvPr/>
        </p:nvSpPr>
        <p:spPr>
          <a:xfrm>
            <a:off x="2127397" y="2172668"/>
            <a:ext cx="2095200" cy="687506"/>
          </a:xfrm>
          <a:prstGeom prst="round2DiagRect">
            <a:avLst/>
          </a:prstGeom>
          <a:ln>
            <a:solidFill>
              <a:schemeClr val="bg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30503E01-06E6-411A-B5D9-335033C8F53E}"/>
              </a:ext>
            </a:extLst>
          </p:cNvPr>
          <p:cNvSpPr txBox="1"/>
          <p:nvPr/>
        </p:nvSpPr>
        <p:spPr>
          <a:xfrm>
            <a:off x="2276215" y="2314429"/>
            <a:ext cx="175745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a-IR" sz="2200" dirty="0">
                <a:solidFill>
                  <a:schemeClr val="tx2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هزینه</a:t>
            </a:r>
            <a:endParaRPr lang="en-US" sz="2200" dirty="0">
              <a:solidFill>
                <a:schemeClr val="tx2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1369453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0" grpId="0" animBg="1"/>
      <p:bldP spid="21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742;p51">
            <a:extLst>
              <a:ext uri="{FF2B5EF4-FFF2-40B4-BE49-F238E27FC236}">
                <a16:creationId xmlns:a16="http://schemas.microsoft.com/office/drawing/2014/main" id="{5FF06B13-226F-4512-A42C-6CA38F97306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24331" t="5721" r="23342" b="4591"/>
          <a:stretch/>
        </p:blipFill>
        <p:spPr>
          <a:xfrm rot="2268302">
            <a:off x="4823029" y="3112333"/>
            <a:ext cx="1857374" cy="1790699"/>
          </a:xfrm>
          <a:prstGeom prst="rect">
            <a:avLst/>
          </a:prstGeom>
          <a:noFill/>
          <a:ln>
            <a:noFill/>
          </a:ln>
        </p:spPr>
      </p:pic>
      <p:sp>
        <p:nvSpPr>
          <p:cNvPr id="1321" name="Google Shape;1321;p39"/>
          <p:cNvSpPr/>
          <p:nvPr/>
        </p:nvSpPr>
        <p:spPr>
          <a:xfrm rot="5400000">
            <a:off x="1496540" y="1679966"/>
            <a:ext cx="956100" cy="8286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002E8A">
              <a:alpha val="33000"/>
            </a:srgbClr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22" name="Google Shape;1322;p39"/>
          <p:cNvSpPr/>
          <p:nvPr/>
        </p:nvSpPr>
        <p:spPr>
          <a:xfrm rot="5400000">
            <a:off x="4093949" y="1679966"/>
            <a:ext cx="956100" cy="8286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002E8A">
              <a:alpha val="33000"/>
            </a:srgbClr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23" name="Google Shape;1323;p39"/>
          <p:cNvSpPr/>
          <p:nvPr/>
        </p:nvSpPr>
        <p:spPr>
          <a:xfrm rot="5400000">
            <a:off x="6691361" y="1679967"/>
            <a:ext cx="956100" cy="8286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002E8A">
              <a:alpha val="33000"/>
            </a:srgbClr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1375" name="Google Shape;1375;p39"/>
          <p:cNvGrpSpPr/>
          <p:nvPr/>
        </p:nvGrpSpPr>
        <p:grpSpPr>
          <a:xfrm>
            <a:off x="3152500" y="1391963"/>
            <a:ext cx="76825" cy="76800"/>
            <a:chOff x="3104875" y="1099400"/>
            <a:chExt cx="76825" cy="76800"/>
          </a:xfrm>
        </p:grpSpPr>
        <p:sp>
          <p:nvSpPr>
            <p:cNvPr id="1376" name="Google Shape;1376;p39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77" name="Google Shape;1377;p39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pic>
        <p:nvPicPr>
          <p:cNvPr id="1378" name="Google Shape;1378;p39"/>
          <p:cNvPicPr preferRelativeResize="0"/>
          <p:nvPr/>
        </p:nvPicPr>
        <p:blipFill rotWithShape="1">
          <a:blip r:embed="rId4">
            <a:alphaModFix/>
          </a:blip>
          <a:srcRect l="22009" r="18455"/>
          <a:stretch/>
        </p:blipFill>
        <p:spPr>
          <a:xfrm rot="1203247">
            <a:off x="7912229" y="3946308"/>
            <a:ext cx="903665" cy="85381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Rectangle: Rounded Corners 109">
            <a:extLst>
              <a:ext uri="{FF2B5EF4-FFF2-40B4-BE49-F238E27FC236}">
                <a16:creationId xmlns:a16="http://schemas.microsoft.com/office/drawing/2014/main" id="{3CEC278C-804A-49DC-BA70-A8AC46AF60A8}"/>
              </a:ext>
            </a:extLst>
          </p:cNvPr>
          <p:cNvSpPr/>
          <p:nvPr/>
        </p:nvSpPr>
        <p:spPr>
          <a:xfrm>
            <a:off x="6559094" y="219548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F17CDC78-5AFC-4A7E-8ECE-C7060F99E46D}"/>
              </a:ext>
            </a:extLst>
          </p:cNvPr>
          <p:cNvSpPr txBox="1"/>
          <p:nvPr/>
        </p:nvSpPr>
        <p:spPr>
          <a:xfrm>
            <a:off x="6557498" y="320319"/>
            <a:ext cx="194638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معرفی ماشین های خودران</a:t>
            </a:r>
            <a:endParaRPr lang="en-US" sz="1200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112" name="Rectangle: Rounded Corners 111">
            <a:extLst>
              <a:ext uri="{FF2B5EF4-FFF2-40B4-BE49-F238E27FC236}">
                <a16:creationId xmlns:a16="http://schemas.microsoft.com/office/drawing/2014/main" id="{AD560B99-39AB-4846-B527-67B1A7AFA020}"/>
              </a:ext>
            </a:extLst>
          </p:cNvPr>
          <p:cNvSpPr/>
          <p:nvPr/>
        </p:nvSpPr>
        <p:spPr>
          <a:xfrm>
            <a:off x="4556240" y="229094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3CC37295-4CDC-43B9-9037-F730E83FEC94}"/>
              </a:ext>
            </a:extLst>
          </p:cNvPr>
          <p:cNvSpPr txBox="1"/>
          <p:nvPr/>
        </p:nvSpPr>
        <p:spPr>
          <a:xfrm>
            <a:off x="4553048" y="371065"/>
            <a:ext cx="1946382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تاریخچه و تکامل</a:t>
            </a:r>
            <a:endParaRPr lang="en-US" sz="1200" dirty="0">
              <a:solidFill>
                <a:schemeClr val="tx1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  <a:p>
            <a:pPr algn="ctr"/>
            <a:endParaRPr lang="en-US" sz="1200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114" name="Rectangle: Rounded Corners 113">
            <a:extLst>
              <a:ext uri="{FF2B5EF4-FFF2-40B4-BE49-F238E27FC236}">
                <a16:creationId xmlns:a16="http://schemas.microsoft.com/office/drawing/2014/main" id="{01528015-6B78-427C-9995-B0C407409CAD}"/>
              </a:ext>
            </a:extLst>
          </p:cNvPr>
          <p:cNvSpPr/>
          <p:nvPr/>
        </p:nvSpPr>
        <p:spPr>
          <a:xfrm>
            <a:off x="2550992" y="222971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8592109F-7540-4086-ABD4-911F77C08929}"/>
              </a:ext>
            </a:extLst>
          </p:cNvPr>
          <p:cNvSpPr txBox="1"/>
          <p:nvPr/>
        </p:nvSpPr>
        <p:spPr>
          <a:xfrm>
            <a:off x="2550194" y="320319"/>
            <a:ext cx="194638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b="1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چرا ماشین های خودران؟</a:t>
            </a:r>
            <a:endParaRPr lang="en-US" b="1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116" name="Rectangle: Rounded Corners 115">
            <a:extLst>
              <a:ext uri="{FF2B5EF4-FFF2-40B4-BE49-F238E27FC236}">
                <a16:creationId xmlns:a16="http://schemas.microsoft.com/office/drawing/2014/main" id="{F852B690-4C65-4B43-B140-93CBDAADE44F}"/>
              </a:ext>
            </a:extLst>
          </p:cNvPr>
          <p:cNvSpPr/>
          <p:nvPr/>
        </p:nvSpPr>
        <p:spPr>
          <a:xfrm>
            <a:off x="545744" y="215859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E95D4D82-E4F2-4EFB-97BD-7054C786D89A}"/>
              </a:ext>
            </a:extLst>
          </p:cNvPr>
          <p:cNvSpPr txBox="1"/>
          <p:nvPr/>
        </p:nvSpPr>
        <p:spPr>
          <a:xfrm>
            <a:off x="544148" y="316630"/>
            <a:ext cx="194638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Segoe UI Variable Text Semiligh" pitchFamily="2" charset="0"/>
                <a:ea typeface="Source Sans Pro" panose="020B0503030403020204" pitchFamily="34" charset="0"/>
                <a:cs typeface="Vazir" panose="020B0603030804020204" pitchFamily="34" charset="-78"/>
              </a:rPr>
              <a:t>اجزای اصلی</a:t>
            </a:r>
            <a:endParaRPr lang="en-US" sz="1200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118" name="Rectangle: Rounded Corners 117">
            <a:extLst>
              <a:ext uri="{FF2B5EF4-FFF2-40B4-BE49-F238E27FC236}">
                <a16:creationId xmlns:a16="http://schemas.microsoft.com/office/drawing/2014/main" id="{104E379F-AA33-451A-B55E-E57E408734C4}"/>
              </a:ext>
            </a:extLst>
          </p:cNvPr>
          <p:cNvSpPr/>
          <p:nvPr/>
        </p:nvSpPr>
        <p:spPr>
          <a:xfrm>
            <a:off x="6559094" y="797982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FC6ED3A2-651F-4A9F-BF36-3A6798C4EFDF}"/>
              </a:ext>
            </a:extLst>
          </p:cNvPr>
          <p:cNvSpPr txBox="1"/>
          <p:nvPr/>
        </p:nvSpPr>
        <p:spPr>
          <a:xfrm>
            <a:off x="6557498" y="898753"/>
            <a:ext cx="194638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نحوه عملکرد</a:t>
            </a:r>
            <a:endParaRPr lang="en-US" sz="1200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120" name="Rectangle: Rounded Corners 119">
            <a:extLst>
              <a:ext uri="{FF2B5EF4-FFF2-40B4-BE49-F238E27FC236}">
                <a16:creationId xmlns:a16="http://schemas.microsoft.com/office/drawing/2014/main" id="{21C8D5FA-BE95-4B6A-8309-552F85FF54FF}"/>
              </a:ext>
            </a:extLst>
          </p:cNvPr>
          <p:cNvSpPr/>
          <p:nvPr/>
        </p:nvSpPr>
        <p:spPr>
          <a:xfrm>
            <a:off x="4556240" y="807528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4C9A4F05-6C0C-46A4-9374-776F9FF7BF6D}"/>
              </a:ext>
            </a:extLst>
          </p:cNvPr>
          <p:cNvSpPr txBox="1"/>
          <p:nvPr/>
        </p:nvSpPr>
        <p:spPr>
          <a:xfrm>
            <a:off x="4554644" y="908299"/>
            <a:ext cx="194638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چالش ها و موانع</a:t>
            </a:r>
            <a:endParaRPr lang="en-US" sz="1200" dirty="0">
              <a:solidFill>
                <a:schemeClr val="tx1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</p:txBody>
      </p:sp>
      <p:sp>
        <p:nvSpPr>
          <p:cNvPr id="122" name="Rectangle: Rounded Corners 121">
            <a:extLst>
              <a:ext uri="{FF2B5EF4-FFF2-40B4-BE49-F238E27FC236}">
                <a16:creationId xmlns:a16="http://schemas.microsoft.com/office/drawing/2014/main" id="{6210408A-B27F-4C78-BC80-C99201793416}"/>
              </a:ext>
            </a:extLst>
          </p:cNvPr>
          <p:cNvSpPr/>
          <p:nvPr/>
        </p:nvSpPr>
        <p:spPr>
          <a:xfrm>
            <a:off x="2551790" y="797982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58B60014-B102-4E1C-BBD1-5C2ECB513AA9}"/>
              </a:ext>
            </a:extLst>
          </p:cNvPr>
          <p:cNvSpPr txBox="1"/>
          <p:nvPr/>
        </p:nvSpPr>
        <p:spPr>
          <a:xfrm>
            <a:off x="2550194" y="898753"/>
            <a:ext cx="194638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آینده ماشین های خودران</a:t>
            </a:r>
            <a:endParaRPr lang="en-US" sz="1200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124" name="Rectangle: Rounded Corners 123">
            <a:extLst>
              <a:ext uri="{FF2B5EF4-FFF2-40B4-BE49-F238E27FC236}">
                <a16:creationId xmlns:a16="http://schemas.microsoft.com/office/drawing/2014/main" id="{67D76EB8-FC27-4D92-95AD-77E683052878}"/>
              </a:ext>
            </a:extLst>
          </p:cNvPr>
          <p:cNvSpPr/>
          <p:nvPr/>
        </p:nvSpPr>
        <p:spPr>
          <a:xfrm>
            <a:off x="545744" y="794293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CA655A86-4BD3-42DF-B1A7-8E9D3A8D0ADB}"/>
              </a:ext>
            </a:extLst>
          </p:cNvPr>
          <p:cNvSpPr txBox="1"/>
          <p:nvPr/>
        </p:nvSpPr>
        <p:spPr>
          <a:xfrm>
            <a:off x="544148" y="895064"/>
            <a:ext cx="194638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منابع</a:t>
            </a:r>
            <a:endParaRPr lang="en-US" sz="1200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F81A1E-E2E0-4B98-AB5D-99C719708236}"/>
              </a:ext>
            </a:extLst>
          </p:cNvPr>
          <p:cNvSpPr txBox="1"/>
          <p:nvPr/>
        </p:nvSpPr>
        <p:spPr>
          <a:xfrm>
            <a:off x="947120" y="2725452"/>
            <a:ext cx="209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a-IR" sz="1800" dirty="0">
                <a:solidFill>
                  <a:schemeClr val="tx1"/>
                </a:solidFill>
                <a:cs typeface="Yekan" pitchFamily="2" charset="-78"/>
              </a:rPr>
              <a:t>هوش مصنوعی</a:t>
            </a:r>
            <a:endParaRPr lang="en-US" sz="1800" dirty="0">
              <a:solidFill>
                <a:schemeClr val="tx1"/>
              </a:solidFill>
              <a:cs typeface="Yekan" pitchFamily="2" charset="-78"/>
            </a:endParaRP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29A2B92B-B0D6-4243-B396-75D9A8E866C8}"/>
              </a:ext>
            </a:extLst>
          </p:cNvPr>
          <p:cNvSpPr txBox="1"/>
          <p:nvPr/>
        </p:nvSpPr>
        <p:spPr>
          <a:xfrm>
            <a:off x="3539888" y="2741892"/>
            <a:ext cx="209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a-IR" sz="1800" dirty="0">
                <a:solidFill>
                  <a:schemeClr val="tx1"/>
                </a:solidFill>
                <a:cs typeface="Yekan" pitchFamily="2" charset="-78"/>
              </a:rPr>
              <a:t>ضمیمه کردن خدمات</a:t>
            </a:r>
            <a:endParaRPr lang="en-US" sz="1800" dirty="0">
              <a:solidFill>
                <a:schemeClr val="tx1"/>
              </a:solidFill>
              <a:cs typeface="Yekan" pitchFamily="2" charset="-78"/>
            </a:endParaRP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EAB80953-1D30-46A1-ADE7-0597549351C1}"/>
              </a:ext>
            </a:extLst>
          </p:cNvPr>
          <p:cNvSpPr txBox="1"/>
          <p:nvPr/>
        </p:nvSpPr>
        <p:spPr>
          <a:xfrm>
            <a:off x="6137052" y="2721456"/>
            <a:ext cx="209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a-IR" sz="1800" dirty="0">
                <a:solidFill>
                  <a:schemeClr val="tx1"/>
                </a:solidFill>
                <a:cs typeface="Yekan" pitchFamily="2" charset="-78"/>
              </a:rPr>
              <a:t>دلایل اقتصادی</a:t>
            </a:r>
            <a:endParaRPr lang="en-US" sz="1800" dirty="0">
              <a:solidFill>
                <a:schemeClr val="tx1"/>
              </a:solidFill>
              <a:cs typeface="Yekan" pitchFamily="2" charset="-78"/>
            </a:endParaRPr>
          </a:p>
        </p:txBody>
      </p:sp>
      <p:grpSp>
        <p:nvGrpSpPr>
          <p:cNvPr id="137" name="Google Shape;11890;p79">
            <a:extLst>
              <a:ext uri="{FF2B5EF4-FFF2-40B4-BE49-F238E27FC236}">
                <a16:creationId xmlns:a16="http://schemas.microsoft.com/office/drawing/2014/main" id="{10212200-A78A-4F49-86B0-AA764EB91E7E}"/>
              </a:ext>
            </a:extLst>
          </p:cNvPr>
          <p:cNvGrpSpPr/>
          <p:nvPr/>
        </p:nvGrpSpPr>
        <p:grpSpPr>
          <a:xfrm>
            <a:off x="6909686" y="1835511"/>
            <a:ext cx="548640" cy="548640"/>
            <a:chOff x="3097241" y="2433564"/>
            <a:chExt cx="344883" cy="343387"/>
          </a:xfrm>
        </p:grpSpPr>
        <p:sp>
          <p:nvSpPr>
            <p:cNvPr id="138" name="Google Shape;11891;p79">
              <a:extLst>
                <a:ext uri="{FF2B5EF4-FFF2-40B4-BE49-F238E27FC236}">
                  <a16:creationId xmlns:a16="http://schemas.microsoft.com/office/drawing/2014/main" id="{69CC9B83-98AF-43CF-8D5E-A1C8BE1FFBB6}"/>
                </a:ext>
              </a:extLst>
            </p:cNvPr>
            <p:cNvSpPr/>
            <p:nvPr/>
          </p:nvSpPr>
          <p:spPr>
            <a:xfrm>
              <a:off x="3151825" y="2465806"/>
              <a:ext cx="235746" cy="311146"/>
            </a:xfrm>
            <a:custGeom>
              <a:avLst/>
              <a:gdLst/>
              <a:ahLst/>
              <a:cxnLst/>
              <a:rect l="l" t="t" r="r" b="b"/>
              <a:pathLst>
                <a:path w="7407" h="9776" extrusionOk="0">
                  <a:moveTo>
                    <a:pt x="3703" y="322"/>
                  </a:moveTo>
                  <a:cubicBezTo>
                    <a:pt x="5573" y="322"/>
                    <a:pt x="7097" y="1846"/>
                    <a:pt x="7097" y="3715"/>
                  </a:cubicBezTo>
                  <a:cubicBezTo>
                    <a:pt x="7097" y="5239"/>
                    <a:pt x="6144" y="6728"/>
                    <a:pt x="5358" y="7704"/>
                  </a:cubicBezTo>
                  <a:cubicBezTo>
                    <a:pt x="4656" y="8573"/>
                    <a:pt x="3953" y="9192"/>
                    <a:pt x="3703" y="9418"/>
                  </a:cubicBezTo>
                  <a:cubicBezTo>
                    <a:pt x="3441" y="9192"/>
                    <a:pt x="2751" y="8573"/>
                    <a:pt x="2048" y="7704"/>
                  </a:cubicBezTo>
                  <a:cubicBezTo>
                    <a:pt x="1263" y="6728"/>
                    <a:pt x="310" y="5239"/>
                    <a:pt x="310" y="3715"/>
                  </a:cubicBezTo>
                  <a:cubicBezTo>
                    <a:pt x="310" y="1846"/>
                    <a:pt x="1822" y="322"/>
                    <a:pt x="3703" y="322"/>
                  </a:cubicBezTo>
                  <a:close/>
                  <a:moveTo>
                    <a:pt x="3703" y="1"/>
                  </a:moveTo>
                  <a:cubicBezTo>
                    <a:pt x="1667" y="1"/>
                    <a:pt x="0" y="1668"/>
                    <a:pt x="0" y="3704"/>
                  </a:cubicBezTo>
                  <a:cubicBezTo>
                    <a:pt x="0" y="4418"/>
                    <a:pt x="191" y="5192"/>
                    <a:pt x="560" y="5978"/>
                  </a:cubicBezTo>
                  <a:cubicBezTo>
                    <a:pt x="858" y="6609"/>
                    <a:pt x="1274" y="7263"/>
                    <a:pt x="1798" y="7894"/>
                  </a:cubicBezTo>
                  <a:cubicBezTo>
                    <a:pt x="2691" y="9002"/>
                    <a:pt x="3549" y="9716"/>
                    <a:pt x="3596" y="9740"/>
                  </a:cubicBezTo>
                  <a:cubicBezTo>
                    <a:pt x="3626" y="9764"/>
                    <a:pt x="3665" y="9776"/>
                    <a:pt x="3700" y="9776"/>
                  </a:cubicBezTo>
                  <a:cubicBezTo>
                    <a:pt x="3736" y="9776"/>
                    <a:pt x="3769" y="9764"/>
                    <a:pt x="3787" y="9740"/>
                  </a:cubicBezTo>
                  <a:cubicBezTo>
                    <a:pt x="3822" y="9716"/>
                    <a:pt x="4703" y="9002"/>
                    <a:pt x="5596" y="7894"/>
                  </a:cubicBezTo>
                  <a:cubicBezTo>
                    <a:pt x="6108" y="7252"/>
                    <a:pt x="6525" y="6609"/>
                    <a:pt x="6823" y="5978"/>
                  </a:cubicBezTo>
                  <a:cubicBezTo>
                    <a:pt x="7204" y="5192"/>
                    <a:pt x="7394" y="4418"/>
                    <a:pt x="7394" y="3704"/>
                  </a:cubicBezTo>
                  <a:cubicBezTo>
                    <a:pt x="7406" y="1668"/>
                    <a:pt x="5739" y="1"/>
                    <a:pt x="3703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9" name="Google Shape;11892;p79">
              <a:extLst>
                <a:ext uri="{FF2B5EF4-FFF2-40B4-BE49-F238E27FC236}">
                  <a16:creationId xmlns:a16="http://schemas.microsoft.com/office/drawing/2014/main" id="{F4FB37C6-BB3C-41C3-BB40-36E98B3EF15F}"/>
                </a:ext>
              </a:extLst>
            </p:cNvPr>
            <p:cNvSpPr/>
            <p:nvPr/>
          </p:nvSpPr>
          <p:spPr>
            <a:xfrm>
              <a:off x="3179483" y="2492732"/>
              <a:ext cx="181926" cy="181894"/>
            </a:xfrm>
            <a:custGeom>
              <a:avLst/>
              <a:gdLst/>
              <a:ahLst/>
              <a:cxnLst/>
              <a:rect l="l" t="t" r="r" b="b"/>
              <a:pathLst>
                <a:path w="5716" h="5715" extrusionOk="0">
                  <a:moveTo>
                    <a:pt x="2858" y="0"/>
                  </a:moveTo>
                  <a:cubicBezTo>
                    <a:pt x="1286" y="0"/>
                    <a:pt x="1" y="1286"/>
                    <a:pt x="1" y="2858"/>
                  </a:cubicBezTo>
                  <a:cubicBezTo>
                    <a:pt x="1" y="4441"/>
                    <a:pt x="1286" y="5715"/>
                    <a:pt x="2858" y="5715"/>
                  </a:cubicBezTo>
                  <a:cubicBezTo>
                    <a:pt x="4442" y="5715"/>
                    <a:pt x="5716" y="4429"/>
                    <a:pt x="5716" y="2858"/>
                  </a:cubicBezTo>
                  <a:cubicBezTo>
                    <a:pt x="5692" y="2131"/>
                    <a:pt x="5418" y="1429"/>
                    <a:pt x="4918" y="893"/>
                  </a:cubicBezTo>
                  <a:cubicBezTo>
                    <a:pt x="4888" y="863"/>
                    <a:pt x="4846" y="848"/>
                    <a:pt x="4805" y="848"/>
                  </a:cubicBezTo>
                  <a:cubicBezTo>
                    <a:pt x="4763" y="848"/>
                    <a:pt x="4721" y="863"/>
                    <a:pt x="4692" y="893"/>
                  </a:cubicBezTo>
                  <a:cubicBezTo>
                    <a:pt x="4632" y="953"/>
                    <a:pt x="4632" y="1060"/>
                    <a:pt x="4692" y="1119"/>
                  </a:cubicBezTo>
                  <a:cubicBezTo>
                    <a:pt x="5144" y="1595"/>
                    <a:pt x="5394" y="2215"/>
                    <a:pt x="5394" y="2869"/>
                  </a:cubicBezTo>
                  <a:cubicBezTo>
                    <a:pt x="5394" y="4274"/>
                    <a:pt x="4251" y="5417"/>
                    <a:pt x="2846" y="5417"/>
                  </a:cubicBezTo>
                  <a:cubicBezTo>
                    <a:pt x="1453" y="5417"/>
                    <a:pt x="298" y="4274"/>
                    <a:pt x="298" y="2869"/>
                  </a:cubicBezTo>
                  <a:cubicBezTo>
                    <a:pt x="298" y="1476"/>
                    <a:pt x="1453" y="333"/>
                    <a:pt x="2846" y="333"/>
                  </a:cubicBezTo>
                  <a:cubicBezTo>
                    <a:pt x="3299" y="333"/>
                    <a:pt x="3739" y="452"/>
                    <a:pt x="4132" y="667"/>
                  </a:cubicBezTo>
                  <a:cubicBezTo>
                    <a:pt x="4157" y="683"/>
                    <a:pt x="4185" y="691"/>
                    <a:pt x="4214" y="691"/>
                  </a:cubicBezTo>
                  <a:cubicBezTo>
                    <a:pt x="4269" y="691"/>
                    <a:pt x="4323" y="662"/>
                    <a:pt x="4346" y="607"/>
                  </a:cubicBezTo>
                  <a:cubicBezTo>
                    <a:pt x="4394" y="536"/>
                    <a:pt x="4370" y="429"/>
                    <a:pt x="4287" y="393"/>
                  </a:cubicBezTo>
                  <a:cubicBezTo>
                    <a:pt x="3858" y="131"/>
                    <a:pt x="3370" y="0"/>
                    <a:pt x="2858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0" name="Google Shape;11893;p79">
              <a:extLst>
                <a:ext uri="{FF2B5EF4-FFF2-40B4-BE49-F238E27FC236}">
                  <a16:creationId xmlns:a16="http://schemas.microsoft.com/office/drawing/2014/main" id="{6FACBDDC-74BE-461E-AF48-885E62DA8EEE}"/>
                </a:ext>
              </a:extLst>
            </p:cNvPr>
            <p:cNvSpPr/>
            <p:nvPr/>
          </p:nvSpPr>
          <p:spPr>
            <a:xfrm>
              <a:off x="3242024" y="2524941"/>
              <a:ext cx="54202" cy="117857"/>
            </a:xfrm>
            <a:custGeom>
              <a:avLst/>
              <a:gdLst/>
              <a:ahLst/>
              <a:cxnLst/>
              <a:rect l="l" t="t" r="r" b="b"/>
              <a:pathLst>
                <a:path w="1703" h="3703" extrusionOk="0">
                  <a:moveTo>
                    <a:pt x="857" y="0"/>
                  </a:moveTo>
                  <a:cubicBezTo>
                    <a:pt x="762" y="0"/>
                    <a:pt x="691" y="71"/>
                    <a:pt x="691" y="167"/>
                  </a:cubicBezTo>
                  <a:lnTo>
                    <a:pt x="691" y="524"/>
                  </a:lnTo>
                  <a:cubicBezTo>
                    <a:pt x="322" y="560"/>
                    <a:pt x="24" y="881"/>
                    <a:pt x="24" y="1262"/>
                  </a:cubicBezTo>
                  <a:cubicBezTo>
                    <a:pt x="24" y="1679"/>
                    <a:pt x="357" y="2012"/>
                    <a:pt x="762" y="2012"/>
                  </a:cubicBezTo>
                  <a:lnTo>
                    <a:pt x="929" y="2012"/>
                  </a:lnTo>
                  <a:cubicBezTo>
                    <a:pt x="1167" y="2012"/>
                    <a:pt x="1357" y="2203"/>
                    <a:pt x="1357" y="2441"/>
                  </a:cubicBezTo>
                  <a:cubicBezTo>
                    <a:pt x="1357" y="2679"/>
                    <a:pt x="1167" y="2869"/>
                    <a:pt x="929" y="2869"/>
                  </a:cubicBezTo>
                  <a:lnTo>
                    <a:pt x="679" y="2869"/>
                  </a:lnTo>
                  <a:cubicBezTo>
                    <a:pt x="476" y="2869"/>
                    <a:pt x="334" y="2703"/>
                    <a:pt x="334" y="2524"/>
                  </a:cubicBezTo>
                  <a:cubicBezTo>
                    <a:pt x="334" y="2441"/>
                    <a:pt x="262" y="2369"/>
                    <a:pt x="167" y="2369"/>
                  </a:cubicBezTo>
                  <a:cubicBezTo>
                    <a:pt x="83" y="2369"/>
                    <a:pt x="0" y="2441"/>
                    <a:pt x="0" y="2524"/>
                  </a:cubicBezTo>
                  <a:cubicBezTo>
                    <a:pt x="0" y="2905"/>
                    <a:pt x="298" y="3203"/>
                    <a:pt x="679" y="3203"/>
                  </a:cubicBezTo>
                  <a:lnTo>
                    <a:pt x="691" y="3203"/>
                  </a:lnTo>
                  <a:lnTo>
                    <a:pt x="691" y="3536"/>
                  </a:lnTo>
                  <a:cubicBezTo>
                    <a:pt x="691" y="3631"/>
                    <a:pt x="762" y="3703"/>
                    <a:pt x="857" y="3703"/>
                  </a:cubicBezTo>
                  <a:cubicBezTo>
                    <a:pt x="941" y="3703"/>
                    <a:pt x="1012" y="3631"/>
                    <a:pt x="1012" y="3536"/>
                  </a:cubicBezTo>
                  <a:lnTo>
                    <a:pt x="1012" y="3179"/>
                  </a:lnTo>
                  <a:cubicBezTo>
                    <a:pt x="1393" y="3143"/>
                    <a:pt x="1691" y="2822"/>
                    <a:pt x="1691" y="2441"/>
                  </a:cubicBezTo>
                  <a:cubicBezTo>
                    <a:pt x="1691" y="2024"/>
                    <a:pt x="1346" y="1691"/>
                    <a:pt x="941" y="1691"/>
                  </a:cubicBezTo>
                  <a:lnTo>
                    <a:pt x="774" y="1691"/>
                  </a:lnTo>
                  <a:cubicBezTo>
                    <a:pt x="536" y="1691"/>
                    <a:pt x="345" y="1500"/>
                    <a:pt x="345" y="1262"/>
                  </a:cubicBezTo>
                  <a:cubicBezTo>
                    <a:pt x="345" y="1024"/>
                    <a:pt x="536" y="833"/>
                    <a:pt x="774" y="833"/>
                  </a:cubicBezTo>
                  <a:lnTo>
                    <a:pt x="1036" y="833"/>
                  </a:lnTo>
                  <a:cubicBezTo>
                    <a:pt x="1226" y="833"/>
                    <a:pt x="1369" y="1000"/>
                    <a:pt x="1369" y="1179"/>
                  </a:cubicBezTo>
                  <a:lnTo>
                    <a:pt x="1369" y="1345"/>
                  </a:lnTo>
                  <a:cubicBezTo>
                    <a:pt x="1393" y="1429"/>
                    <a:pt x="1453" y="1500"/>
                    <a:pt x="1536" y="1500"/>
                  </a:cubicBezTo>
                  <a:cubicBezTo>
                    <a:pt x="1631" y="1500"/>
                    <a:pt x="1703" y="1429"/>
                    <a:pt x="1703" y="1345"/>
                  </a:cubicBezTo>
                  <a:lnTo>
                    <a:pt x="1703" y="1179"/>
                  </a:lnTo>
                  <a:cubicBezTo>
                    <a:pt x="1703" y="810"/>
                    <a:pt x="1405" y="512"/>
                    <a:pt x="1036" y="512"/>
                  </a:cubicBezTo>
                  <a:lnTo>
                    <a:pt x="1012" y="512"/>
                  </a:lnTo>
                  <a:lnTo>
                    <a:pt x="1012" y="167"/>
                  </a:lnTo>
                  <a:cubicBezTo>
                    <a:pt x="1012" y="71"/>
                    <a:pt x="941" y="0"/>
                    <a:pt x="857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1" name="Google Shape;11894;p79">
              <a:extLst>
                <a:ext uri="{FF2B5EF4-FFF2-40B4-BE49-F238E27FC236}">
                  <a16:creationId xmlns:a16="http://schemas.microsoft.com/office/drawing/2014/main" id="{172F5C4F-FE0B-4ECB-B8B9-01B3CFFAE86A}"/>
                </a:ext>
              </a:extLst>
            </p:cNvPr>
            <p:cNvSpPr/>
            <p:nvPr/>
          </p:nvSpPr>
          <p:spPr>
            <a:xfrm>
              <a:off x="3390945" y="2433724"/>
              <a:ext cx="51179" cy="85934"/>
            </a:xfrm>
            <a:custGeom>
              <a:avLst/>
              <a:gdLst/>
              <a:ahLst/>
              <a:cxnLst/>
              <a:rect l="l" t="t" r="r" b="b"/>
              <a:pathLst>
                <a:path w="1608" h="2700" extrusionOk="0">
                  <a:moveTo>
                    <a:pt x="182" y="1"/>
                  </a:moveTo>
                  <a:cubicBezTo>
                    <a:pt x="134" y="1"/>
                    <a:pt x="86" y="22"/>
                    <a:pt x="48" y="68"/>
                  </a:cubicBezTo>
                  <a:cubicBezTo>
                    <a:pt x="0" y="140"/>
                    <a:pt x="12" y="235"/>
                    <a:pt x="84" y="294"/>
                  </a:cubicBezTo>
                  <a:cubicBezTo>
                    <a:pt x="834" y="794"/>
                    <a:pt x="1274" y="1628"/>
                    <a:pt x="1274" y="2545"/>
                  </a:cubicBezTo>
                  <a:cubicBezTo>
                    <a:pt x="1274" y="2628"/>
                    <a:pt x="1358" y="2699"/>
                    <a:pt x="1441" y="2699"/>
                  </a:cubicBezTo>
                  <a:cubicBezTo>
                    <a:pt x="1536" y="2699"/>
                    <a:pt x="1608" y="2628"/>
                    <a:pt x="1608" y="2545"/>
                  </a:cubicBezTo>
                  <a:cubicBezTo>
                    <a:pt x="1596" y="1533"/>
                    <a:pt x="1096" y="592"/>
                    <a:pt x="262" y="20"/>
                  </a:cubicBezTo>
                  <a:cubicBezTo>
                    <a:pt x="237" y="8"/>
                    <a:pt x="209" y="1"/>
                    <a:pt x="182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2" name="Google Shape;11895;p79">
              <a:extLst>
                <a:ext uri="{FF2B5EF4-FFF2-40B4-BE49-F238E27FC236}">
                  <a16:creationId xmlns:a16="http://schemas.microsoft.com/office/drawing/2014/main" id="{28F8C636-6C20-465C-813D-A81231060A96}"/>
                </a:ext>
              </a:extLst>
            </p:cNvPr>
            <p:cNvSpPr/>
            <p:nvPr/>
          </p:nvSpPr>
          <p:spPr>
            <a:xfrm>
              <a:off x="3360613" y="2478187"/>
              <a:ext cx="27340" cy="41471"/>
            </a:xfrm>
            <a:custGeom>
              <a:avLst/>
              <a:gdLst/>
              <a:ahLst/>
              <a:cxnLst/>
              <a:rect l="l" t="t" r="r" b="b"/>
              <a:pathLst>
                <a:path w="859" h="1303" extrusionOk="0">
                  <a:moveTo>
                    <a:pt x="177" y="1"/>
                  </a:moveTo>
                  <a:cubicBezTo>
                    <a:pt x="131" y="1"/>
                    <a:pt x="85" y="25"/>
                    <a:pt x="48" y="76"/>
                  </a:cubicBezTo>
                  <a:cubicBezTo>
                    <a:pt x="1" y="147"/>
                    <a:pt x="13" y="231"/>
                    <a:pt x="84" y="290"/>
                  </a:cubicBezTo>
                  <a:cubicBezTo>
                    <a:pt x="370" y="493"/>
                    <a:pt x="537" y="802"/>
                    <a:pt x="537" y="1148"/>
                  </a:cubicBezTo>
                  <a:cubicBezTo>
                    <a:pt x="537" y="1231"/>
                    <a:pt x="608" y="1302"/>
                    <a:pt x="703" y="1302"/>
                  </a:cubicBezTo>
                  <a:cubicBezTo>
                    <a:pt x="787" y="1302"/>
                    <a:pt x="858" y="1231"/>
                    <a:pt x="858" y="1148"/>
                  </a:cubicBezTo>
                  <a:cubicBezTo>
                    <a:pt x="858" y="683"/>
                    <a:pt x="644" y="278"/>
                    <a:pt x="263" y="28"/>
                  </a:cubicBezTo>
                  <a:cubicBezTo>
                    <a:pt x="235" y="10"/>
                    <a:pt x="206" y="1"/>
                    <a:pt x="177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3" name="Google Shape;11896;p79">
              <a:extLst>
                <a:ext uri="{FF2B5EF4-FFF2-40B4-BE49-F238E27FC236}">
                  <a16:creationId xmlns:a16="http://schemas.microsoft.com/office/drawing/2014/main" id="{CD4D3B78-798D-4654-8940-37F1311829B2}"/>
                </a:ext>
              </a:extLst>
            </p:cNvPr>
            <p:cNvSpPr/>
            <p:nvPr/>
          </p:nvSpPr>
          <p:spPr>
            <a:xfrm>
              <a:off x="3375795" y="2455939"/>
              <a:ext cx="39434" cy="63719"/>
            </a:xfrm>
            <a:custGeom>
              <a:avLst/>
              <a:gdLst/>
              <a:ahLst/>
              <a:cxnLst/>
              <a:rect l="l" t="t" r="r" b="b"/>
              <a:pathLst>
                <a:path w="1239" h="2002" extrusionOk="0">
                  <a:moveTo>
                    <a:pt x="183" y="0"/>
                  </a:moveTo>
                  <a:cubicBezTo>
                    <a:pt x="134" y="0"/>
                    <a:pt x="86" y="26"/>
                    <a:pt x="48" y="73"/>
                  </a:cubicBezTo>
                  <a:cubicBezTo>
                    <a:pt x="0" y="144"/>
                    <a:pt x="12" y="239"/>
                    <a:pt x="83" y="299"/>
                  </a:cubicBezTo>
                  <a:cubicBezTo>
                    <a:pt x="595" y="632"/>
                    <a:pt x="905" y="1216"/>
                    <a:pt x="905" y="1847"/>
                  </a:cubicBezTo>
                  <a:cubicBezTo>
                    <a:pt x="905" y="1930"/>
                    <a:pt x="976" y="2001"/>
                    <a:pt x="1072" y="2001"/>
                  </a:cubicBezTo>
                  <a:cubicBezTo>
                    <a:pt x="1155" y="2001"/>
                    <a:pt x="1238" y="1930"/>
                    <a:pt x="1238" y="1847"/>
                  </a:cubicBezTo>
                  <a:cubicBezTo>
                    <a:pt x="1238" y="1108"/>
                    <a:pt x="881" y="430"/>
                    <a:pt x="262" y="25"/>
                  </a:cubicBezTo>
                  <a:cubicBezTo>
                    <a:pt x="237" y="8"/>
                    <a:pt x="210" y="0"/>
                    <a:pt x="183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4" name="Google Shape;11897;p79">
              <a:extLst>
                <a:ext uri="{FF2B5EF4-FFF2-40B4-BE49-F238E27FC236}">
                  <a16:creationId xmlns:a16="http://schemas.microsoft.com/office/drawing/2014/main" id="{F26D57A1-1A40-4442-84F4-DDD78A544C34}"/>
                </a:ext>
              </a:extLst>
            </p:cNvPr>
            <p:cNvSpPr/>
            <p:nvPr/>
          </p:nvSpPr>
          <p:spPr>
            <a:xfrm>
              <a:off x="3097241" y="2433564"/>
              <a:ext cx="50829" cy="85711"/>
            </a:xfrm>
            <a:custGeom>
              <a:avLst/>
              <a:gdLst/>
              <a:ahLst/>
              <a:cxnLst/>
              <a:rect l="l" t="t" r="r" b="b"/>
              <a:pathLst>
                <a:path w="1597" h="2693" extrusionOk="0">
                  <a:moveTo>
                    <a:pt x="1408" y="1"/>
                  </a:moveTo>
                  <a:cubicBezTo>
                    <a:pt x="1378" y="1"/>
                    <a:pt x="1348" y="9"/>
                    <a:pt x="1323" y="25"/>
                  </a:cubicBezTo>
                  <a:cubicBezTo>
                    <a:pt x="489" y="597"/>
                    <a:pt x="1" y="1538"/>
                    <a:pt x="1" y="2526"/>
                  </a:cubicBezTo>
                  <a:cubicBezTo>
                    <a:pt x="1" y="2621"/>
                    <a:pt x="72" y="2692"/>
                    <a:pt x="168" y="2692"/>
                  </a:cubicBezTo>
                  <a:cubicBezTo>
                    <a:pt x="251" y="2692"/>
                    <a:pt x="322" y="2621"/>
                    <a:pt x="322" y="2526"/>
                  </a:cubicBezTo>
                  <a:cubicBezTo>
                    <a:pt x="322" y="1633"/>
                    <a:pt x="775" y="787"/>
                    <a:pt x="1513" y="275"/>
                  </a:cubicBezTo>
                  <a:cubicBezTo>
                    <a:pt x="1573" y="240"/>
                    <a:pt x="1596" y="133"/>
                    <a:pt x="1549" y="73"/>
                  </a:cubicBezTo>
                  <a:cubicBezTo>
                    <a:pt x="1518" y="27"/>
                    <a:pt x="1462" y="1"/>
                    <a:pt x="1408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5" name="Google Shape;11898;p79">
              <a:extLst>
                <a:ext uri="{FF2B5EF4-FFF2-40B4-BE49-F238E27FC236}">
                  <a16:creationId xmlns:a16="http://schemas.microsoft.com/office/drawing/2014/main" id="{B0EBCE3F-DC3E-4276-BBBF-DB3188B1D07C}"/>
                </a:ext>
              </a:extLst>
            </p:cNvPr>
            <p:cNvSpPr/>
            <p:nvPr/>
          </p:nvSpPr>
          <p:spPr>
            <a:xfrm>
              <a:off x="3151061" y="2477773"/>
              <a:ext cx="27690" cy="41503"/>
            </a:xfrm>
            <a:custGeom>
              <a:avLst/>
              <a:gdLst/>
              <a:ahLst/>
              <a:cxnLst/>
              <a:rect l="l" t="t" r="r" b="b"/>
              <a:pathLst>
                <a:path w="870" h="1304" extrusionOk="0">
                  <a:moveTo>
                    <a:pt x="681" y="1"/>
                  </a:moveTo>
                  <a:cubicBezTo>
                    <a:pt x="647" y="1"/>
                    <a:pt x="613" y="10"/>
                    <a:pt x="584" y="29"/>
                  </a:cubicBezTo>
                  <a:cubicBezTo>
                    <a:pt x="215" y="280"/>
                    <a:pt x="1" y="696"/>
                    <a:pt x="1" y="1137"/>
                  </a:cubicBezTo>
                  <a:cubicBezTo>
                    <a:pt x="1" y="1232"/>
                    <a:pt x="84" y="1303"/>
                    <a:pt x="167" y="1303"/>
                  </a:cubicBezTo>
                  <a:cubicBezTo>
                    <a:pt x="263" y="1303"/>
                    <a:pt x="334" y="1232"/>
                    <a:pt x="334" y="1137"/>
                  </a:cubicBezTo>
                  <a:cubicBezTo>
                    <a:pt x="334" y="803"/>
                    <a:pt x="501" y="482"/>
                    <a:pt x="775" y="291"/>
                  </a:cubicBezTo>
                  <a:cubicBezTo>
                    <a:pt x="834" y="244"/>
                    <a:pt x="870" y="149"/>
                    <a:pt x="810" y="65"/>
                  </a:cubicBezTo>
                  <a:cubicBezTo>
                    <a:pt x="782" y="22"/>
                    <a:pt x="732" y="1"/>
                    <a:pt x="68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6" name="Google Shape;11899;p79">
              <a:extLst>
                <a:ext uri="{FF2B5EF4-FFF2-40B4-BE49-F238E27FC236}">
                  <a16:creationId xmlns:a16="http://schemas.microsoft.com/office/drawing/2014/main" id="{821C47C2-313D-47DA-A749-FDDEDDA854B2}"/>
                </a:ext>
              </a:extLst>
            </p:cNvPr>
            <p:cNvSpPr/>
            <p:nvPr/>
          </p:nvSpPr>
          <p:spPr>
            <a:xfrm>
              <a:off x="3124167" y="2455939"/>
              <a:ext cx="39434" cy="63337"/>
            </a:xfrm>
            <a:custGeom>
              <a:avLst/>
              <a:gdLst/>
              <a:ahLst/>
              <a:cxnLst/>
              <a:rect l="l" t="t" r="r" b="b"/>
              <a:pathLst>
                <a:path w="1239" h="1990" extrusionOk="0">
                  <a:moveTo>
                    <a:pt x="1038" y="0"/>
                  </a:moveTo>
                  <a:cubicBezTo>
                    <a:pt x="1008" y="0"/>
                    <a:pt x="978" y="8"/>
                    <a:pt x="953" y="25"/>
                  </a:cubicBezTo>
                  <a:cubicBezTo>
                    <a:pt x="357" y="430"/>
                    <a:pt x="0" y="1108"/>
                    <a:pt x="0" y="1823"/>
                  </a:cubicBezTo>
                  <a:cubicBezTo>
                    <a:pt x="0" y="1918"/>
                    <a:pt x="72" y="1989"/>
                    <a:pt x="167" y="1989"/>
                  </a:cubicBezTo>
                  <a:cubicBezTo>
                    <a:pt x="250" y="1989"/>
                    <a:pt x="334" y="1918"/>
                    <a:pt x="334" y="1823"/>
                  </a:cubicBezTo>
                  <a:cubicBezTo>
                    <a:pt x="334" y="1204"/>
                    <a:pt x="643" y="632"/>
                    <a:pt x="1143" y="275"/>
                  </a:cubicBezTo>
                  <a:cubicBezTo>
                    <a:pt x="1203" y="239"/>
                    <a:pt x="1239" y="132"/>
                    <a:pt x="1179" y="73"/>
                  </a:cubicBezTo>
                  <a:cubicBezTo>
                    <a:pt x="1148" y="26"/>
                    <a:pt x="1093" y="0"/>
                    <a:pt x="1038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47" name="Google Shape;2328;p64">
            <a:extLst>
              <a:ext uri="{FF2B5EF4-FFF2-40B4-BE49-F238E27FC236}">
                <a16:creationId xmlns:a16="http://schemas.microsoft.com/office/drawing/2014/main" id="{A3DB77BC-B1C0-42D5-9DFA-47D1656D2FCB}"/>
              </a:ext>
            </a:extLst>
          </p:cNvPr>
          <p:cNvGrpSpPr/>
          <p:nvPr/>
        </p:nvGrpSpPr>
        <p:grpSpPr>
          <a:xfrm>
            <a:off x="5390745" y="3640894"/>
            <a:ext cx="914400" cy="822960"/>
            <a:chOff x="1902821" y="1455690"/>
            <a:chExt cx="602023" cy="553698"/>
          </a:xfrm>
        </p:grpSpPr>
        <p:sp>
          <p:nvSpPr>
            <p:cNvPr id="148" name="Google Shape;2329;p64">
              <a:extLst>
                <a:ext uri="{FF2B5EF4-FFF2-40B4-BE49-F238E27FC236}">
                  <a16:creationId xmlns:a16="http://schemas.microsoft.com/office/drawing/2014/main" id="{8C2958C8-70B5-4D9C-9764-BF2C7FBC4827}"/>
                </a:ext>
              </a:extLst>
            </p:cNvPr>
            <p:cNvSpPr/>
            <p:nvPr/>
          </p:nvSpPr>
          <p:spPr>
            <a:xfrm>
              <a:off x="2268526" y="1496088"/>
              <a:ext cx="51774" cy="61990"/>
            </a:xfrm>
            <a:custGeom>
              <a:avLst/>
              <a:gdLst/>
              <a:ahLst/>
              <a:cxnLst/>
              <a:rect l="l" t="t" r="r" b="b"/>
              <a:pathLst>
                <a:path w="1561" h="1869" extrusionOk="0">
                  <a:moveTo>
                    <a:pt x="780" y="533"/>
                  </a:moveTo>
                  <a:cubicBezTo>
                    <a:pt x="918" y="533"/>
                    <a:pt x="1029" y="644"/>
                    <a:pt x="1029" y="781"/>
                  </a:cubicBezTo>
                  <a:lnTo>
                    <a:pt x="1029" y="1087"/>
                  </a:lnTo>
                  <a:cubicBezTo>
                    <a:pt x="1029" y="1225"/>
                    <a:pt x="918" y="1337"/>
                    <a:pt x="780" y="1337"/>
                  </a:cubicBezTo>
                  <a:cubicBezTo>
                    <a:pt x="644" y="1337"/>
                    <a:pt x="532" y="1225"/>
                    <a:pt x="532" y="1087"/>
                  </a:cubicBezTo>
                  <a:lnTo>
                    <a:pt x="532" y="781"/>
                  </a:lnTo>
                  <a:cubicBezTo>
                    <a:pt x="532" y="644"/>
                    <a:pt x="644" y="533"/>
                    <a:pt x="780" y="533"/>
                  </a:cubicBezTo>
                  <a:close/>
                  <a:moveTo>
                    <a:pt x="780" y="1"/>
                  </a:moveTo>
                  <a:cubicBezTo>
                    <a:pt x="350" y="1"/>
                    <a:pt x="0" y="351"/>
                    <a:pt x="0" y="782"/>
                  </a:cubicBezTo>
                  <a:lnTo>
                    <a:pt x="0" y="1087"/>
                  </a:lnTo>
                  <a:cubicBezTo>
                    <a:pt x="0" y="1518"/>
                    <a:pt x="350" y="1869"/>
                    <a:pt x="780" y="1869"/>
                  </a:cubicBezTo>
                  <a:cubicBezTo>
                    <a:pt x="1211" y="1869"/>
                    <a:pt x="1561" y="1518"/>
                    <a:pt x="1561" y="1087"/>
                  </a:cubicBezTo>
                  <a:lnTo>
                    <a:pt x="1561" y="782"/>
                  </a:lnTo>
                  <a:cubicBezTo>
                    <a:pt x="1561" y="351"/>
                    <a:pt x="1211" y="1"/>
                    <a:pt x="7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9" name="Google Shape;2330;p64">
              <a:extLst>
                <a:ext uri="{FF2B5EF4-FFF2-40B4-BE49-F238E27FC236}">
                  <a16:creationId xmlns:a16="http://schemas.microsoft.com/office/drawing/2014/main" id="{A5D7AF34-2C64-41EA-818F-D4F9BD5F0D11}"/>
                </a:ext>
              </a:extLst>
            </p:cNvPr>
            <p:cNvSpPr/>
            <p:nvPr/>
          </p:nvSpPr>
          <p:spPr>
            <a:xfrm>
              <a:off x="2394894" y="1496088"/>
              <a:ext cx="51774" cy="61990"/>
            </a:xfrm>
            <a:custGeom>
              <a:avLst/>
              <a:gdLst/>
              <a:ahLst/>
              <a:cxnLst/>
              <a:rect l="l" t="t" r="r" b="b"/>
              <a:pathLst>
                <a:path w="1561" h="1869" extrusionOk="0">
                  <a:moveTo>
                    <a:pt x="782" y="533"/>
                  </a:moveTo>
                  <a:cubicBezTo>
                    <a:pt x="918" y="533"/>
                    <a:pt x="1030" y="644"/>
                    <a:pt x="1030" y="781"/>
                  </a:cubicBezTo>
                  <a:lnTo>
                    <a:pt x="1030" y="1087"/>
                  </a:lnTo>
                  <a:cubicBezTo>
                    <a:pt x="1030" y="1225"/>
                    <a:pt x="918" y="1337"/>
                    <a:pt x="782" y="1337"/>
                  </a:cubicBezTo>
                  <a:cubicBezTo>
                    <a:pt x="644" y="1337"/>
                    <a:pt x="532" y="1225"/>
                    <a:pt x="532" y="1087"/>
                  </a:cubicBezTo>
                  <a:lnTo>
                    <a:pt x="532" y="781"/>
                  </a:lnTo>
                  <a:cubicBezTo>
                    <a:pt x="532" y="644"/>
                    <a:pt x="644" y="533"/>
                    <a:pt x="782" y="533"/>
                  </a:cubicBezTo>
                  <a:close/>
                  <a:moveTo>
                    <a:pt x="781" y="1"/>
                  </a:moveTo>
                  <a:cubicBezTo>
                    <a:pt x="350" y="1"/>
                    <a:pt x="0" y="351"/>
                    <a:pt x="0" y="782"/>
                  </a:cubicBezTo>
                  <a:lnTo>
                    <a:pt x="0" y="1087"/>
                  </a:lnTo>
                  <a:cubicBezTo>
                    <a:pt x="0" y="1518"/>
                    <a:pt x="350" y="1869"/>
                    <a:pt x="781" y="1869"/>
                  </a:cubicBezTo>
                  <a:cubicBezTo>
                    <a:pt x="1212" y="1869"/>
                    <a:pt x="1561" y="1518"/>
                    <a:pt x="1561" y="1087"/>
                  </a:cubicBezTo>
                  <a:lnTo>
                    <a:pt x="1561" y="782"/>
                  </a:lnTo>
                  <a:cubicBezTo>
                    <a:pt x="1561" y="351"/>
                    <a:pt x="1212" y="1"/>
                    <a:pt x="7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0" name="Google Shape;2331;p64">
              <a:extLst>
                <a:ext uri="{FF2B5EF4-FFF2-40B4-BE49-F238E27FC236}">
                  <a16:creationId xmlns:a16="http://schemas.microsoft.com/office/drawing/2014/main" id="{BEACAAFC-B151-4362-832A-542EE16B53BD}"/>
                </a:ext>
              </a:extLst>
            </p:cNvPr>
            <p:cNvSpPr/>
            <p:nvPr/>
          </p:nvSpPr>
          <p:spPr>
            <a:xfrm>
              <a:off x="2453036" y="1496088"/>
              <a:ext cx="51808" cy="61990"/>
            </a:xfrm>
            <a:custGeom>
              <a:avLst/>
              <a:gdLst/>
              <a:ahLst/>
              <a:cxnLst/>
              <a:rect l="l" t="t" r="r" b="b"/>
              <a:pathLst>
                <a:path w="1562" h="1869" extrusionOk="0">
                  <a:moveTo>
                    <a:pt x="781" y="533"/>
                  </a:moveTo>
                  <a:cubicBezTo>
                    <a:pt x="918" y="533"/>
                    <a:pt x="1030" y="644"/>
                    <a:pt x="1030" y="781"/>
                  </a:cubicBezTo>
                  <a:lnTo>
                    <a:pt x="1030" y="1087"/>
                  </a:lnTo>
                  <a:cubicBezTo>
                    <a:pt x="1030" y="1225"/>
                    <a:pt x="918" y="1337"/>
                    <a:pt x="781" y="1337"/>
                  </a:cubicBezTo>
                  <a:cubicBezTo>
                    <a:pt x="644" y="1337"/>
                    <a:pt x="533" y="1225"/>
                    <a:pt x="533" y="1087"/>
                  </a:cubicBezTo>
                  <a:lnTo>
                    <a:pt x="533" y="781"/>
                  </a:lnTo>
                  <a:cubicBezTo>
                    <a:pt x="533" y="644"/>
                    <a:pt x="644" y="533"/>
                    <a:pt x="781" y="533"/>
                  </a:cubicBezTo>
                  <a:close/>
                  <a:moveTo>
                    <a:pt x="781" y="1"/>
                  </a:moveTo>
                  <a:cubicBezTo>
                    <a:pt x="351" y="1"/>
                    <a:pt x="1" y="351"/>
                    <a:pt x="1" y="782"/>
                  </a:cubicBezTo>
                  <a:lnTo>
                    <a:pt x="1" y="1087"/>
                  </a:lnTo>
                  <a:cubicBezTo>
                    <a:pt x="1" y="1518"/>
                    <a:pt x="351" y="1869"/>
                    <a:pt x="781" y="1869"/>
                  </a:cubicBezTo>
                  <a:cubicBezTo>
                    <a:pt x="1211" y="1869"/>
                    <a:pt x="1562" y="1518"/>
                    <a:pt x="1562" y="1087"/>
                  </a:cubicBezTo>
                  <a:lnTo>
                    <a:pt x="1562" y="782"/>
                  </a:lnTo>
                  <a:cubicBezTo>
                    <a:pt x="1562" y="351"/>
                    <a:pt x="1211" y="1"/>
                    <a:pt x="7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1" name="Google Shape;2332;p64">
              <a:extLst>
                <a:ext uri="{FF2B5EF4-FFF2-40B4-BE49-F238E27FC236}">
                  <a16:creationId xmlns:a16="http://schemas.microsoft.com/office/drawing/2014/main" id="{A44A30DE-6C50-49DB-8E75-372BE9E1C2FA}"/>
                </a:ext>
              </a:extLst>
            </p:cNvPr>
            <p:cNvSpPr/>
            <p:nvPr/>
          </p:nvSpPr>
          <p:spPr>
            <a:xfrm>
              <a:off x="2324114" y="1496088"/>
              <a:ext cx="27131" cy="61990"/>
            </a:xfrm>
            <a:custGeom>
              <a:avLst/>
              <a:gdLst/>
              <a:ahLst/>
              <a:cxnLst/>
              <a:rect l="l" t="t" r="r" b="b"/>
              <a:pathLst>
                <a:path w="818" h="1869" extrusionOk="0">
                  <a:moveTo>
                    <a:pt x="267" y="1"/>
                  </a:moveTo>
                  <a:cubicBezTo>
                    <a:pt x="120" y="1"/>
                    <a:pt x="1" y="120"/>
                    <a:pt x="1" y="267"/>
                  </a:cubicBezTo>
                  <a:cubicBezTo>
                    <a:pt x="1" y="414"/>
                    <a:pt x="120" y="533"/>
                    <a:pt x="267" y="533"/>
                  </a:cubicBezTo>
                  <a:lnTo>
                    <a:pt x="287" y="533"/>
                  </a:lnTo>
                  <a:lnTo>
                    <a:pt x="287" y="1603"/>
                  </a:lnTo>
                  <a:cubicBezTo>
                    <a:pt x="287" y="1749"/>
                    <a:pt x="405" y="1869"/>
                    <a:pt x="553" y="1869"/>
                  </a:cubicBezTo>
                  <a:cubicBezTo>
                    <a:pt x="700" y="1869"/>
                    <a:pt x="818" y="1749"/>
                    <a:pt x="818" y="1603"/>
                  </a:cubicBezTo>
                  <a:lnTo>
                    <a:pt x="818" y="267"/>
                  </a:lnTo>
                  <a:cubicBezTo>
                    <a:pt x="818" y="120"/>
                    <a:pt x="700" y="1"/>
                    <a:pt x="5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2" name="Google Shape;2333;p64">
              <a:extLst>
                <a:ext uri="{FF2B5EF4-FFF2-40B4-BE49-F238E27FC236}">
                  <a16:creationId xmlns:a16="http://schemas.microsoft.com/office/drawing/2014/main" id="{F8F45690-9125-4A1B-8B4D-2E62FAA5C28E}"/>
                </a:ext>
              </a:extLst>
            </p:cNvPr>
            <p:cNvSpPr/>
            <p:nvPr/>
          </p:nvSpPr>
          <p:spPr>
            <a:xfrm>
              <a:off x="2358874" y="1496088"/>
              <a:ext cx="27164" cy="61990"/>
            </a:xfrm>
            <a:custGeom>
              <a:avLst/>
              <a:gdLst/>
              <a:ahLst/>
              <a:cxnLst/>
              <a:rect l="l" t="t" r="r" b="b"/>
              <a:pathLst>
                <a:path w="819" h="1869" extrusionOk="0">
                  <a:moveTo>
                    <a:pt x="267" y="1"/>
                  </a:moveTo>
                  <a:cubicBezTo>
                    <a:pt x="120" y="1"/>
                    <a:pt x="1" y="120"/>
                    <a:pt x="1" y="267"/>
                  </a:cubicBezTo>
                  <a:cubicBezTo>
                    <a:pt x="1" y="414"/>
                    <a:pt x="120" y="533"/>
                    <a:pt x="267" y="533"/>
                  </a:cubicBezTo>
                  <a:lnTo>
                    <a:pt x="286" y="533"/>
                  </a:lnTo>
                  <a:lnTo>
                    <a:pt x="286" y="1603"/>
                  </a:lnTo>
                  <a:cubicBezTo>
                    <a:pt x="286" y="1749"/>
                    <a:pt x="406" y="1869"/>
                    <a:pt x="552" y="1869"/>
                  </a:cubicBezTo>
                  <a:cubicBezTo>
                    <a:pt x="699" y="1869"/>
                    <a:pt x="818" y="1749"/>
                    <a:pt x="818" y="1603"/>
                  </a:cubicBezTo>
                  <a:lnTo>
                    <a:pt x="818" y="267"/>
                  </a:lnTo>
                  <a:cubicBezTo>
                    <a:pt x="818" y="120"/>
                    <a:pt x="699" y="1"/>
                    <a:pt x="5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3" name="Google Shape;2334;p64">
              <a:extLst>
                <a:ext uri="{FF2B5EF4-FFF2-40B4-BE49-F238E27FC236}">
                  <a16:creationId xmlns:a16="http://schemas.microsoft.com/office/drawing/2014/main" id="{CB2C840F-02B3-4AF3-8E60-E4CC7BEA7D30}"/>
                </a:ext>
              </a:extLst>
            </p:cNvPr>
            <p:cNvSpPr/>
            <p:nvPr/>
          </p:nvSpPr>
          <p:spPr>
            <a:xfrm>
              <a:off x="2453036" y="1575458"/>
              <a:ext cx="51808" cy="61957"/>
            </a:xfrm>
            <a:custGeom>
              <a:avLst/>
              <a:gdLst/>
              <a:ahLst/>
              <a:cxnLst/>
              <a:rect l="l" t="t" r="r" b="b"/>
              <a:pathLst>
                <a:path w="1562" h="1868" extrusionOk="0">
                  <a:moveTo>
                    <a:pt x="781" y="532"/>
                  </a:moveTo>
                  <a:cubicBezTo>
                    <a:pt x="918" y="532"/>
                    <a:pt x="1030" y="644"/>
                    <a:pt x="1030" y="782"/>
                  </a:cubicBezTo>
                  <a:lnTo>
                    <a:pt x="1030" y="1087"/>
                  </a:lnTo>
                  <a:cubicBezTo>
                    <a:pt x="1030" y="1224"/>
                    <a:pt x="918" y="1336"/>
                    <a:pt x="781" y="1336"/>
                  </a:cubicBezTo>
                  <a:cubicBezTo>
                    <a:pt x="644" y="1336"/>
                    <a:pt x="533" y="1224"/>
                    <a:pt x="533" y="1087"/>
                  </a:cubicBezTo>
                  <a:lnTo>
                    <a:pt x="533" y="782"/>
                  </a:lnTo>
                  <a:cubicBezTo>
                    <a:pt x="533" y="644"/>
                    <a:pt x="644" y="532"/>
                    <a:pt x="781" y="532"/>
                  </a:cubicBezTo>
                  <a:close/>
                  <a:moveTo>
                    <a:pt x="781" y="0"/>
                  </a:moveTo>
                  <a:cubicBezTo>
                    <a:pt x="351" y="0"/>
                    <a:pt x="1" y="350"/>
                    <a:pt x="1" y="782"/>
                  </a:cubicBezTo>
                  <a:lnTo>
                    <a:pt x="1" y="1087"/>
                  </a:lnTo>
                  <a:cubicBezTo>
                    <a:pt x="1" y="1518"/>
                    <a:pt x="351" y="1868"/>
                    <a:pt x="781" y="1868"/>
                  </a:cubicBezTo>
                  <a:cubicBezTo>
                    <a:pt x="1211" y="1868"/>
                    <a:pt x="1562" y="1518"/>
                    <a:pt x="1562" y="1087"/>
                  </a:cubicBezTo>
                  <a:lnTo>
                    <a:pt x="1562" y="782"/>
                  </a:lnTo>
                  <a:cubicBezTo>
                    <a:pt x="1562" y="350"/>
                    <a:pt x="1211" y="0"/>
                    <a:pt x="7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4" name="Google Shape;2335;p64">
              <a:extLst>
                <a:ext uri="{FF2B5EF4-FFF2-40B4-BE49-F238E27FC236}">
                  <a16:creationId xmlns:a16="http://schemas.microsoft.com/office/drawing/2014/main" id="{DEA94CD7-2178-42E6-ABFE-9877F144C6AD}"/>
                </a:ext>
              </a:extLst>
            </p:cNvPr>
            <p:cNvSpPr/>
            <p:nvPr/>
          </p:nvSpPr>
          <p:spPr>
            <a:xfrm>
              <a:off x="2360731" y="1575458"/>
              <a:ext cx="51808" cy="61957"/>
            </a:xfrm>
            <a:custGeom>
              <a:avLst/>
              <a:gdLst/>
              <a:ahLst/>
              <a:cxnLst/>
              <a:rect l="l" t="t" r="r" b="b"/>
              <a:pathLst>
                <a:path w="1562" h="1868" extrusionOk="0">
                  <a:moveTo>
                    <a:pt x="781" y="532"/>
                  </a:moveTo>
                  <a:cubicBezTo>
                    <a:pt x="918" y="532"/>
                    <a:pt x="1029" y="644"/>
                    <a:pt x="1029" y="782"/>
                  </a:cubicBezTo>
                  <a:lnTo>
                    <a:pt x="1029" y="1087"/>
                  </a:lnTo>
                  <a:cubicBezTo>
                    <a:pt x="1029" y="1224"/>
                    <a:pt x="918" y="1336"/>
                    <a:pt x="781" y="1336"/>
                  </a:cubicBezTo>
                  <a:cubicBezTo>
                    <a:pt x="644" y="1336"/>
                    <a:pt x="532" y="1224"/>
                    <a:pt x="532" y="1087"/>
                  </a:cubicBezTo>
                  <a:lnTo>
                    <a:pt x="532" y="782"/>
                  </a:lnTo>
                  <a:cubicBezTo>
                    <a:pt x="532" y="644"/>
                    <a:pt x="644" y="532"/>
                    <a:pt x="781" y="532"/>
                  </a:cubicBezTo>
                  <a:close/>
                  <a:moveTo>
                    <a:pt x="781" y="0"/>
                  </a:moveTo>
                  <a:cubicBezTo>
                    <a:pt x="351" y="0"/>
                    <a:pt x="0" y="350"/>
                    <a:pt x="0" y="782"/>
                  </a:cubicBezTo>
                  <a:lnTo>
                    <a:pt x="0" y="1087"/>
                  </a:lnTo>
                  <a:cubicBezTo>
                    <a:pt x="0" y="1518"/>
                    <a:pt x="351" y="1868"/>
                    <a:pt x="781" y="1868"/>
                  </a:cubicBezTo>
                  <a:cubicBezTo>
                    <a:pt x="1211" y="1868"/>
                    <a:pt x="1561" y="1518"/>
                    <a:pt x="1561" y="1087"/>
                  </a:cubicBezTo>
                  <a:lnTo>
                    <a:pt x="1561" y="782"/>
                  </a:lnTo>
                  <a:cubicBezTo>
                    <a:pt x="1561" y="350"/>
                    <a:pt x="1211" y="0"/>
                    <a:pt x="7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5" name="Google Shape;2336;p64">
              <a:extLst>
                <a:ext uri="{FF2B5EF4-FFF2-40B4-BE49-F238E27FC236}">
                  <a16:creationId xmlns:a16="http://schemas.microsoft.com/office/drawing/2014/main" id="{FD79F0EC-98B5-4812-B5A5-A6DA9EE6B82B}"/>
                </a:ext>
              </a:extLst>
            </p:cNvPr>
            <p:cNvSpPr/>
            <p:nvPr/>
          </p:nvSpPr>
          <p:spPr>
            <a:xfrm>
              <a:off x="2417249" y="1575458"/>
              <a:ext cx="27164" cy="61957"/>
            </a:xfrm>
            <a:custGeom>
              <a:avLst/>
              <a:gdLst/>
              <a:ahLst/>
              <a:cxnLst/>
              <a:rect l="l" t="t" r="r" b="b"/>
              <a:pathLst>
                <a:path w="819" h="1868" extrusionOk="0">
                  <a:moveTo>
                    <a:pt x="267" y="0"/>
                  </a:moveTo>
                  <a:cubicBezTo>
                    <a:pt x="120" y="0"/>
                    <a:pt x="1" y="119"/>
                    <a:pt x="1" y="266"/>
                  </a:cubicBezTo>
                  <a:cubicBezTo>
                    <a:pt x="1" y="413"/>
                    <a:pt x="120" y="531"/>
                    <a:pt x="267" y="531"/>
                  </a:cubicBezTo>
                  <a:lnTo>
                    <a:pt x="286" y="531"/>
                  </a:lnTo>
                  <a:lnTo>
                    <a:pt x="286" y="1602"/>
                  </a:lnTo>
                  <a:cubicBezTo>
                    <a:pt x="286" y="1749"/>
                    <a:pt x="405" y="1868"/>
                    <a:pt x="552" y="1868"/>
                  </a:cubicBezTo>
                  <a:cubicBezTo>
                    <a:pt x="699" y="1868"/>
                    <a:pt x="818" y="1749"/>
                    <a:pt x="818" y="1602"/>
                  </a:cubicBezTo>
                  <a:lnTo>
                    <a:pt x="818" y="266"/>
                  </a:lnTo>
                  <a:cubicBezTo>
                    <a:pt x="818" y="119"/>
                    <a:pt x="699" y="0"/>
                    <a:pt x="5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6" name="Google Shape;2337;p64">
              <a:extLst>
                <a:ext uri="{FF2B5EF4-FFF2-40B4-BE49-F238E27FC236}">
                  <a16:creationId xmlns:a16="http://schemas.microsoft.com/office/drawing/2014/main" id="{D04F2C1A-D5D0-4E2B-A89E-B980C65914C7}"/>
                </a:ext>
              </a:extLst>
            </p:cNvPr>
            <p:cNvSpPr/>
            <p:nvPr/>
          </p:nvSpPr>
          <p:spPr>
            <a:xfrm>
              <a:off x="2290250" y="1575458"/>
              <a:ext cx="27164" cy="61957"/>
            </a:xfrm>
            <a:custGeom>
              <a:avLst/>
              <a:gdLst/>
              <a:ahLst/>
              <a:cxnLst/>
              <a:rect l="l" t="t" r="r" b="b"/>
              <a:pathLst>
                <a:path w="819" h="1868" extrusionOk="0">
                  <a:moveTo>
                    <a:pt x="266" y="0"/>
                  </a:moveTo>
                  <a:cubicBezTo>
                    <a:pt x="119" y="0"/>
                    <a:pt x="0" y="119"/>
                    <a:pt x="0" y="266"/>
                  </a:cubicBezTo>
                  <a:cubicBezTo>
                    <a:pt x="0" y="413"/>
                    <a:pt x="119" y="531"/>
                    <a:pt x="266" y="531"/>
                  </a:cubicBezTo>
                  <a:lnTo>
                    <a:pt x="287" y="531"/>
                  </a:lnTo>
                  <a:lnTo>
                    <a:pt x="287" y="1602"/>
                  </a:lnTo>
                  <a:cubicBezTo>
                    <a:pt x="287" y="1749"/>
                    <a:pt x="406" y="1868"/>
                    <a:pt x="551" y="1868"/>
                  </a:cubicBezTo>
                  <a:cubicBezTo>
                    <a:pt x="698" y="1868"/>
                    <a:pt x="817" y="1749"/>
                    <a:pt x="817" y="1602"/>
                  </a:cubicBezTo>
                  <a:lnTo>
                    <a:pt x="817" y="266"/>
                  </a:lnTo>
                  <a:cubicBezTo>
                    <a:pt x="818" y="119"/>
                    <a:pt x="699" y="0"/>
                    <a:pt x="5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7" name="Google Shape;2338;p64">
              <a:extLst>
                <a:ext uri="{FF2B5EF4-FFF2-40B4-BE49-F238E27FC236}">
                  <a16:creationId xmlns:a16="http://schemas.microsoft.com/office/drawing/2014/main" id="{F6A8F58B-62DB-4D90-A8E1-438A4F2B9272}"/>
                </a:ext>
              </a:extLst>
            </p:cNvPr>
            <p:cNvSpPr/>
            <p:nvPr/>
          </p:nvSpPr>
          <p:spPr>
            <a:xfrm>
              <a:off x="2325010" y="1575458"/>
              <a:ext cx="27131" cy="61957"/>
            </a:xfrm>
            <a:custGeom>
              <a:avLst/>
              <a:gdLst/>
              <a:ahLst/>
              <a:cxnLst/>
              <a:rect l="l" t="t" r="r" b="b"/>
              <a:pathLst>
                <a:path w="818" h="1868" extrusionOk="0">
                  <a:moveTo>
                    <a:pt x="266" y="0"/>
                  </a:moveTo>
                  <a:cubicBezTo>
                    <a:pt x="119" y="0"/>
                    <a:pt x="0" y="119"/>
                    <a:pt x="0" y="266"/>
                  </a:cubicBezTo>
                  <a:cubicBezTo>
                    <a:pt x="0" y="413"/>
                    <a:pt x="119" y="531"/>
                    <a:pt x="266" y="531"/>
                  </a:cubicBezTo>
                  <a:lnTo>
                    <a:pt x="286" y="531"/>
                  </a:lnTo>
                  <a:lnTo>
                    <a:pt x="286" y="1602"/>
                  </a:lnTo>
                  <a:cubicBezTo>
                    <a:pt x="286" y="1749"/>
                    <a:pt x="405" y="1868"/>
                    <a:pt x="552" y="1868"/>
                  </a:cubicBezTo>
                  <a:cubicBezTo>
                    <a:pt x="699" y="1868"/>
                    <a:pt x="818" y="1749"/>
                    <a:pt x="818" y="1602"/>
                  </a:cubicBezTo>
                  <a:lnTo>
                    <a:pt x="818" y="266"/>
                  </a:lnTo>
                  <a:cubicBezTo>
                    <a:pt x="818" y="119"/>
                    <a:pt x="699" y="0"/>
                    <a:pt x="5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8" name="Google Shape;2339;p64">
              <a:extLst>
                <a:ext uri="{FF2B5EF4-FFF2-40B4-BE49-F238E27FC236}">
                  <a16:creationId xmlns:a16="http://schemas.microsoft.com/office/drawing/2014/main" id="{9C353328-F7DA-4038-A7C3-C5948283A4FD}"/>
                </a:ext>
              </a:extLst>
            </p:cNvPr>
            <p:cNvSpPr/>
            <p:nvPr/>
          </p:nvSpPr>
          <p:spPr>
            <a:xfrm>
              <a:off x="1902821" y="1455690"/>
              <a:ext cx="441327" cy="553698"/>
            </a:xfrm>
            <a:custGeom>
              <a:avLst/>
              <a:gdLst/>
              <a:ahLst/>
              <a:cxnLst/>
              <a:rect l="l" t="t" r="r" b="b"/>
              <a:pathLst>
                <a:path w="13306" h="16694" extrusionOk="0">
                  <a:moveTo>
                    <a:pt x="3904" y="2715"/>
                  </a:moveTo>
                  <a:cubicBezTo>
                    <a:pt x="4031" y="2715"/>
                    <a:pt x="4136" y="2820"/>
                    <a:pt x="4136" y="2948"/>
                  </a:cubicBezTo>
                  <a:cubicBezTo>
                    <a:pt x="4136" y="3076"/>
                    <a:pt x="4031" y="3180"/>
                    <a:pt x="3904" y="3180"/>
                  </a:cubicBezTo>
                  <a:cubicBezTo>
                    <a:pt x="3776" y="3180"/>
                    <a:pt x="3672" y="3076"/>
                    <a:pt x="3672" y="2948"/>
                  </a:cubicBezTo>
                  <a:cubicBezTo>
                    <a:pt x="3672" y="2820"/>
                    <a:pt x="3776" y="2715"/>
                    <a:pt x="3904" y="2715"/>
                  </a:cubicBezTo>
                  <a:close/>
                  <a:moveTo>
                    <a:pt x="2323" y="3889"/>
                  </a:moveTo>
                  <a:cubicBezTo>
                    <a:pt x="2451" y="3889"/>
                    <a:pt x="2554" y="3993"/>
                    <a:pt x="2554" y="4122"/>
                  </a:cubicBezTo>
                  <a:cubicBezTo>
                    <a:pt x="2554" y="4250"/>
                    <a:pt x="2451" y="4355"/>
                    <a:pt x="2323" y="4355"/>
                  </a:cubicBezTo>
                  <a:cubicBezTo>
                    <a:pt x="2195" y="4355"/>
                    <a:pt x="2091" y="4251"/>
                    <a:pt x="2091" y="4122"/>
                  </a:cubicBezTo>
                  <a:cubicBezTo>
                    <a:pt x="2091" y="3994"/>
                    <a:pt x="2195" y="3889"/>
                    <a:pt x="2323" y="3889"/>
                  </a:cubicBezTo>
                  <a:close/>
                  <a:moveTo>
                    <a:pt x="4039" y="5780"/>
                  </a:moveTo>
                  <a:cubicBezTo>
                    <a:pt x="4166" y="5780"/>
                    <a:pt x="4270" y="5884"/>
                    <a:pt x="4270" y="6013"/>
                  </a:cubicBezTo>
                  <a:cubicBezTo>
                    <a:pt x="4270" y="6141"/>
                    <a:pt x="4166" y="6245"/>
                    <a:pt x="4039" y="6245"/>
                  </a:cubicBezTo>
                  <a:cubicBezTo>
                    <a:pt x="3911" y="6245"/>
                    <a:pt x="3807" y="6141"/>
                    <a:pt x="3807" y="6013"/>
                  </a:cubicBezTo>
                  <a:cubicBezTo>
                    <a:pt x="3807" y="5884"/>
                    <a:pt x="3911" y="5780"/>
                    <a:pt x="4039" y="5780"/>
                  </a:cubicBezTo>
                  <a:close/>
                  <a:moveTo>
                    <a:pt x="2826" y="11946"/>
                  </a:moveTo>
                  <a:lnTo>
                    <a:pt x="2826" y="12141"/>
                  </a:lnTo>
                  <a:cubicBezTo>
                    <a:pt x="2827" y="12444"/>
                    <a:pt x="3245" y="12660"/>
                    <a:pt x="3249" y="12662"/>
                  </a:cubicBezTo>
                  <a:cubicBezTo>
                    <a:pt x="3307" y="12691"/>
                    <a:pt x="3372" y="12705"/>
                    <a:pt x="3440" y="12705"/>
                  </a:cubicBezTo>
                  <a:cubicBezTo>
                    <a:pt x="3577" y="12705"/>
                    <a:pt x="3716" y="12647"/>
                    <a:pt x="3812" y="12549"/>
                  </a:cubicBezTo>
                  <a:lnTo>
                    <a:pt x="3946" y="12415"/>
                  </a:lnTo>
                  <a:lnTo>
                    <a:pt x="4242" y="12714"/>
                  </a:lnTo>
                  <a:lnTo>
                    <a:pt x="4106" y="12853"/>
                  </a:lnTo>
                  <a:cubicBezTo>
                    <a:pt x="3891" y="13069"/>
                    <a:pt x="4036" y="13516"/>
                    <a:pt x="4038" y="13520"/>
                  </a:cubicBezTo>
                  <a:cubicBezTo>
                    <a:pt x="4102" y="13706"/>
                    <a:pt x="4302" y="13841"/>
                    <a:pt x="4514" y="13841"/>
                  </a:cubicBezTo>
                  <a:lnTo>
                    <a:pt x="4704" y="13841"/>
                  </a:lnTo>
                  <a:lnTo>
                    <a:pt x="4704" y="14268"/>
                  </a:lnTo>
                  <a:lnTo>
                    <a:pt x="4514" y="14268"/>
                  </a:lnTo>
                  <a:cubicBezTo>
                    <a:pt x="4211" y="14268"/>
                    <a:pt x="3997" y="14690"/>
                    <a:pt x="3995" y="14694"/>
                  </a:cubicBezTo>
                  <a:cubicBezTo>
                    <a:pt x="3910" y="14868"/>
                    <a:pt x="3956" y="15106"/>
                    <a:pt x="4106" y="15256"/>
                  </a:cubicBezTo>
                  <a:lnTo>
                    <a:pt x="4242" y="15394"/>
                  </a:lnTo>
                  <a:lnTo>
                    <a:pt x="3946" y="15694"/>
                  </a:lnTo>
                  <a:lnTo>
                    <a:pt x="3812" y="15559"/>
                  </a:lnTo>
                  <a:cubicBezTo>
                    <a:pt x="3733" y="15479"/>
                    <a:pt x="3620" y="15440"/>
                    <a:pt x="3468" y="15440"/>
                  </a:cubicBezTo>
                  <a:cubicBezTo>
                    <a:pt x="3343" y="15440"/>
                    <a:pt x="3214" y="15466"/>
                    <a:pt x="3145" y="15490"/>
                  </a:cubicBezTo>
                  <a:cubicBezTo>
                    <a:pt x="2961" y="15554"/>
                    <a:pt x="2827" y="15755"/>
                    <a:pt x="2827" y="15967"/>
                  </a:cubicBezTo>
                  <a:lnTo>
                    <a:pt x="2827" y="16163"/>
                  </a:lnTo>
                  <a:lnTo>
                    <a:pt x="2410" y="16163"/>
                  </a:lnTo>
                  <a:lnTo>
                    <a:pt x="2410" y="15967"/>
                  </a:lnTo>
                  <a:cubicBezTo>
                    <a:pt x="2410" y="15664"/>
                    <a:pt x="1992" y="15449"/>
                    <a:pt x="1988" y="15447"/>
                  </a:cubicBezTo>
                  <a:cubicBezTo>
                    <a:pt x="1929" y="15418"/>
                    <a:pt x="1865" y="15403"/>
                    <a:pt x="1797" y="15403"/>
                  </a:cubicBezTo>
                  <a:cubicBezTo>
                    <a:pt x="1660" y="15403"/>
                    <a:pt x="1521" y="15462"/>
                    <a:pt x="1425" y="15559"/>
                  </a:cubicBezTo>
                  <a:lnTo>
                    <a:pt x="1290" y="15695"/>
                  </a:lnTo>
                  <a:lnTo>
                    <a:pt x="994" y="15394"/>
                  </a:lnTo>
                  <a:lnTo>
                    <a:pt x="1131" y="15256"/>
                  </a:lnTo>
                  <a:cubicBezTo>
                    <a:pt x="1345" y="15040"/>
                    <a:pt x="1200" y="14593"/>
                    <a:pt x="1199" y="14589"/>
                  </a:cubicBezTo>
                  <a:cubicBezTo>
                    <a:pt x="1135" y="14402"/>
                    <a:pt x="935" y="14268"/>
                    <a:pt x="722" y="14268"/>
                  </a:cubicBezTo>
                  <a:lnTo>
                    <a:pt x="532" y="14268"/>
                  </a:lnTo>
                  <a:lnTo>
                    <a:pt x="532" y="13841"/>
                  </a:lnTo>
                  <a:lnTo>
                    <a:pt x="722" y="13841"/>
                  </a:lnTo>
                  <a:cubicBezTo>
                    <a:pt x="1027" y="13841"/>
                    <a:pt x="1240" y="13419"/>
                    <a:pt x="1242" y="13415"/>
                  </a:cubicBezTo>
                  <a:cubicBezTo>
                    <a:pt x="1326" y="13240"/>
                    <a:pt x="1280" y="13004"/>
                    <a:pt x="1131" y="12853"/>
                  </a:cubicBezTo>
                  <a:lnTo>
                    <a:pt x="994" y="12714"/>
                  </a:lnTo>
                  <a:lnTo>
                    <a:pt x="1290" y="12415"/>
                  </a:lnTo>
                  <a:lnTo>
                    <a:pt x="1425" y="12549"/>
                  </a:lnTo>
                  <a:cubicBezTo>
                    <a:pt x="1503" y="12629"/>
                    <a:pt x="1616" y="12668"/>
                    <a:pt x="1769" y="12668"/>
                  </a:cubicBezTo>
                  <a:cubicBezTo>
                    <a:pt x="1893" y="12668"/>
                    <a:pt x="2023" y="12642"/>
                    <a:pt x="2091" y="12619"/>
                  </a:cubicBezTo>
                  <a:cubicBezTo>
                    <a:pt x="2275" y="12554"/>
                    <a:pt x="2410" y="12354"/>
                    <a:pt x="2410" y="12141"/>
                  </a:cubicBezTo>
                  <a:lnTo>
                    <a:pt x="2410" y="11946"/>
                  </a:lnTo>
                  <a:close/>
                  <a:moveTo>
                    <a:pt x="5848" y="0"/>
                  </a:moveTo>
                  <a:cubicBezTo>
                    <a:pt x="2681" y="0"/>
                    <a:pt x="104" y="2582"/>
                    <a:pt x="104" y="5756"/>
                  </a:cubicBezTo>
                  <a:cubicBezTo>
                    <a:pt x="104" y="7726"/>
                    <a:pt x="1098" y="9478"/>
                    <a:pt x="2622" y="10517"/>
                  </a:cubicBezTo>
                  <a:lnTo>
                    <a:pt x="2622" y="11414"/>
                  </a:lnTo>
                  <a:lnTo>
                    <a:pt x="2321" y="11414"/>
                  </a:lnTo>
                  <a:cubicBezTo>
                    <a:pt x="2077" y="11414"/>
                    <a:pt x="1878" y="11613"/>
                    <a:pt x="1878" y="11857"/>
                  </a:cubicBezTo>
                  <a:lnTo>
                    <a:pt x="1878" y="12125"/>
                  </a:lnTo>
                  <a:cubicBezTo>
                    <a:pt x="1848" y="12130"/>
                    <a:pt x="1807" y="12136"/>
                    <a:pt x="1769" y="12136"/>
                  </a:cubicBezTo>
                  <a:lnTo>
                    <a:pt x="1764" y="12136"/>
                  </a:lnTo>
                  <a:lnTo>
                    <a:pt x="1605" y="11975"/>
                  </a:lnTo>
                  <a:cubicBezTo>
                    <a:pt x="1521" y="11891"/>
                    <a:pt x="1410" y="11845"/>
                    <a:pt x="1291" y="11845"/>
                  </a:cubicBezTo>
                  <a:cubicBezTo>
                    <a:pt x="1172" y="11845"/>
                    <a:pt x="1061" y="11891"/>
                    <a:pt x="977" y="11975"/>
                  </a:cubicBezTo>
                  <a:lnTo>
                    <a:pt x="555" y="12401"/>
                  </a:lnTo>
                  <a:cubicBezTo>
                    <a:pt x="385" y="12574"/>
                    <a:pt x="385" y="12855"/>
                    <a:pt x="555" y="13028"/>
                  </a:cubicBezTo>
                  <a:lnTo>
                    <a:pt x="743" y="13216"/>
                  </a:lnTo>
                  <a:cubicBezTo>
                    <a:pt x="722" y="13248"/>
                    <a:pt x="691" y="13286"/>
                    <a:pt x="667" y="13309"/>
                  </a:cubicBezTo>
                  <a:lnTo>
                    <a:pt x="444" y="13309"/>
                  </a:lnTo>
                  <a:cubicBezTo>
                    <a:pt x="200" y="13309"/>
                    <a:pt x="1" y="13508"/>
                    <a:pt x="1" y="13752"/>
                  </a:cubicBezTo>
                  <a:lnTo>
                    <a:pt x="1" y="14356"/>
                  </a:lnTo>
                  <a:cubicBezTo>
                    <a:pt x="1" y="14600"/>
                    <a:pt x="200" y="14800"/>
                    <a:pt x="444" y="14800"/>
                  </a:cubicBezTo>
                  <a:lnTo>
                    <a:pt x="705" y="14800"/>
                  </a:lnTo>
                  <a:cubicBezTo>
                    <a:pt x="711" y="14838"/>
                    <a:pt x="716" y="14886"/>
                    <a:pt x="715" y="14920"/>
                  </a:cubicBezTo>
                  <a:lnTo>
                    <a:pt x="555" y="15081"/>
                  </a:lnTo>
                  <a:cubicBezTo>
                    <a:pt x="385" y="15253"/>
                    <a:pt x="385" y="15535"/>
                    <a:pt x="555" y="15707"/>
                  </a:cubicBezTo>
                  <a:lnTo>
                    <a:pt x="977" y="16133"/>
                  </a:lnTo>
                  <a:cubicBezTo>
                    <a:pt x="1060" y="16218"/>
                    <a:pt x="1172" y="16264"/>
                    <a:pt x="1291" y="16264"/>
                  </a:cubicBezTo>
                  <a:cubicBezTo>
                    <a:pt x="1410" y="16264"/>
                    <a:pt x="1521" y="16218"/>
                    <a:pt x="1605" y="16133"/>
                  </a:cubicBezTo>
                  <a:lnTo>
                    <a:pt x="1789" y="15948"/>
                  </a:lnTo>
                  <a:cubicBezTo>
                    <a:pt x="1819" y="15969"/>
                    <a:pt x="1855" y="15998"/>
                    <a:pt x="1878" y="16021"/>
                  </a:cubicBezTo>
                  <a:lnTo>
                    <a:pt x="1878" y="16251"/>
                  </a:lnTo>
                  <a:cubicBezTo>
                    <a:pt x="1878" y="16496"/>
                    <a:pt x="2077" y="16694"/>
                    <a:pt x="2321" y="16694"/>
                  </a:cubicBezTo>
                  <a:lnTo>
                    <a:pt x="2916" y="16694"/>
                  </a:lnTo>
                  <a:cubicBezTo>
                    <a:pt x="3160" y="16694"/>
                    <a:pt x="3359" y="16496"/>
                    <a:pt x="3359" y="16251"/>
                  </a:cubicBezTo>
                  <a:lnTo>
                    <a:pt x="3359" y="15983"/>
                  </a:lnTo>
                  <a:cubicBezTo>
                    <a:pt x="3389" y="15978"/>
                    <a:pt x="3430" y="15972"/>
                    <a:pt x="3468" y="15972"/>
                  </a:cubicBezTo>
                  <a:lnTo>
                    <a:pt x="3473" y="15972"/>
                  </a:lnTo>
                  <a:lnTo>
                    <a:pt x="3632" y="16133"/>
                  </a:lnTo>
                  <a:cubicBezTo>
                    <a:pt x="3716" y="16218"/>
                    <a:pt x="3828" y="16264"/>
                    <a:pt x="3946" y="16264"/>
                  </a:cubicBezTo>
                  <a:cubicBezTo>
                    <a:pt x="4065" y="16264"/>
                    <a:pt x="4176" y="16218"/>
                    <a:pt x="4260" y="16133"/>
                  </a:cubicBezTo>
                  <a:lnTo>
                    <a:pt x="4682" y="15707"/>
                  </a:lnTo>
                  <a:cubicBezTo>
                    <a:pt x="4802" y="15586"/>
                    <a:pt x="4837" y="15411"/>
                    <a:pt x="4788" y="15257"/>
                  </a:cubicBezTo>
                  <a:lnTo>
                    <a:pt x="5602" y="15257"/>
                  </a:lnTo>
                  <a:cubicBezTo>
                    <a:pt x="5749" y="15257"/>
                    <a:pt x="5868" y="15138"/>
                    <a:pt x="5868" y="14992"/>
                  </a:cubicBezTo>
                  <a:cubicBezTo>
                    <a:pt x="5868" y="14845"/>
                    <a:pt x="5749" y="14726"/>
                    <a:pt x="5602" y="14726"/>
                  </a:cubicBezTo>
                  <a:lnTo>
                    <a:pt x="5038" y="14726"/>
                  </a:lnTo>
                  <a:cubicBezTo>
                    <a:pt x="5157" y="14646"/>
                    <a:pt x="5236" y="14510"/>
                    <a:pt x="5236" y="14356"/>
                  </a:cubicBezTo>
                  <a:lnTo>
                    <a:pt x="5236" y="13752"/>
                  </a:lnTo>
                  <a:cubicBezTo>
                    <a:pt x="5236" y="13508"/>
                    <a:pt x="5037" y="13310"/>
                    <a:pt x="4793" y="13310"/>
                  </a:cubicBezTo>
                  <a:lnTo>
                    <a:pt x="4532" y="13310"/>
                  </a:lnTo>
                  <a:cubicBezTo>
                    <a:pt x="4525" y="13272"/>
                    <a:pt x="4521" y="13223"/>
                    <a:pt x="4521" y="13190"/>
                  </a:cubicBezTo>
                  <a:lnTo>
                    <a:pt x="4682" y="13028"/>
                  </a:lnTo>
                  <a:cubicBezTo>
                    <a:pt x="4852" y="12855"/>
                    <a:pt x="4852" y="12574"/>
                    <a:pt x="4682" y="12401"/>
                  </a:cubicBezTo>
                  <a:lnTo>
                    <a:pt x="4260" y="11976"/>
                  </a:lnTo>
                  <a:cubicBezTo>
                    <a:pt x="4176" y="11892"/>
                    <a:pt x="4065" y="11845"/>
                    <a:pt x="3946" y="11845"/>
                  </a:cubicBezTo>
                  <a:cubicBezTo>
                    <a:pt x="3826" y="11845"/>
                    <a:pt x="3716" y="11892"/>
                    <a:pt x="3632" y="11975"/>
                  </a:cubicBezTo>
                  <a:lnTo>
                    <a:pt x="3448" y="12162"/>
                  </a:lnTo>
                  <a:cubicBezTo>
                    <a:pt x="3417" y="12140"/>
                    <a:pt x="3381" y="12111"/>
                    <a:pt x="3359" y="12087"/>
                  </a:cubicBezTo>
                  <a:lnTo>
                    <a:pt x="3359" y="11857"/>
                  </a:lnTo>
                  <a:cubicBezTo>
                    <a:pt x="3359" y="11701"/>
                    <a:pt x="3277" y="11563"/>
                    <a:pt x="3154" y="11484"/>
                  </a:cubicBezTo>
                  <a:lnTo>
                    <a:pt x="3154" y="10840"/>
                  </a:lnTo>
                  <a:cubicBezTo>
                    <a:pt x="3793" y="11180"/>
                    <a:pt x="4504" y="11404"/>
                    <a:pt x="5261" y="11481"/>
                  </a:cubicBezTo>
                  <a:lnTo>
                    <a:pt x="5261" y="12020"/>
                  </a:lnTo>
                  <a:cubicBezTo>
                    <a:pt x="5261" y="12737"/>
                    <a:pt x="5842" y="13320"/>
                    <a:pt x="6558" y="13320"/>
                  </a:cubicBezTo>
                  <a:lnTo>
                    <a:pt x="7770" y="13320"/>
                  </a:lnTo>
                  <a:lnTo>
                    <a:pt x="7770" y="14726"/>
                  </a:lnTo>
                  <a:lnTo>
                    <a:pt x="7196" y="14726"/>
                  </a:lnTo>
                  <a:cubicBezTo>
                    <a:pt x="7050" y="14726"/>
                    <a:pt x="6930" y="14845"/>
                    <a:pt x="6930" y="14992"/>
                  </a:cubicBezTo>
                  <a:cubicBezTo>
                    <a:pt x="6930" y="15138"/>
                    <a:pt x="7049" y="15257"/>
                    <a:pt x="7196" y="15257"/>
                  </a:cubicBezTo>
                  <a:lnTo>
                    <a:pt x="7859" y="15257"/>
                  </a:lnTo>
                  <a:cubicBezTo>
                    <a:pt x="8103" y="15257"/>
                    <a:pt x="8302" y="15058"/>
                    <a:pt x="8302" y="14814"/>
                  </a:cubicBezTo>
                  <a:lnTo>
                    <a:pt x="8302" y="13320"/>
                  </a:lnTo>
                  <a:lnTo>
                    <a:pt x="10296" y="13320"/>
                  </a:lnTo>
                  <a:cubicBezTo>
                    <a:pt x="11012" y="13320"/>
                    <a:pt x="11593" y="12737"/>
                    <a:pt x="11593" y="12020"/>
                  </a:cubicBezTo>
                  <a:lnTo>
                    <a:pt x="11593" y="8956"/>
                  </a:lnTo>
                  <a:lnTo>
                    <a:pt x="12618" y="8956"/>
                  </a:lnTo>
                  <a:cubicBezTo>
                    <a:pt x="12881" y="8956"/>
                    <a:pt x="13093" y="8850"/>
                    <a:pt x="13200" y="8663"/>
                  </a:cubicBezTo>
                  <a:cubicBezTo>
                    <a:pt x="13305" y="8477"/>
                    <a:pt x="13290" y="8240"/>
                    <a:pt x="13157" y="8014"/>
                  </a:cubicBezTo>
                  <a:lnTo>
                    <a:pt x="11578" y="5344"/>
                  </a:lnTo>
                  <a:cubicBezTo>
                    <a:pt x="11478" y="3922"/>
                    <a:pt x="10858" y="2596"/>
                    <a:pt x="9827" y="1605"/>
                  </a:cubicBezTo>
                  <a:cubicBezTo>
                    <a:pt x="9775" y="1555"/>
                    <a:pt x="9709" y="1530"/>
                    <a:pt x="9643" y="1530"/>
                  </a:cubicBezTo>
                  <a:cubicBezTo>
                    <a:pt x="9573" y="1530"/>
                    <a:pt x="9503" y="1558"/>
                    <a:pt x="9451" y="1612"/>
                  </a:cubicBezTo>
                  <a:cubicBezTo>
                    <a:pt x="9349" y="1718"/>
                    <a:pt x="9352" y="1886"/>
                    <a:pt x="9458" y="1988"/>
                  </a:cubicBezTo>
                  <a:cubicBezTo>
                    <a:pt x="10408" y="2902"/>
                    <a:pt x="10974" y="4128"/>
                    <a:pt x="11052" y="5441"/>
                  </a:cubicBezTo>
                  <a:cubicBezTo>
                    <a:pt x="11055" y="5483"/>
                    <a:pt x="11067" y="5524"/>
                    <a:pt x="11089" y="5560"/>
                  </a:cubicBezTo>
                  <a:lnTo>
                    <a:pt x="12699" y="8284"/>
                  </a:lnTo>
                  <a:cubicBezTo>
                    <a:pt x="12740" y="8354"/>
                    <a:pt x="12740" y="8394"/>
                    <a:pt x="12739" y="8399"/>
                  </a:cubicBezTo>
                  <a:cubicBezTo>
                    <a:pt x="12733" y="8404"/>
                    <a:pt x="12699" y="8425"/>
                    <a:pt x="12618" y="8425"/>
                  </a:cubicBezTo>
                  <a:lnTo>
                    <a:pt x="11328" y="8425"/>
                  </a:lnTo>
                  <a:cubicBezTo>
                    <a:pt x="11181" y="8425"/>
                    <a:pt x="11062" y="8544"/>
                    <a:pt x="11062" y="8691"/>
                  </a:cubicBezTo>
                  <a:lnTo>
                    <a:pt x="11062" y="10333"/>
                  </a:lnTo>
                  <a:lnTo>
                    <a:pt x="9222" y="10333"/>
                  </a:lnTo>
                  <a:cubicBezTo>
                    <a:pt x="9075" y="10333"/>
                    <a:pt x="8956" y="10452"/>
                    <a:pt x="8956" y="10599"/>
                  </a:cubicBezTo>
                  <a:cubicBezTo>
                    <a:pt x="8956" y="10746"/>
                    <a:pt x="9075" y="10865"/>
                    <a:pt x="9222" y="10865"/>
                  </a:cubicBezTo>
                  <a:lnTo>
                    <a:pt x="11062" y="10865"/>
                  </a:lnTo>
                  <a:lnTo>
                    <a:pt x="11062" y="12020"/>
                  </a:lnTo>
                  <a:cubicBezTo>
                    <a:pt x="11062" y="12443"/>
                    <a:pt x="10718" y="12787"/>
                    <a:pt x="10296" y="12787"/>
                  </a:cubicBezTo>
                  <a:lnTo>
                    <a:pt x="6558" y="12787"/>
                  </a:lnTo>
                  <a:cubicBezTo>
                    <a:pt x="6136" y="12787"/>
                    <a:pt x="5793" y="12443"/>
                    <a:pt x="5793" y="12020"/>
                  </a:cubicBezTo>
                  <a:lnTo>
                    <a:pt x="5793" y="11236"/>
                  </a:lnTo>
                  <a:cubicBezTo>
                    <a:pt x="5793" y="11095"/>
                    <a:pt x="5683" y="10978"/>
                    <a:pt x="5542" y="10970"/>
                  </a:cubicBezTo>
                  <a:cubicBezTo>
                    <a:pt x="5420" y="10964"/>
                    <a:pt x="5299" y="10951"/>
                    <a:pt x="5179" y="10936"/>
                  </a:cubicBezTo>
                  <a:lnTo>
                    <a:pt x="5179" y="8304"/>
                  </a:lnTo>
                  <a:cubicBezTo>
                    <a:pt x="5180" y="8276"/>
                    <a:pt x="5206" y="8210"/>
                    <a:pt x="5227" y="8189"/>
                  </a:cubicBezTo>
                  <a:lnTo>
                    <a:pt x="5526" y="7890"/>
                  </a:lnTo>
                  <a:cubicBezTo>
                    <a:pt x="5645" y="7771"/>
                    <a:pt x="5728" y="7568"/>
                    <a:pt x="5728" y="7400"/>
                  </a:cubicBezTo>
                  <a:lnTo>
                    <a:pt x="5728" y="6823"/>
                  </a:lnTo>
                  <a:cubicBezTo>
                    <a:pt x="5728" y="6677"/>
                    <a:pt x="5609" y="6558"/>
                    <a:pt x="5462" y="6558"/>
                  </a:cubicBezTo>
                  <a:cubicBezTo>
                    <a:pt x="5315" y="6558"/>
                    <a:pt x="5197" y="6677"/>
                    <a:pt x="5197" y="6823"/>
                  </a:cubicBezTo>
                  <a:lnTo>
                    <a:pt x="5197" y="7399"/>
                  </a:lnTo>
                  <a:cubicBezTo>
                    <a:pt x="5196" y="7428"/>
                    <a:pt x="5169" y="7493"/>
                    <a:pt x="5149" y="7515"/>
                  </a:cubicBezTo>
                  <a:lnTo>
                    <a:pt x="4851" y="7814"/>
                  </a:lnTo>
                  <a:cubicBezTo>
                    <a:pt x="4731" y="7933"/>
                    <a:pt x="4648" y="8135"/>
                    <a:pt x="4648" y="8304"/>
                  </a:cubicBezTo>
                  <a:lnTo>
                    <a:pt x="4648" y="10840"/>
                  </a:lnTo>
                  <a:cubicBezTo>
                    <a:pt x="4532" y="10813"/>
                    <a:pt x="4417" y="10781"/>
                    <a:pt x="4305" y="10746"/>
                  </a:cubicBezTo>
                  <a:lnTo>
                    <a:pt x="4305" y="6728"/>
                  </a:lnTo>
                  <a:cubicBezTo>
                    <a:pt x="4595" y="6620"/>
                    <a:pt x="4802" y="6340"/>
                    <a:pt x="4802" y="6013"/>
                  </a:cubicBezTo>
                  <a:cubicBezTo>
                    <a:pt x="4802" y="5592"/>
                    <a:pt x="4460" y="5249"/>
                    <a:pt x="4039" y="5249"/>
                  </a:cubicBezTo>
                  <a:cubicBezTo>
                    <a:pt x="3618" y="5249"/>
                    <a:pt x="3275" y="5592"/>
                    <a:pt x="3275" y="6013"/>
                  </a:cubicBezTo>
                  <a:cubicBezTo>
                    <a:pt x="3275" y="6340"/>
                    <a:pt x="3483" y="6620"/>
                    <a:pt x="3773" y="6728"/>
                  </a:cubicBezTo>
                  <a:lnTo>
                    <a:pt x="3773" y="10549"/>
                  </a:lnTo>
                  <a:cubicBezTo>
                    <a:pt x="3641" y="10491"/>
                    <a:pt x="3512" y="10429"/>
                    <a:pt x="3387" y="10361"/>
                  </a:cubicBezTo>
                  <a:lnTo>
                    <a:pt x="3387" y="7694"/>
                  </a:lnTo>
                  <a:cubicBezTo>
                    <a:pt x="3387" y="7525"/>
                    <a:pt x="3303" y="7323"/>
                    <a:pt x="3184" y="7204"/>
                  </a:cubicBezTo>
                  <a:lnTo>
                    <a:pt x="2637" y="6656"/>
                  </a:lnTo>
                  <a:cubicBezTo>
                    <a:pt x="2616" y="6635"/>
                    <a:pt x="2589" y="6569"/>
                    <a:pt x="2588" y="6541"/>
                  </a:cubicBezTo>
                  <a:lnTo>
                    <a:pt x="2588" y="4838"/>
                  </a:lnTo>
                  <a:cubicBezTo>
                    <a:pt x="2879" y="4729"/>
                    <a:pt x="3086" y="4450"/>
                    <a:pt x="3086" y="4123"/>
                  </a:cubicBezTo>
                  <a:cubicBezTo>
                    <a:pt x="3086" y="3701"/>
                    <a:pt x="2743" y="3358"/>
                    <a:pt x="2322" y="3358"/>
                  </a:cubicBezTo>
                  <a:cubicBezTo>
                    <a:pt x="1901" y="3358"/>
                    <a:pt x="1559" y="3701"/>
                    <a:pt x="1559" y="4123"/>
                  </a:cubicBezTo>
                  <a:cubicBezTo>
                    <a:pt x="1559" y="4450"/>
                    <a:pt x="1767" y="4729"/>
                    <a:pt x="2056" y="4838"/>
                  </a:cubicBezTo>
                  <a:lnTo>
                    <a:pt x="2056" y="6541"/>
                  </a:lnTo>
                  <a:cubicBezTo>
                    <a:pt x="2056" y="6709"/>
                    <a:pt x="2141" y="6911"/>
                    <a:pt x="2260" y="7030"/>
                  </a:cubicBezTo>
                  <a:lnTo>
                    <a:pt x="2807" y="7579"/>
                  </a:lnTo>
                  <a:cubicBezTo>
                    <a:pt x="2826" y="7600"/>
                    <a:pt x="2854" y="7665"/>
                    <a:pt x="2855" y="7694"/>
                  </a:cubicBezTo>
                  <a:lnTo>
                    <a:pt x="2855" y="10032"/>
                  </a:lnTo>
                  <a:cubicBezTo>
                    <a:pt x="1509" y="9084"/>
                    <a:pt x="635" y="7516"/>
                    <a:pt x="635" y="5756"/>
                  </a:cubicBezTo>
                  <a:cubicBezTo>
                    <a:pt x="635" y="3668"/>
                    <a:pt x="1865" y="1862"/>
                    <a:pt x="3638" y="1026"/>
                  </a:cubicBezTo>
                  <a:lnTo>
                    <a:pt x="3638" y="2232"/>
                  </a:lnTo>
                  <a:cubicBezTo>
                    <a:pt x="3348" y="2340"/>
                    <a:pt x="3141" y="2619"/>
                    <a:pt x="3141" y="2948"/>
                  </a:cubicBezTo>
                  <a:cubicBezTo>
                    <a:pt x="3141" y="3369"/>
                    <a:pt x="3483" y="3712"/>
                    <a:pt x="3904" y="3712"/>
                  </a:cubicBezTo>
                  <a:cubicBezTo>
                    <a:pt x="4324" y="3712"/>
                    <a:pt x="4666" y="3369"/>
                    <a:pt x="4666" y="2948"/>
                  </a:cubicBezTo>
                  <a:cubicBezTo>
                    <a:pt x="4666" y="2619"/>
                    <a:pt x="4459" y="2340"/>
                    <a:pt x="4169" y="2232"/>
                  </a:cubicBezTo>
                  <a:lnTo>
                    <a:pt x="4169" y="810"/>
                  </a:lnTo>
                  <a:cubicBezTo>
                    <a:pt x="4696" y="631"/>
                    <a:pt x="5262" y="532"/>
                    <a:pt x="5849" y="532"/>
                  </a:cubicBezTo>
                  <a:cubicBezTo>
                    <a:pt x="6667" y="532"/>
                    <a:pt x="7450" y="717"/>
                    <a:pt x="8177" y="1081"/>
                  </a:cubicBezTo>
                  <a:cubicBezTo>
                    <a:pt x="8215" y="1100"/>
                    <a:pt x="8255" y="1109"/>
                    <a:pt x="8295" y="1109"/>
                  </a:cubicBezTo>
                  <a:cubicBezTo>
                    <a:pt x="8393" y="1109"/>
                    <a:pt x="8486" y="1056"/>
                    <a:pt x="8533" y="962"/>
                  </a:cubicBezTo>
                  <a:cubicBezTo>
                    <a:pt x="8599" y="831"/>
                    <a:pt x="8546" y="672"/>
                    <a:pt x="8415" y="605"/>
                  </a:cubicBezTo>
                  <a:cubicBezTo>
                    <a:pt x="7614" y="205"/>
                    <a:pt x="6751" y="0"/>
                    <a:pt x="58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9" name="Google Shape;2340;p64">
              <a:extLst>
                <a:ext uri="{FF2B5EF4-FFF2-40B4-BE49-F238E27FC236}">
                  <a16:creationId xmlns:a16="http://schemas.microsoft.com/office/drawing/2014/main" id="{13F3A4A6-49FB-4A87-886A-89E1BD7FDE85}"/>
                </a:ext>
              </a:extLst>
            </p:cNvPr>
            <p:cNvSpPr/>
            <p:nvPr/>
          </p:nvSpPr>
          <p:spPr>
            <a:xfrm>
              <a:off x="2201295" y="1609919"/>
              <a:ext cx="17678" cy="51973"/>
            </a:xfrm>
            <a:custGeom>
              <a:avLst/>
              <a:gdLst/>
              <a:ahLst/>
              <a:cxnLst/>
              <a:rect l="l" t="t" r="r" b="b"/>
              <a:pathLst>
                <a:path w="533" h="1567" extrusionOk="0">
                  <a:moveTo>
                    <a:pt x="266" y="0"/>
                  </a:moveTo>
                  <a:cubicBezTo>
                    <a:pt x="119" y="0"/>
                    <a:pt x="0" y="119"/>
                    <a:pt x="0" y="266"/>
                  </a:cubicBezTo>
                  <a:lnTo>
                    <a:pt x="0" y="1300"/>
                  </a:lnTo>
                  <a:cubicBezTo>
                    <a:pt x="0" y="1447"/>
                    <a:pt x="119" y="1566"/>
                    <a:pt x="266" y="1566"/>
                  </a:cubicBezTo>
                  <a:cubicBezTo>
                    <a:pt x="413" y="1566"/>
                    <a:pt x="532" y="1447"/>
                    <a:pt x="532" y="1300"/>
                  </a:cubicBezTo>
                  <a:lnTo>
                    <a:pt x="532" y="266"/>
                  </a:lnTo>
                  <a:cubicBezTo>
                    <a:pt x="532" y="119"/>
                    <a:pt x="413" y="0"/>
                    <a:pt x="2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0" name="Google Shape;2341;p64">
              <a:extLst>
                <a:ext uri="{FF2B5EF4-FFF2-40B4-BE49-F238E27FC236}">
                  <a16:creationId xmlns:a16="http://schemas.microsoft.com/office/drawing/2014/main" id="{BB0872DE-9ACC-43DB-9E72-3096D1590CDF}"/>
                </a:ext>
              </a:extLst>
            </p:cNvPr>
            <p:cNvSpPr/>
            <p:nvPr/>
          </p:nvSpPr>
          <p:spPr>
            <a:xfrm>
              <a:off x="1943285" y="1875093"/>
              <a:ext cx="92769" cy="93466"/>
            </a:xfrm>
            <a:custGeom>
              <a:avLst/>
              <a:gdLst/>
              <a:ahLst/>
              <a:cxnLst/>
              <a:rect l="l" t="t" r="r" b="b"/>
              <a:pathLst>
                <a:path w="2797" h="2818" extrusionOk="0">
                  <a:moveTo>
                    <a:pt x="1398" y="532"/>
                  </a:moveTo>
                  <a:cubicBezTo>
                    <a:pt x="1875" y="532"/>
                    <a:pt x="2265" y="926"/>
                    <a:pt x="2265" y="1409"/>
                  </a:cubicBezTo>
                  <a:cubicBezTo>
                    <a:pt x="2265" y="1893"/>
                    <a:pt x="1876" y="2286"/>
                    <a:pt x="1398" y="2286"/>
                  </a:cubicBezTo>
                  <a:cubicBezTo>
                    <a:pt x="921" y="2286"/>
                    <a:pt x="532" y="1893"/>
                    <a:pt x="532" y="1409"/>
                  </a:cubicBezTo>
                  <a:cubicBezTo>
                    <a:pt x="532" y="926"/>
                    <a:pt x="921" y="532"/>
                    <a:pt x="1398" y="532"/>
                  </a:cubicBezTo>
                  <a:close/>
                  <a:moveTo>
                    <a:pt x="1398" y="1"/>
                  </a:moveTo>
                  <a:cubicBezTo>
                    <a:pt x="628" y="1"/>
                    <a:pt x="1" y="633"/>
                    <a:pt x="1" y="1409"/>
                  </a:cubicBezTo>
                  <a:cubicBezTo>
                    <a:pt x="1" y="2186"/>
                    <a:pt x="628" y="2818"/>
                    <a:pt x="1398" y="2818"/>
                  </a:cubicBezTo>
                  <a:cubicBezTo>
                    <a:pt x="2169" y="2818"/>
                    <a:pt x="2796" y="2186"/>
                    <a:pt x="2796" y="1409"/>
                  </a:cubicBezTo>
                  <a:cubicBezTo>
                    <a:pt x="2796" y="633"/>
                    <a:pt x="2169" y="1"/>
                    <a:pt x="13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1" name="Google Shape;2342;p64">
              <a:extLst>
                <a:ext uri="{FF2B5EF4-FFF2-40B4-BE49-F238E27FC236}">
                  <a16:creationId xmlns:a16="http://schemas.microsoft.com/office/drawing/2014/main" id="{2957C8A5-4CB3-4BE2-943C-11FDE53923E7}"/>
                </a:ext>
              </a:extLst>
            </p:cNvPr>
            <p:cNvSpPr/>
            <p:nvPr/>
          </p:nvSpPr>
          <p:spPr>
            <a:xfrm>
              <a:off x="1964944" y="1896984"/>
              <a:ext cx="49420" cy="49718"/>
            </a:xfrm>
            <a:custGeom>
              <a:avLst/>
              <a:gdLst/>
              <a:ahLst/>
              <a:cxnLst/>
              <a:rect l="l" t="t" r="r" b="b"/>
              <a:pathLst>
                <a:path w="1490" h="1499" extrusionOk="0">
                  <a:moveTo>
                    <a:pt x="745" y="533"/>
                  </a:moveTo>
                  <a:cubicBezTo>
                    <a:pt x="863" y="533"/>
                    <a:pt x="959" y="630"/>
                    <a:pt x="959" y="749"/>
                  </a:cubicBezTo>
                  <a:cubicBezTo>
                    <a:pt x="959" y="869"/>
                    <a:pt x="863" y="967"/>
                    <a:pt x="745" y="967"/>
                  </a:cubicBezTo>
                  <a:cubicBezTo>
                    <a:pt x="628" y="967"/>
                    <a:pt x="532" y="869"/>
                    <a:pt x="532" y="749"/>
                  </a:cubicBezTo>
                  <a:cubicBezTo>
                    <a:pt x="532" y="630"/>
                    <a:pt x="628" y="533"/>
                    <a:pt x="745" y="533"/>
                  </a:cubicBezTo>
                  <a:close/>
                  <a:moveTo>
                    <a:pt x="745" y="1"/>
                  </a:moveTo>
                  <a:cubicBezTo>
                    <a:pt x="335" y="1"/>
                    <a:pt x="1" y="336"/>
                    <a:pt x="1" y="749"/>
                  </a:cubicBezTo>
                  <a:cubicBezTo>
                    <a:pt x="1" y="1162"/>
                    <a:pt x="335" y="1499"/>
                    <a:pt x="745" y="1499"/>
                  </a:cubicBezTo>
                  <a:cubicBezTo>
                    <a:pt x="1156" y="1499"/>
                    <a:pt x="1489" y="1162"/>
                    <a:pt x="1489" y="749"/>
                  </a:cubicBezTo>
                  <a:cubicBezTo>
                    <a:pt x="1489" y="336"/>
                    <a:pt x="1156" y="1"/>
                    <a:pt x="7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2" name="Google Shape;2343;p64">
              <a:extLst>
                <a:ext uri="{FF2B5EF4-FFF2-40B4-BE49-F238E27FC236}">
                  <a16:creationId xmlns:a16="http://schemas.microsoft.com/office/drawing/2014/main" id="{A3D01CEC-F48A-4AE1-901A-6A31476A6A6B}"/>
                </a:ext>
              </a:extLst>
            </p:cNvPr>
            <p:cNvSpPr/>
            <p:nvPr/>
          </p:nvSpPr>
          <p:spPr>
            <a:xfrm>
              <a:off x="2058675" y="1563053"/>
              <a:ext cx="50647" cy="78441"/>
            </a:xfrm>
            <a:custGeom>
              <a:avLst/>
              <a:gdLst/>
              <a:ahLst/>
              <a:cxnLst/>
              <a:rect l="l" t="t" r="r" b="b"/>
              <a:pathLst>
                <a:path w="1527" h="2365" extrusionOk="0">
                  <a:moveTo>
                    <a:pt x="763" y="532"/>
                  </a:moveTo>
                  <a:cubicBezTo>
                    <a:pt x="891" y="532"/>
                    <a:pt x="995" y="636"/>
                    <a:pt x="995" y="764"/>
                  </a:cubicBezTo>
                  <a:cubicBezTo>
                    <a:pt x="995" y="893"/>
                    <a:pt x="890" y="997"/>
                    <a:pt x="763" y="997"/>
                  </a:cubicBezTo>
                  <a:cubicBezTo>
                    <a:pt x="636" y="997"/>
                    <a:pt x="532" y="893"/>
                    <a:pt x="532" y="764"/>
                  </a:cubicBezTo>
                  <a:cubicBezTo>
                    <a:pt x="532" y="637"/>
                    <a:pt x="636" y="532"/>
                    <a:pt x="763" y="532"/>
                  </a:cubicBezTo>
                  <a:close/>
                  <a:moveTo>
                    <a:pt x="763" y="1"/>
                  </a:moveTo>
                  <a:cubicBezTo>
                    <a:pt x="342" y="1"/>
                    <a:pt x="0" y="343"/>
                    <a:pt x="0" y="765"/>
                  </a:cubicBezTo>
                  <a:cubicBezTo>
                    <a:pt x="0" y="1093"/>
                    <a:pt x="208" y="1372"/>
                    <a:pt x="497" y="1480"/>
                  </a:cubicBezTo>
                  <a:lnTo>
                    <a:pt x="497" y="2098"/>
                  </a:lnTo>
                  <a:cubicBezTo>
                    <a:pt x="497" y="2245"/>
                    <a:pt x="616" y="2364"/>
                    <a:pt x="763" y="2364"/>
                  </a:cubicBezTo>
                  <a:cubicBezTo>
                    <a:pt x="910" y="2364"/>
                    <a:pt x="1029" y="2245"/>
                    <a:pt x="1029" y="2098"/>
                  </a:cubicBezTo>
                  <a:lnTo>
                    <a:pt x="1029" y="1480"/>
                  </a:lnTo>
                  <a:cubicBezTo>
                    <a:pt x="1320" y="1372"/>
                    <a:pt x="1527" y="1093"/>
                    <a:pt x="1527" y="765"/>
                  </a:cubicBezTo>
                  <a:cubicBezTo>
                    <a:pt x="1527" y="343"/>
                    <a:pt x="1184" y="1"/>
                    <a:pt x="7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63" name="Google Shape;13244;p81">
            <a:extLst>
              <a:ext uri="{FF2B5EF4-FFF2-40B4-BE49-F238E27FC236}">
                <a16:creationId xmlns:a16="http://schemas.microsoft.com/office/drawing/2014/main" id="{86CC1A81-F4D0-46F1-9189-23AFAE9A2E40}"/>
              </a:ext>
            </a:extLst>
          </p:cNvPr>
          <p:cNvGrpSpPr/>
          <p:nvPr/>
        </p:nvGrpSpPr>
        <p:grpSpPr>
          <a:xfrm>
            <a:off x="4404608" y="1903982"/>
            <a:ext cx="365760" cy="365760"/>
            <a:chOff x="5343544" y="1509358"/>
            <a:chExt cx="244676" cy="351095"/>
          </a:xfrm>
        </p:grpSpPr>
        <p:sp>
          <p:nvSpPr>
            <p:cNvPr id="164" name="Google Shape;13245;p81">
              <a:extLst>
                <a:ext uri="{FF2B5EF4-FFF2-40B4-BE49-F238E27FC236}">
                  <a16:creationId xmlns:a16="http://schemas.microsoft.com/office/drawing/2014/main" id="{C87F9EBC-B0C0-4403-8A9F-CD1FB186348F}"/>
                </a:ext>
              </a:extLst>
            </p:cNvPr>
            <p:cNvSpPr/>
            <p:nvPr/>
          </p:nvSpPr>
          <p:spPr>
            <a:xfrm>
              <a:off x="5430658" y="1574494"/>
              <a:ext cx="25031" cy="10655"/>
            </a:xfrm>
            <a:custGeom>
              <a:avLst/>
              <a:gdLst/>
              <a:ahLst/>
              <a:cxnLst/>
              <a:rect l="l" t="t" r="r" b="b"/>
              <a:pathLst>
                <a:path w="787" h="335" extrusionOk="0">
                  <a:moveTo>
                    <a:pt x="167" y="1"/>
                  </a:moveTo>
                  <a:cubicBezTo>
                    <a:pt x="72" y="1"/>
                    <a:pt x="0" y="72"/>
                    <a:pt x="0" y="168"/>
                  </a:cubicBezTo>
                  <a:cubicBezTo>
                    <a:pt x="0" y="263"/>
                    <a:pt x="72" y="334"/>
                    <a:pt x="167" y="334"/>
                  </a:cubicBezTo>
                  <a:lnTo>
                    <a:pt x="619" y="334"/>
                  </a:lnTo>
                  <a:cubicBezTo>
                    <a:pt x="715" y="334"/>
                    <a:pt x="786" y="263"/>
                    <a:pt x="786" y="168"/>
                  </a:cubicBezTo>
                  <a:cubicBezTo>
                    <a:pt x="786" y="72"/>
                    <a:pt x="715" y="1"/>
                    <a:pt x="619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5" name="Google Shape;13246;p81">
              <a:extLst>
                <a:ext uri="{FF2B5EF4-FFF2-40B4-BE49-F238E27FC236}">
                  <a16:creationId xmlns:a16="http://schemas.microsoft.com/office/drawing/2014/main" id="{F7882214-97A2-44D7-BD51-826ECD412E5B}"/>
                </a:ext>
              </a:extLst>
            </p:cNvPr>
            <p:cNvSpPr/>
            <p:nvPr/>
          </p:nvSpPr>
          <p:spPr>
            <a:xfrm>
              <a:off x="5447706" y="1613137"/>
              <a:ext cx="39025" cy="38643"/>
            </a:xfrm>
            <a:custGeom>
              <a:avLst/>
              <a:gdLst/>
              <a:ahLst/>
              <a:cxnLst/>
              <a:rect l="l" t="t" r="r" b="b"/>
              <a:pathLst>
                <a:path w="1227" h="1215" extrusionOk="0">
                  <a:moveTo>
                    <a:pt x="607" y="322"/>
                  </a:moveTo>
                  <a:cubicBezTo>
                    <a:pt x="774" y="322"/>
                    <a:pt x="893" y="453"/>
                    <a:pt x="893" y="608"/>
                  </a:cubicBezTo>
                  <a:cubicBezTo>
                    <a:pt x="893" y="750"/>
                    <a:pt x="774" y="893"/>
                    <a:pt x="607" y="893"/>
                  </a:cubicBezTo>
                  <a:cubicBezTo>
                    <a:pt x="453" y="893"/>
                    <a:pt x="322" y="750"/>
                    <a:pt x="322" y="608"/>
                  </a:cubicBezTo>
                  <a:cubicBezTo>
                    <a:pt x="322" y="453"/>
                    <a:pt x="464" y="322"/>
                    <a:pt x="607" y="322"/>
                  </a:cubicBezTo>
                  <a:close/>
                  <a:moveTo>
                    <a:pt x="607" y="0"/>
                  </a:moveTo>
                  <a:cubicBezTo>
                    <a:pt x="274" y="0"/>
                    <a:pt x="0" y="262"/>
                    <a:pt x="0" y="608"/>
                  </a:cubicBezTo>
                  <a:cubicBezTo>
                    <a:pt x="0" y="953"/>
                    <a:pt x="274" y="1215"/>
                    <a:pt x="607" y="1215"/>
                  </a:cubicBezTo>
                  <a:cubicBezTo>
                    <a:pt x="953" y="1215"/>
                    <a:pt x="1215" y="953"/>
                    <a:pt x="1215" y="608"/>
                  </a:cubicBezTo>
                  <a:cubicBezTo>
                    <a:pt x="1226" y="262"/>
                    <a:pt x="953" y="0"/>
                    <a:pt x="607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6" name="Google Shape;13247;p81">
              <a:extLst>
                <a:ext uri="{FF2B5EF4-FFF2-40B4-BE49-F238E27FC236}">
                  <a16:creationId xmlns:a16="http://schemas.microsoft.com/office/drawing/2014/main" id="{2C74AB08-40A1-4920-957E-50022FFFFD26}"/>
                </a:ext>
              </a:extLst>
            </p:cNvPr>
            <p:cNvSpPr/>
            <p:nvPr/>
          </p:nvSpPr>
          <p:spPr>
            <a:xfrm>
              <a:off x="5343544" y="1509358"/>
              <a:ext cx="244676" cy="351095"/>
            </a:xfrm>
            <a:custGeom>
              <a:avLst/>
              <a:gdLst/>
              <a:ahLst/>
              <a:cxnLst/>
              <a:rect l="l" t="t" r="r" b="b"/>
              <a:pathLst>
                <a:path w="7693" h="11039" extrusionOk="0">
                  <a:moveTo>
                    <a:pt x="4728" y="311"/>
                  </a:moveTo>
                  <a:lnTo>
                    <a:pt x="4728" y="1192"/>
                  </a:lnTo>
                  <a:cubicBezTo>
                    <a:pt x="4728" y="1275"/>
                    <a:pt x="4811" y="1346"/>
                    <a:pt x="4894" y="1346"/>
                  </a:cubicBezTo>
                  <a:cubicBezTo>
                    <a:pt x="4990" y="1346"/>
                    <a:pt x="5061" y="1275"/>
                    <a:pt x="5061" y="1192"/>
                  </a:cubicBezTo>
                  <a:lnTo>
                    <a:pt x="5061" y="322"/>
                  </a:lnTo>
                  <a:cubicBezTo>
                    <a:pt x="5716" y="418"/>
                    <a:pt x="6216" y="965"/>
                    <a:pt x="6216" y="1644"/>
                  </a:cubicBezTo>
                  <a:lnTo>
                    <a:pt x="6216" y="2037"/>
                  </a:lnTo>
                  <a:lnTo>
                    <a:pt x="4418" y="2037"/>
                  </a:lnTo>
                  <a:cubicBezTo>
                    <a:pt x="4335" y="2037"/>
                    <a:pt x="4251" y="2108"/>
                    <a:pt x="4251" y="2204"/>
                  </a:cubicBezTo>
                  <a:cubicBezTo>
                    <a:pt x="4251" y="2287"/>
                    <a:pt x="4335" y="2358"/>
                    <a:pt x="4418" y="2358"/>
                  </a:cubicBezTo>
                  <a:lnTo>
                    <a:pt x="6216" y="2358"/>
                  </a:lnTo>
                  <a:lnTo>
                    <a:pt x="6216" y="2704"/>
                  </a:lnTo>
                  <a:lnTo>
                    <a:pt x="4418" y="2704"/>
                  </a:lnTo>
                  <a:cubicBezTo>
                    <a:pt x="4335" y="2704"/>
                    <a:pt x="4251" y="2775"/>
                    <a:pt x="4251" y="2870"/>
                  </a:cubicBezTo>
                  <a:cubicBezTo>
                    <a:pt x="4251" y="2966"/>
                    <a:pt x="4335" y="3037"/>
                    <a:pt x="4418" y="3037"/>
                  </a:cubicBezTo>
                  <a:lnTo>
                    <a:pt x="6216" y="3037"/>
                  </a:lnTo>
                  <a:lnTo>
                    <a:pt x="6216" y="3382"/>
                  </a:lnTo>
                  <a:lnTo>
                    <a:pt x="4894" y="3382"/>
                  </a:lnTo>
                  <a:cubicBezTo>
                    <a:pt x="4811" y="3382"/>
                    <a:pt x="4728" y="3454"/>
                    <a:pt x="4728" y="3537"/>
                  </a:cubicBezTo>
                  <a:cubicBezTo>
                    <a:pt x="4728" y="3632"/>
                    <a:pt x="4811" y="3704"/>
                    <a:pt x="4894" y="3704"/>
                  </a:cubicBezTo>
                  <a:lnTo>
                    <a:pt x="6216" y="3704"/>
                  </a:lnTo>
                  <a:lnTo>
                    <a:pt x="6216" y="4049"/>
                  </a:lnTo>
                  <a:lnTo>
                    <a:pt x="4894" y="4049"/>
                  </a:lnTo>
                  <a:cubicBezTo>
                    <a:pt x="4811" y="4049"/>
                    <a:pt x="4728" y="4121"/>
                    <a:pt x="4728" y="4216"/>
                  </a:cubicBezTo>
                  <a:cubicBezTo>
                    <a:pt x="4728" y="4299"/>
                    <a:pt x="4811" y="4371"/>
                    <a:pt x="4894" y="4371"/>
                  </a:cubicBezTo>
                  <a:lnTo>
                    <a:pt x="6216" y="4371"/>
                  </a:lnTo>
                  <a:lnTo>
                    <a:pt x="6216" y="4716"/>
                  </a:lnTo>
                  <a:lnTo>
                    <a:pt x="4418" y="4716"/>
                  </a:lnTo>
                  <a:cubicBezTo>
                    <a:pt x="4335" y="4716"/>
                    <a:pt x="4251" y="4787"/>
                    <a:pt x="4251" y="4883"/>
                  </a:cubicBezTo>
                  <a:cubicBezTo>
                    <a:pt x="4251" y="4966"/>
                    <a:pt x="4335" y="5049"/>
                    <a:pt x="4418" y="5049"/>
                  </a:cubicBezTo>
                  <a:lnTo>
                    <a:pt x="6216" y="5049"/>
                  </a:lnTo>
                  <a:lnTo>
                    <a:pt x="6216" y="5383"/>
                  </a:lnTo>
                  <a:lnTo>
                    <a:pt x="4418" y="5383"/>
                  </a:lnTo>
                  <a:cubicBezTo>
                    <a:pt x="4335" y="5383"/>
                    <a:pt x="4251" y="5466"/>
                    <a:pt x="4251" y="5549"/>
                  </a:cubicBezTo>
                  <a:cubicBezTo>
                    <a:pt x="4251" y="5645"/>
                    <a:pt x="4335" y="5716"/>
                    <a:pt x="4418" y="5716"/>
                  </a:cubicBezTo>
                  <a:lnTo>
                    <a:pt x="6216" y="5716"/>
                  </a:lnTo>
                  <a:lnTo>
                    <a:pt x="6216" y="6097"/>
                  </a:lnTo>
                  <a:cubicBezTo>
                    <a:pt x="6216" y="6788"/>
                    <a:pt x="5716" y="7335"/>
                    <a:pt x="5061" y="7430"/>
                  </a:cubicBezTo>
                  <a:lnTo>
                    <a:pt x="5061" y="6538"/>
                  </a:lnTo>
                  <a:cubicBezTo>
                    <a:pt x="5061" y="6442"/>
                    <a:pt x="4990" y="6371"/>
                    <a:pt x="4894" y="6371"/>
                  </a:cubicBezTo>
                  <a:cubicBezTo>
                    <a:pt x="4811" y="6371"/>
                    <a:pt x="4728" y="6442"/>
                    <a:pt x="4728" y="6538"/>
                  </a:cubicBezTo>
                  <a:lnTo>
                    <a:pt x="4728" y="7407"/>
                  </a:lnTo>
                  <a:lnTo>
                    <a:pt x="4394" y="7407"/>
                  </a:lnTo>
                  <a:lnTo>
                    <a:pt x="4394" y="6538"/>
                  </a:lnTo>
                  <a:cubicBezTo>
                    <a:pt x="4394" y="6442"/>
                    <a:pt x="4311" y="6371"/>
                    <a:pt x="4228" y="6371"/>
                  </a:cubicBezTo>
                  <a:cubicBezTo>
                    <a:pt x="4132" y="6371"/>
                    <a:pt x="4061" y="6442"/>
                    <a:pt x="4061" y="6538"/>
                  </a:cubicBezTo>
                  <a:lnTo>
                    <a:pt x="4061" y="7407"/>
                  </a:lnTo>
                  <a:lnTo>
                    <a:pt x="3716" y="7407"/>
                  </a:lnTo>
                  <a:lnTo>
                    <a:pt x="3716" y="6538"/>
                  </a:lnTo>
                  <a:cubicBezTo>
                    <a:pt x="3716" y="6442"/>
                    <a:pt x="3644" y="6371"/>
                    <a:pt x="3561" y="6371"/>
                  </a:cubicBezTo>
                  <a:cubicBezTo>
                    <a:pt x="3466" y="6371"/>
                    <a:pt x="3394" y="6442"/>
                    <a:pt x="3394" y="6538"/>
                  </a:cubicBezTo>
                  <a:lnTo>
                    <a:pt x="3394" y="7407"/>
                  </a:lnTo>
                  <a:lnTo>
                    <a:pt x="3049" y="7407"/>
                  </a:lnTo>
                  <a:lnTo>
                    <a:pt x="3049" y="6538"/>
                  </a:lnTo>
                  <a:cubicBezTo>
                    <a:pt x="3049" y="6442"/>
                    <a:pt x="2977" y="6371"/>
                    <a:pt x="2882" y="6371"/>
                  </a:cubicBezTo>
                  <a:cubicBezTo>
                    <a:pt x="2799" y="6371"/>
                    <a:pt x="2727" y="6442"/>
                    <a:pt x="2727" y="6538"/>
                  </a:cubicBezTo>
                  <a:lnTo>
                    <a:pt x="2727" y="7395"/>
                  </a:lnTo>
                  <a:cubicBezTo>
                    <a:pt x="2073" y="7311"/>
                    <a:pt x="1561" y="6752"/>
                    <a:pt x="1561" y="6073"/>
                  </a:cubicBezTo>
                  <a:lnTo>
                    <a:pt x="1561" y="5680"/>
                  </a:lnTo>
                  <a:lnTo>
                    <a:pt x="3358" y="5680"/>
                  </a:lnTo>
                  <a:cubicBezTo>
                    <a:pt x="3454" y="5680"/>
                    <a:pt x="3525" y="5609"/>
                    <a:pt x="3525" y="5525"/>
                  </a:cubicBezTo>
                  <a:cubicBezTo>
                    <a:pt x="3525" y="5430"/>
                    <a:pt x="3454" y="5359"/>
                    <a:pt x="3358" y="5359"/>
                  </a:cubicBezTo>
                  <a:lnTo>
                    <a:pt x="1561" y="5359"/>
                  </a:lnTo>
                  <a:lnTo>
                    <a:pt x="1561" y="5014"/>
                  </a:lnTo>
                  <a:lnTo>
                    <a:pt x="3358" y="5014"/>
                  </a:lnTo>
                  <a:cubicBezTo>
                    <a:pt x="3454" y="5014"/>
                    <a:pt x="3525" y="4942"/>
                    <a:pt x="3525" y="4847"/>
                  </a:cubicBezTo>
                  <a:cubicBezTo>
                    <a:pt x="3525" y="4763"/>
                    <a:pt x="3454" y="4680"/>
                    <a:pt x="3358" y="4680"/>
                  </a:cubicBezTo>
                  <a:lnTo>
                    <a:pt x="1561" y="4680"/>
                  </a:lnTo>
                  <a:lnTo>
                    <a:pt x="1561" y="4347"/>
                  </a:lnTo>
                  <a:lnTo>
                    <a:pt x="2894" y="4347"/>
                  </a:lnTo>
                  <a:cubicBezTo>
                    <a:pt x="2977" y="4347"/>
                    <a:pt x="3049" y="4263"/>
                    <a:pt x="3049" y="4180"/>
                  </a:cubicBezTo>
                  <a:cubicBezTo>
                    <a:pt x="3049" y="4085"/>
                    <a:pt x="2977" y="4013"/>
                    <a:pt x="2894" y="4013"/>
                  </a:cubicBezTo>
                  <a:lnTo>
                    <a:pt x="1561" y="4013"/>
                  </a:lnTo>
                  <a:lnTo>
                    <a:pt x="1561" y="3668"/>
                  </a:lnTo>
                  <a:lnTo>
                    <a:pt x="2894" y="3668"/>
                  </a:lnTo>
                  <a:cubicBezTo>
                    <a:pt x="2977" y="3668"/>
                    <a:pt x="3049" y="3597"/>
                    <a:pt x="3049" y="3513"/>
                  </a:cubicBezTo>
                  <a:cubicBezTo>
                    <a:pt x="3049" y="3418"/>
                    <a:pt x="2977" y="3347"/>
                    <a:pt x="2894" y="3347"/>
                  </a:cubicBezTo>
                  <a:lnTo>
                    <a:pt x="1561" y="3347"/>
                  </a:lnTo>
                  <a:lnTo>
                    <a:pt x="1561" y="3001"/>
                  </a:lnTo>
                  <a:lnTo>
                    <a:pt x="3358" y="3001"/>
                  </a:lnTo>
                  <a:cubicBezTo>
                    <a:pt x="3454" y="3001"/>
                    <a:pt x="3525" y="2930"/>
                    <a:pt x="3525" y="2835"/>
                  </a:cubicBezTo>
                  <a:cubicBezTo>
                    <a:pt x="3525" y="2751"/>
                    <a:pt x="3454" y="2680"/>
                    <a:pt x="3358" y="2680"/>
                  </a:cubicBezTo>
                  <a:lnTo>
                    <a:pt x="1561" y="2680"/>
                  </a:lnTo>
                  <a:lnTo>
                    <a:pt x="1561" y="2370"/>
                  </a:lnTo>
                  <a:lnTo>
                    <a:pt x="2156" y="2370"/>
                  </a:lnTo>
                  <a:cubicBezTo>
                    <a:pt x="2251" y="2370"/>
                    <a:pt x="2323" y="2287"/>
                    <a:pt x="2323" y="2204"/>
                  </a:cubicBezTo>
                  <a:cubicBezTo>
                    <a:pt x="2323" y="2108"/>
                    <a:pt x="2251" y="2037"/>
                    <a:pt x="2156" y="2037"/>
                  </a:cubicBezTo>
                  <a:lnTo>
                    <a:pt x="1561" y="2037"/>
                  </a:lnTo>
                  <a:lnTo>
                    <a:pt x="1561" y="1644"/>
                  </a:lnTo>
                  <a:cubicBezTo>
                    <a:pt x="1561" y="965"/>
                    <a:pt x="2073" y="418"/>
                    <a:pt x="2727" y="322"/>
                  </a:cubicBezTo>
                  <a:lnTo>
                    <a:pt x="2727" y="1192"/>
                  </a:lnTo>
                  <a:cubicBezTo>
                    <a:pt x="2727" y="1275"/>
                    <a:pt x="2799" y="1346"/>
                    <a:pt x="2882" y="1346"/>
                  </a:cubicBezTo>
                  <a:cubicBezTo>
                    <a:pt x="2977" y="1346"/>
                    <a:pt x="3049" y="1275"/>
                    <a:pt x="3049" y="1192"/>
                  </a:cubicBezTo>
                  <a:lnTo>
                    <a:pt x="3049" y="311"/>
                  </a:lnTo>
                  <a:lnTo>
                    <a:pt x="3394" y="311"/>
                  </a:lnTo>
                  <a:lnTo>
                    <a:pt x="3394" y="1192"/>
                  </a:lnTo>
                  <a:cubicBezTo>
                    <a:pt x="3394" y="1275"/>
                    <a:pt x="3466" y="1346"/>
                    <a:pt x="3561" y="1346"/>
                  </a:cubicBezTo>
                  <a:cubicBezTo>
                    <a:pt x="3644" y="1346"/>
                    <a:pt x="3716" y="1275"/>
                    <a:pt x="3716" y="1192"/>
                  </a:cubicBezTo>
                  <a:lnTo>
                    <a:pt x="3716" y="311"/>
                  </a:lnTo>
                  <a:lnTo>
                    <a:pt x="4061" y="311"/>
                  </a:lnTo>
                  <a:lnTo>
                    <a:pt x="4061" y="1192"/>
                  </a:lnTo>
                  <a:cubicBezTo>
                    <a:pt x="4061" y="1275"/>
                    <a:pt x="4132" y="1346"/>
                    <a:pt x="4228" y="1346"/>
                  </a:cubicBezTo>
                  <a:cubicBezTo>
                    <a:pt x="4311" y="1346"/>
                    <a:pt x="4394" y="1275"/>
                    <a:pt x="4394" y="1192"/>
                  </a:cubicBezTo>
                  <a:lnTo>
                    <a:pt x="4394" y="311"/>
                  </a:lnTo>
                  <a:close/>
                  <a:moveTo>
                    <a:pt x="6776" y="5025"/>
                  </a:moveTo>
                  <a:lnTo>
                    <a:pt x="6776" y="6192"/>
                  </a:lnTo>
                  <a:cubicBezTo>
                    <a:pt x="6776" y="7216"/>
                    <a:pt x="5942" y="8050"/>
                    <a:pt x="4906" y="8050"/>
                  </a:cubicBezTo>
                  <a:lnTo>
                    <a:pt x="2882" y="8050"/>
                  </a:lnTo>
                  <a:cubicBezTo>
                    <a:pt x="1858" y="8050"/>
                    <a:pt x="1025" y="7216"/>
                    <a:pt x="1025" y="6192"/>
                  </a:cubicBezTo>
                  <a:lnTo>
                    <a:pt x="1013" y="5025"/>
                  </a:lnTo>
                  <a:lnTo>
                    <a:pt x="1251" y="5025"/>
                  </a:lnTo>
                  <a:lnTo>
                    <a:pt x="1251" y="6085"/>
                  </a:lnTo>
                  <a:cubicBezTo>
                    <a:pt x="1251" y="6990"/>
                    <a:pt x="1977" y="7728"/>
                    <a:pt x="2882" y="7740"/>
                  </a:cubicBezTo>
                  <a:lnTo>
                    <a:pt x="4894" y="7740"/>
                  </a:lnTo>
                  <a:cubicBezTo>
                    <a:pt x="5799" y="7728"/>
                    <a:pt x="6537" y="6978"/>
                    <a:pt x="6537" y="6085"/>
                  </a:cubicBezTo>
                  <a:lnTo>
                    <a:pt x="6537" y="5025"/>
                  </a:lnTo>
                  <a:close/>
                  <a:moveTo>
                    <a:pt x="4144" y="8966"/>
                  </a:moveTo>
                  <a:lnTo>
                    <a:pt x="4144" y="9966"/>
                  </a:lnTo>
                  <a:lnTo>
                    <a:pt x="3620" y="9966"/>
                  </a:lnTo>
                  <a:lnTo>
                    <a:pt x="3620" y="8966"/>
                  </a:lnTo>
                  <a:close/>
                  <a:moveTo>
                    <a:pt x="6299" y="10300"/>
                  </a:moveTo>
                  <a:cubicBezTo>
                    <a:pt x="6561" y="10300"/>
                    <a:pt x="6787" y="10478"/>
                    <a:pt x="6859" y="10717"/>
                  </a:cubicBezTo>
                  <a:lnTo>
                    <a:pt x="918" y="10717"/>
                  </a:lnTo>
                  <a:cubicBezTo>
                    <a:pt x="1001" y="10478"/>
                    <a:pt x="1215" y="10300"/>
                    <a:pt x="1489" y="10300"/>
                  </a:cubicBezTo>
                  <a:close/>
                  <a:moveTo>
                    <a:pt x="2835" y="1"/>
                  </a:moveTo>
                  <a:cubicBezTo>
                    <a:pt x="1918" y="13"/>
                    <a:pt x="1191" y="763"/>
                    <a:pt x="1191" y="1656"/>
                  </a:cubicBezTo>
                  <a:lnTo>
                    <a:pt x="1191" y="4704"/>
                  </a:lnTo>
                  <a:lnTo>
                    <a:pt x="953" y="4704"/>
                  </a:lnTo>
                  <a:lnTo>
                    <a:pt x="953" y="4502"/>
                  </a:lnTo>
                  <a:cubicBezTo>
                    <a:pt x="953" y="4252"/>
                    <a:pt x="751" y="4037"/>
                    <a:pt x="477" y="4037"/>
                  </a:cubicBezTo>
                  <a:cubicBezTo>
                    <a:pt x="227" y="4037"/>
                    <a:pt x="1" y="4240"/>
                    <a:pt x="1" y="4502"/>
                  </a:cubicBezTo>
                  <a:lnTo>
                    <a:pt x="1" y="6168"/>
                  </a:lnTo>
                  <a:cubicBezTo>
                    <a:pt x="1" y="7716"/>
                    <a:pt x="1251" y="8966"/>
                    <a:pt x="2799" y="8966"/>
                  </a:cubicBezTo>
                  <a:lnTo>
                    <a:pt x="3227" y="8966"/>
                  </a:lnTo>
                  <a:lnTo>
                    <a:pt x="3227" y="9966"/>
                  </a:lnTo>
                  <a:lnTo>
                    <a:pt x="1406" y="9966"/>
                  </a:lnTo>
                  <a:cubicBezTo>
                    <a:pt x="906" y="9966"/>
                    <a:pt x="489" y="10371"/>
                    <a:pt x="489" y="10883"/>
                  </a:cubicBezTo>
                  <a:cubicBezTo>
                    <a:pt x="489" y="10967"/>
                    <a:pt x="572" y="11038"/>
                    <a:pt x="656" y="11038"/>
                  </a:cubicBezTo>
                  <a:lnTo>
                    <a:pt x="6966" y="11038"/>
                  </a:lnTo>
                  <a:cubicBezTo>
                    <a:pt x="7061" y="11038"/>
                    <a:pt x="7133" y="10967"/>
                    <a:pt x="7133" y="10883"/>
                  </a:cubicBezTo>
                  <a:cubicBezTo>
                    <a:pt x="7133" y="10383"/>
                    <a:pt x="6728" y="9966"/>
                    <a:pt x="6228" y="9966"/>
                  </a:cubicBezTo>
                  <a:lnTo>
                    <a:pt x="4466" y="9966"/>
                  </a:lnTo>
                  <a:lnTo>
                    <a:pt x="4466" y="8966"/>
                  </a:lnTo>
                  <a:lnTo>
                    <a:pt x="4894" y="8966"/>
                  </a:lnTo>
                  <a:cubicBezTo>
                    <a:pt x="6442" y="8966"/>
                    <a:pt x="7692" y="7728"/>
                    <a:pt x="7692" y="6168"/>
                  </a:cubicBezTo>
                  <a:lnTo>
                    <a:pt x="7692" y="5978"/>
                  </a:lnTo>
                  <a:cubicBezTo>
                    <a:pt x="7692" y="5895"/>
                    <a:pt x="7621" y="5811"/>
                    <a:pt x="7538" y="5811"/>
                  </a:cubicBezTo>
                  <a:cubicBezTo>
                    <a:pt x="7442" y="5811"/>
                    <a:pt x="7371" y="5895"/>
                    <a:pt x="7371" y="5978"/>
                  </a:cubicBezTo>
                  <a:lnTo>
                    <a:pt x="7371" y="6168"/>
                  </a:lnTo>
                  <a:cubicBezTo>
                    <a:pt x="7371" y="7538"/>
                    <a:pt x="6252" y="8657"/>
                    <a:pt x="4882" y="8657"/>
                  </a:cubicBezTo>
                  <a:lnTo>
                    <a:pt x="2858" y="8657"/>
                  </a:lnTo>
                  <a:cubicBezTo>
                    <a:pt x="1489" y="8657"/>
                    <a:pt x="370" y="7538"/>
                    <a:pt x="370" y="6168"/>
                  </a:cubicBezTo>
                  <a:lnTo>
                    <a:pt x="370" y="4502"/>
                  </a:lnTo>
                  <a:cubicBezTo>
                    <a:pt x="370" y="4418"/>
                    <a:pt x="453" y="4359"/>
                    <a:pt x="525" y="4359"/>
                  </a:cubicBezTo>
                  <a:cubicBezTo>
                    <a:pt x="596" y="4359"/>
                    <a:pt x="668" y="4430"/>
                    <a:pt x="668" y="4502"/>
                  </a:cubicBezTo>
                  <a:lnTo>
                    <a:pt x="668" y="6168"/>
                  </a:lnTo>
                  <a:cubicBezTo>
                    <a:pt x="668" y="7383"/>
                    <a:pt x="1656" y="8347"/>
                    <a:pt x="2846" y="8347"/>
                  </a:cubicBezTo>
                  <a:lnTo>
                    <a:pt x="4871" y="8347"/>
                  </a:lnTo>
                  <a:cubicBezTo>
                    <a:pt x="6073" y="8347"/>
                    <a:pt x="7037" y="7359"/>
                    <a:pt x="7037" y="6168"/>
                  </a:cubicBezTo>
                  <a:lnTo>
                    <a:pt x="7037" y="4502"/>
                  </a:lnTo>
                  <a:cubicBezTo>
                    <a:pt x="7037" y="4418"/>
                    <a:pt x="7121" y="4359"/>
                    <a:pt x="7192" y="4359"/>
                  </a:cubicBezTo>
                  <a:cubicBezTo>
                    <a:pt x="7276" y="4359"/>
                    <a:pt x="7335" y="4430"/>
                    <a:pt x="7335" y="4502"/>
                  </a:cubicBezTo>
                  <a:lnTo>
                    <a:pt x="7335" y="5252"/>
                  </a:lnTo>
                  <a:cubicBezTo>
                    <a:pt x="7335" y="5347"/>
                    <a:pt x="7418" y="5418"/>
                    <a:pt x="7502" y="5418"/>
                  </a:cubicBezTo>
                  <a:cubicBezTo>
                    <a:pt x="7585" y="5418"/>
                    <a:pt x="7668" y="5347"/>
                    <a:pt x="7668" y="5252"/>
                  </a:cubicBezTo>
                  <a:lnTo>
                    <a:pt x="7668" y="4502"/>
                  </a:lnTo>
                  <a:cubicBezTo>
                    <a:pt x="7668" y="4252"/>
                    <a:pt x="7454" y="4037"/>
                    <a:pt x="7192" y="4037"/>
                  </a:cubicBezTo>
                  <a:cubicBezTo>
                    <a:pt x="6930" y="4037"/>
                    <a:pt x="6716" y="4240"/>
                    <a:pt x="6716" y="4502"/>
                  </a:cubicBezTo>
                  <a:lnTo>
                    <a:pt x="6716" y="4704"/>
                  </a:lnTo>
                  <a:lnTo>
                    <a:pt x="6478" y="4704"/>
                  </a:lnTo>
                  <a:lnTo>
                    <a:pt x="6478" y="1656"/>
                  </a:lnTo>
                  <a:cubicBezTo>
                    <a:pt x="6478" y="739"/>
                    <a:pt x="5740" y="13"/>
                    <a:pt x="4835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67" name="Google Shape;13344;p81">
            <a:extLst>
              <a:ext uri="{FF2B5EF4-FFF2-40B4-BE49-F238E27FC236}">
                <a16:creationId xmlns:a16="http://schemas.microsoft.com/office/drawing/2014/main" id="{4808DB63-FC64-449E-8E59-44B2EDF5B6A7}"/>
              </a:ext>
            </a:extLst>
          </p:cNvPr>
          <p:cNvGrpSpPr/>
          <p:nvPr/>
        </p:nvGrpSpPr>
        <p:grpSpPr>
          <a:xfrm>
            <a:off x="1728458" y="1843134"/>
            <a:ext cx="457200" cy="548640"/>
            <a:chOff x="1367060" y="2422129"/>
            <a:chExt cx="269261" cy="352050"/>
          </a:xfrm>
        </p:grpSpPr>
        <p:sp>
          <p:nvSpPr>
            <p:cNvPr id="168" name="Google Shape;13345;p81">
              <a:extLst>
                <a:ext uri="{FF2B5EF4-FFF2-40B4-BE49-F238E27FC236}">
                  <a16:creationId xmlns:a16="http://schemas.microsoft.com/office/drawing/2014/main" id="{E833C82F-BCED-4785-BA92-3C9721862BFC}"/>
                </a:ext>
              </a:extLst>
            </p:cNvPr>
            <p:cNvSpPr/>
            <p:nvPr/>
          </p:nvSpPr>
          <p:spPr>
            <a:xfrm>
              <a:off x="1392059" y="2651857"/>
              <a:ext cx="129160" cy="122322"/>
            </a:xfrm>
            <a:custGeom>
              <a:avLst/>
              <a:gdLst/>
              <a:ahLst/>
              <a:cxnLst/>
              <a:rect l="l" t="t" r="r" b="b"/>
              <a:pathLst>
                <a:path w="4061" h="3846" extrusionOk="0">
                  <a:moveTo>
                    <a:pt x="167" y="0"/>
                  </a:moveTo>
                  <a:cubicBezTo>
                    <a:pt x="72" y="0"/>
                    <a:pt x="0" y="83"/>
                    <a:pt x="0" y="167"/>
                  </a:cubicBezTo>
                  <a:cubicBezTo>
                    <a:pt x="0" y="262"/>
                    <a:pt x="72" y="333"/>
                    <a:pt x="167" y="333"/>
                  </a:cubicBezTo>
                  <a:lnTo>
                    <a:pt x="357" y="333"/>
                  </a:lnTo>
                  <a:lnTo>
                    <a:pt x="357" y="1691"/>
                  </a:lnTo>
                  <a:cubicBezTo>
                    <a:pt x="357" y="2179"/>
                    <a:pt x="762" y="2584"/>
                    <a:pt x="1250" y="2584"/>
                  </a:cubicBezTo>
                  <a:cubicBezTo>
                    <a:pt x="1286" y="2584"/>
                    <a:pt x="1226" y="2584"/>
                    <a:pt x="2310" y="2405"/>
                  </a:cubicBezTo>
                  <a:lnTo>
                    <a:pt x="2310" y="3453"/>
                  </a:lnTo>
                  <a:cubicBezTo>
                    <a:pt x="2310" y="3667"/>
                    <a:pt x="2489" y="3846"/>
                    <a:pt x="2691" y="3846"/>
                  </a:cubicBezTo>
                  <a:lnTo>
                    <a:pt x="3905" y="3846"/>
                  </a:lnTo>
                  <a:cubicBezTo>
                    <a:pt x="3989" y="3846"/>
                    <a:pt x="4060" y="3774"/>
                    <a:pt x="4060" y="3679"/>
                  </a:cubicBezTo>
                  <a:cubicBezTo>
                    <a:pt x="4060" y="3596"/>
                    <a:pt x="3989" y="3500"/>
                    <a:pt x="3893" y="3500"/>
                  </a:cubicBezTo>
                  <a:lnTo>
                    <a:pt x="2691" y="3500"/>
                  </a:lnTo>
                  <a:cubicBezTo>
                    <a:pt x="2667" y="3500"/>
                    <a:pt x="2631" y="3465"/>
                    <a:pt x="2631" y="3441"/>
                  </a:cubicBezTo>
                  <a:lnTo>
                    <a:pt x="2631" y="2191"/>
                  </a:lnTo>
                  <a:cubicBezTo>
                    <a:pt x="2631" y="2143"/>
                    <a:pt x="2620" y="2107"/>
                    <a:pt x="2572" y="2072"/>
                  </a:cubicBezTo>
                  <a:cubicBezTo>
                    <a:pt x="2555" y="2055"/>
                    <a:pt x="2520" y="2038"/>
                    <a:pt x="2485" y="2038"/>
                  </a:cubicBezTo>
                  <a:cubicBezTo>
                    <a:pt x="2470" y="2038"/>
                    <a:pt x="2455" y="2041"/>
                    <a:pt x="2441" y="2048"/>
                  </a:cubicBezTo>
                  <a:lnTo>
                    <a:pt x="1238" y="2250"/>
                  </a:lnTo>
                  <a:cubicBezTo>
                    <a:pt x="917" y="2250"/>
                    <a:pt x="691" y="2000"/>
                    <a:pt x="691" y="1691"/>
                  </a:cubicBezTo>
                  <a:lnTo>
                    <a:pt x="691" y="167"/>
                  </a:lnTo>
                  <a:cubicBezTo>
                    <a:pt x="691" y="83"/>
                    <a:pt x="607" y="0"/>
                    <a:pt x="524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9" name="Google Shape;13346;p81">
              <a:extLst>
                <a:ext uri="{FF2B5EF4-FFF2-40B4-BE49-F238E27FC236}">
                  <a16:creationId xmlns:a16="http://schemas.microsoft.com/office/drawing/2014/main" id="{F70156E1-3C4D-467B-BA5B-D925472B77BE}"/>
                </a:ext>
              </a:extLst>
            </p:cNvPr>
            <p:cNvSpPr/>
            <p:nvPr/>
          </p:nvSpPr>
          <p:spPr>
            <a:xfrm>
              <a:off x="1367060" y="2441912"/>
              <a:ext cx="82184" cy="212139"/>
            </a:xfrm>
            <a:custGeom>
              <a:avLst/>
              <a:gdLst/>
              <a:ahLst/>
              <a:cxnLst/>
              <a:rect l="l" t="t" r="r" b="b"/>
              <a:pathLst>
                <a:path w="2584" h="6670" extrusionOk="0">
                  <a:moveTo>
                    <a:pt x="2415" y="1"/>
                  </a:moveTo>
                  <a:cubicBezTo>
                    <a:pt x="2382" y="1"/>
                    <a:pt x="2350" y="10"/>
                    <a:pt x="2322" y="29"/>
                  </a:cubicBezTo>
                  <a:cubicBezTo>
                    <a:pt x="1274" y="731"/>
                    <a:pt x="655" y="1898"/>
                    <a:pt x="655" y="3148"/>
                  </a:cubicBezTo>
                  <a:cubicBezTo>
                    <a:pt x="655" y="3351"/>
                    <a:pt x="667" y="3541"/>
                    <a:pt x="703" y="3732"/>
                  </a:cubicBezTo>
                  <a:cubicBezTo>
                    <a:pt x="48" y="5708"/>
                    <a:pt x="0" y="5696"/>
                    <a:pt x="0" y="5970"/>
                  </a:cubicBezTo>
                  <a:cubicBezTo>
                    <a:pt x="0" y="6208"/>
                    <a:pt x="84" y="6446"/>
                    <a:pt x="262" y="6625"/>
                  </a:cubicBezTo>
                  <a:cubicBezTo>
                    <a:pt x="295" y="6651"/>
                    <a:pt x="342" y="6670"/>
                    <a:pt x="389" y="6670"/>
                  </a:cubicBezTo>
                  <a:cubicBezTo>
                    <a:pt x="429" y="6670"/>
                    <a:pt x="468" y="6657"/>
                    <a:pt x="500" y="6625"/>
                  </a:cubicBezTo>
                  <a:cubicBezTo>
                    <a:pt x="560" y="6565"/>
                    <a:pt x="584" y="6458"/>
                    <a:pt x="500" y="6375"/>
                  </a:cubicBezTo>
                  <a:cubicBezTo>
                    <a:pt x="358" y="6220"/>
                    <a:pt x="298" y="5982"/>
                    <a:pt x="369" y="5756"/>
                  </a:cubicBezTo>
                  <a:lnTo>
                    <a:pt x="1036" y="3791"/>
                  </a:lnTo>
                  <a:cubicBezTo>
                    <a:pt x="1060" y="3767"/>
                    <a:pt x="1060" y="3732"/>
                    <a:pt x="1036" y="3720"/>
                  </a:cubicBezTo>
                  <a:cubicBezTo>
                    <a:pt x="1012" y="3517"/>
                    <a:pt x="1000" y="3327"/>
                    <a:pt x="1000" y="3148"/>
                  </a:cubicBezTo>
                  <a:cubicBezTo>
                    <a:pt x="1000" y="2005"/>
                    <a:pt x="1560" y="934"/>
                    <a:pt x="2513" y="291"/>
                  </a:cubicBezTo>
                  <a:cubicBezTo>
                    <a:pt x="2572" y="255"/>
                    <a:pt x="2584" y="148"/>
                    <a:pt x="2548" y="76"/>
                  </a:cubicBezTo>
                  <a:cubicBezTo>
                    <a:pt x="2519" y="25"/>
                    <a:pt x="2467" y="1"/>
                    <a:pt x="2415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0" name="Google Shape;13347;p81">
              <a:extLst>
                <a:ext uri="{FF2B5EF4-FFF2-40B4-BE49-F238E27FC236}">
                  <a16:creationId xmlns:a16="http://schemas.microsoft.com/office/drawing/2014/main" id="{A02D8CB8-A44D-4D65-BB69-619F8F93DB88}"/>
                </a:ext>
              </a:extLst>
            </p:cNvPr>
            <p:cNvSpPr/>
            <p:nvPr/>
          </p:nvSpPr>
          <p:spPr>
            <a:xfrm>
              <a:off x="1456051" y="2422129"/>
              <a:ext cx="180271" cy="162937"/>
            </a:xfrm>
            <a:custGeom>
              <a:avLst/>
              <a:gdLst/>
              <a:ahLst/>
              <a:cxnLst/>
              <a:rect l="l" t="t" r="r" b="b"/>
              <a:pathLst>
                <a:path w="5668" h="5123" extrusionOk="0">
                  <a:moveTo>
                    <a:pt x="1621" y="1"/>
                  </a:moveTo>
                  <a:cubicBezTo>
                    <a:pt x="1104" y="1"/>
                    <a:pt x="591" y="107"/>
                    <a:pt x="119" y="317"/>
                  </a:cubicBezTo>
                  <a:cubicBezTo>
                    <a:pt x="24" y="353"/>
                    <a:pt x="0" y="448"/>
                    <a:pt x="24" y="544"/>
                  </a:cubicBezTo>
                  <a:cubicBezTo>
                    <a:pt x="51" y="616"/>
                    <a:pt x="113" y="648"/>
                    <a:pt x="184" y="648"/>
                  </a:cubicBezTo>
                  <a:cubicBezTo>
                    <a:pt x="205" y="648"/>
                    <a:pt x="228" y="645"/>
                    <a:pt x="250" y="639"/>
                  </a:cubicBezTo>
                  <a:cubicBezTo>
                    <a:pt x="965" y="317"/>
                    <a:pt x="1536" y="365"/>
                    <a:pt x="1643" y="353"/>
                  </a:cubicBezTo>
                  <a:cubicBezTo>
                    <a:pt x="3941" y="365"/>
                    <a:pt x="5644" y="2556"/>
                    <a:pt x="4894" y="4901"/>
                  </a:cubicBezTo>
                  <a:cubicBezTo>
                    <a:pt x="4870" y="4997"/>
                    <a:pt x="4906" y="5080"/>
                    <a:pt x="5001" y="5116"/>
                  </a:cubicBezTo>
                  <a:cubicBezTo>
                    <a:pt x="5018" y="5120"/>
                    <a:pt x="5035" y="5123"/>
                    <a:pt x="5052" y="5123"/>
                  </a:cubicBezTo>
                  <a:cubicBezTo>
                    <a:pt x="5119" y="5123"/>
                    <a:pt x="5184" y="5085"/>
                    <a:pt x="5203" y="5009"/>
                  </a:cubicBezTo>
                  <a:cubicBezTo>
                    <a:pt x="5668" y="3508"/>
                    <a:pt x="5239" y="2044"/>
                    <a:pt x="4263" y="1079"/>
                  </a:cubicBezTo>
                  <a:cubicBezTo>
                    <a:pt x="3524" y="356"/>
                    <a:pt x="2566" y="1"/>
                    <a:pt x="162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1" name="Google Shape;13348;p81">
              <a:extLst>
                <a:ext uri="{FF2B5EF4-FFF2-40B4-BE49-F238E27FC236}">
                  <a16:creationId xmlns:a16="http://schemas.microsoft.com/office/drawing/2014/main" id="{A68F7B4E-D47C-4D01-8BD2-49D8AEB609FA}"/>
                </a:ext>
              </a:extLst>
            </p:cNvPr>
            <p:cNvSpPr/>
            <p:nvPr/>
          </p:nvSpPr>
          <p:spPr>
            <a:xfrm>
              <a:off x="1532160" y="2593590"/>
              <a:ext cx="81834" cy="180207"/>
            </a:xfrm>
            <a:custGeom>
              <a:avLst/>
              <a:gdLst/>
              <a:ahLst/>
              <a:cxnLst/>
              <a:rect l="l" t="t" r="r" b="b"/>
              <a:pathLst>
                <a:path w="2573" h="5666" extrusionOk="0">
                  <a:moveTo>
                    <a:pt x="2399" y="1"/>
                  </a:moveTo>
                  <a:cubicBezTo>
                    <a:pt x="2340" y="1"/>
                    <a:pt x="2284" y="36"/>
                    <a:pt x="2251" y="94"/>
                  </a:cubicBezTo>
                  <a:cubicBezTo>
                    <a:pt x="2096" y="380"/>
                    <a:pt x="1715" y="856"/>
                    <a:pt x="1715" y="1737"/>
                  </a:cubicBezTo>
                  <a:lnTo>
                    <a:pt x="1715" y="5273"/>
                  </a:lnTo>
                  <a:cubicBezTo>
                    <a:pt x="1715" y="5309"/>
                    <a:pt x="1679" y="5332"/>
                    <a:pt x="1655" y="5332"/>
                  </a:cubicBezTo>
                  <a:lnTo>
                    <a:pt x="167" y="5332"/>
                  </a:lnTo>
                  <a:cubicBezTo>
                    <a:pt x="72" y="5332"/>
                    <a:pt x="0" y="5404"/>
                    <a:pt x="0" y="5499"/>
                  </a:cubicBezTo>
                  <a:cubicBezTo>
                    <a:pt x="0" y="5583"/>
                    <a:pt x="72" y="5666"/>
                    <a:pt x="167" y="5666"/>
                  </a:cubicBezTo>
                  <a:lnTo>
                    <a:pt x="1655" y="5666"/>
                  </a:lnTo>
                  <a:cubicBezTo>
                    <a:pt x="1858" y="5666"/>
                    <a:pt x="2036" y="5487"/>
                    <a:pt x="2036" y="5273"/>
                  </a:cubicBezTo>
                  <a:lnTo>
                    <a:pt x="2036" y="1737"/>
                  </a:lnTo>
                  <a:cubicBezTo>
                    <a:pt x="2036" y="963"/>
                    <a:pt x="2382" y="558"/>
                    <a:pt x="2548" y="249"/>
                  </a:cubicBezTo>
                  <a:cubicBezTo>
                    <a:pt x="2572" y="153"/>
                    <a:pt x="2548" y="70"/>
                    <a:pt x="2477" y="22"/>
                  </a:cubicBezTo>
                  <a:cubicBezTo>
                    <a:pt x="2451" y="8"/>
                    <a:pt x="2425" y="1"/>
                    <a:pt x="2399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2" name="Google Shape;13349;p81">
              <a:extLst>
                <a:ext uri="{FF2B5EF4-FFF2-40B4-BE49-F238E27FC236}">
                  <a16:creationId xmlns:a16="http://schemas.microsoft.com/office/drawing/2014/main" id="{2AB32748-0432-435F-9CA9-32AB418DEABA}"/>
                </a:ext>
              </a:extLst>
            </p:cNvPr>
            <p:cNvSpPr/>
            <p:nvPr/>
          </p:nvSpPr>
          <p:spPr>
            <a:xfrm>
              <a:off x="1425359" y="2572313"/>
              <a:ext cx="24267" cy="17843"/>
            </a:xfrm>
            <a:custGeom>
              <a:avLst/>
              <a:gdLst/>
              <a:ahLst/>
              <a:cxnLst/>
              <a:rect l="l" t="t" r="r" b="b"/>
              <a:pathLst>
                <a:path w="763" h="561" extrusionOk="0">
                  <a:moveTo>
                    <a:pt x="583" y="0"/>
                  </a:moveTo>
                  <a:cubicBezTo>
                    <a:pt x="554" y="0"/>
                    <a:pt x="525" y="8"/>
                    <a:pt x="501" y="25"/>
                  </a:cubicBezTo>
                  <a:lnTo>
                    <a:pt x="96" y="239"/>
                  </a:lnTo>
                  <a:cubicBezTo>
                    <a:pt x="25" y="287"/>
                    <a:pt x="1" y="394"/>
                    <a:pt x="37" y="465"/>
                  </a:cubicBezTo>
                  <a:cubicBezTo>
                    <a:pt x="72" y="525"/>
                    <a:pt x="132" y="560"/>
                    <a:pt x="191" y="560"/>
                  </a:cubicBezTo>
                  <a:cubicBezTo>
                    <a:pt x="215" y="560"/>
                    <a:pt x="251" y="560"/>
                    <a:pt x="275" y="537"/>
                  </a:cubicBezTo>
                  <a:lnTo>
                    <a:pt x="680" y="322"/>
                  </a:lnTo>
                  <a:cubicBezTo>
                    <a:pt x="739" y="263"/>
                    <a:pt x="763" y="156"/>
                    <a:pt x="727" y="84"/>
                  </a:cubicBezTo>
                  <a:cubicBezTo>
                    <a:pt x="696" y="29"/>
                    <a:pt x="639" y="0"/>
                    <a:pt x="583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3" name="Google Shape;13350;p81">
              <a:extLst>
                <a:ext uri="{FF2B5EF4-FFF2-40B4-BE49-F238E27FC236}">
                  <a16:creationId xmlns:a16="http://schemas.microsoft.com/office/drawing/2014/main" id="{F2DB5B7B-391C-43AE-BC00-518BB998DB90}"/>
                </a:ext>
              </a:extLst>
            </p:cNvPr>
            <p:cNvSpPr/>
            <p:nvPr/>
          </p:nvSpPr>
          <p:spPr>
            <a:xfrm>
              <a:off x="1562820" y="2573680"/>
              <a:ext cx="26176" cy="17620"/>
            </a:xfrm>
            <a:custGeom>
              <a:avLst/>
              <a:gdLst/>
              <a:ahLst/>
              <a:cxnLst/>
              <a:rect l="l" t="t" r="r" b="b"/>
              <a:pathLst>
                <a:path w="823" h="554" extrusionOk="0">
                  <a:moveTo>
                    <a:pt x="201" y="1"/>
                  </a:moveTo>
                  <a:cubicBezTo>
                    <a:pt x="143" y="1"/>
                    <a:pt x="81" y="28"/>
                    <a:pt x="48" y="77"/>
                  </a:cubicBezTo>
                  <a:cubicBezTo>
                    <a:pt x="1" y="160"/>
                    <a:pt x="37" y="255"/>
                    <a:pt x="108" y="303"/>
                  </a:cubicBezTo>
                  <a:cubicBezTo>
                    <a:pt x="513" y="529"/>
                    <a:pt x="513" y="553"/>
                    <a:pt x="584" y="553"/>
                  </a:cubicBezTo>
                  <a:cubicBezTo>
                    <a:pt x="763" y="541"/>
                    <a:pt x="822" y="315"/>
                    <a:pt x="680" y="244"/>
                  </a:cubicBezTo>
                  <a:lnTo>
                    <a:pt x="275" y="17"/>
                  </a:lnTo>
                  <a:cubicBezTo>
                    <a:pt x="253" y="6"/>
                    <a:pt x="227" y="1"/>
                    <a:pt x="20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4" name="Google Shape;13351;p81">
              <a:extLst>
                <a:ext uri="{FF2B5EF4-FFF2-40B4-BE49-F238E27FC236}">
                  <a16:creationId xmlns:a16="http://schemas.microsoft.com/office/drawing/2014/main" id="{4BF28DF2-1379-4122-87C2-6A4725F85F70}"/>
                </a:ext>
              </a:extLst>
            </p:cNvPr>
            <p:cNvSpPr/>
            <p:nvPr/>
          </p:nvSpPr>
          <p:spPr>
            <a:xfrm>
              <a:off x="1448100" y="2481414"/>
              <a:ext cx="125375" cy="191275"/>
            </a:xfrm>
            <a:custGeom>
              <a:avLst/>
              <a:gdLst/>
              <a:ahLst/>
              <a:cxnLst/>
              <a:rect l="l" t="t" r="r" b="b"/>
              <a:pathLst>
                <a:path w="3942" h="6014" extrusionOk="0">
                  <a:moveTo>
                    <a:pt x="1280" y="1498"/>
                  </a:moveTo>
                  <a:cubicBezTo>
                    <a:pt x="1355" y="1498"/>
                    <a:pt x="1429" y="1543"/>
                    <a:pt x="1429" y="1632"/>
                  </a:cubicBezTo>
                  <a:lnTo>
                    <a:pt x="1429" y="1763"/>
                  </a:lnTo>
                  <a:lnTo>
                    <a:pt x="1262" y="1763"/>
                  </a:lnTo>
                  <a:cubicBezTo>
                    <a:pt x="1191" y="1763"/>
                    <a:pt x="1131" y="1704"/>
                    <a:pt x="1131" y="1632"/>
                  </a:cubicBezTo>
                  <a:cubicBezTo>
                    <a:pt x="1131" y="1543"/>
                    <a:pt x="1206" y="1498"/>
                    <a:pt x="1280" y="1498"/>
                  </a:cubicBezTo>
                  <a:close/>
                  <a:moveTo>
                    <a:pt x="2483" y="1498"/>
                  </a:moveTo>
                  <a:cubicBezTo>
                    <a:pt x="2557" y="1498"/>
                    <a:pt x="2632" y="1543"/>
                    <a:pt x="2632" y="1632"/>
                  </a:cubicBezTo>
                  <a:cubicBezTo>
                    <a:pt x="2632" y="1704"/>
                    <a:pt x="2572" y="1763"/>
                    <a:pt x="2501" y="1763"/>
                  </a:cubicBezTo>
                  <a:lnTo>
                    <a:pt x="2334" y="1763"/>
                  </a:lnTo>
                  <a:lnTo>
                    <a:pt x="2334" y="1632"/>
                  </a:lnTo>
                  <a:cubicBezTo>
                    <a:pt x="2334" y="1543"/>
                    <a:pt x="2408" y="1498"/>
                    <a:pt x="2483" y="1498"/>
                  </a:cubicBezTo>
                  <a:close/>
                  <a:moveTo>
                    <a:pt x="1989" y="2085"/>
                  </a:moveTo>
                  <a:lnTo>
                    <a:pt x="1989" y="3776"/>
                  </a:lnTo>
                  <a:lnTo>
                    <a:pt x="1739" y="3776"/>
                  </a:lnTo>
                  <a:lnTo>
                    <a:pt x="1739" y="2085"/>
                  </a:lnTo>
                  <a:close/>
                  <a:moveTo>
                    <a:pt x="2524" y="4097"/>
                  </a:moveTo>
                  <a:lnTo>
                    <a:pt x="2524" y="4430"/>
                  </a:lnTo>
                  <a:lnTo>
                    <a:pt x="1215" y="4430"/>
                  </a:lnTo>
                  <a:lnTo>
                    <a:pt x="1215" y="4097"/>
                  </a:lnTo>
                  <a:close/>
                  <a:moveTo>
                    <a:pt x="2512" y="4752"/>
                  </a:moveTo>
                  <a:lnTo>
                    <a:pt x="2512" y="4942"/>
                  </a:lnTo>
                  <a:lnTo>
                    <a:pt x="2524" y="4942"/>
                  </a:lnTo>
                  <a:cubicBezTo>
                    <a:pt x="2524" y="5026"/>
                    <a:pt x="2465" y="5085"/>
                    <a:pt x="2393" y="5085"/>
                  </a:cubicBezTo>
                  <a:lnTo>
                    <a:pt x="1334" y="5085"/>
                  </a:lnTo>
                  <a:cubicBezTo>
                    <a:pt x="1262" y="5085"/>
                    <a:pt x="1203" y="5026"/>
                    <a:pt x="1203" y="4942"/>
                  </a:cubicBezTo>
                  <a:lnTo>
                    <a:pt x="1203" y="4752"/>
                  </a:lnTo>
                  <a:close/>
                  <a:moveTo>
                    <a:pt x="2227" y="5395"/>
                  </a:moveTo>
                  <a:cubicBezTo>
                    <a:pt x="2203" y="5561"/>
                    <a:pt x="2048" y="5681"/>
                    <a:pt x="1870" y="5681"/>
                  </a:cubicBezTo>
                  <a:cubicBezTo>
                    <a:pt x="1691" y="5681"/>
                    <a:pt x="1548" y="5561"/>
                    <a:pt x="1500" y="5395"/>
                  </a:cubicBezTo>
                  <a:close/>
                  <a:moveTo>
                    <a:pt x="1874" y="1"/>
                  </a:moveTo>
                  <a:cubicBezTo>
                    <a:pt x="834" y="1"/>
                    <a:pt x="0" y="837"/>
                    <a:pt x="0" y="1882"/>
                  </a:cubicBezTo>
                  <a:cubicBezTo>
                    <a:pt x="0" y="2406"/>
                    <a:pt x="215" y="2906"/>
                    <a:pt x="607" y="3264"/>
                  </a:cubicBezTo>
                  <a:cubicBezTo>
                    <a:pt x="786" y="3418"/>
                    <a:pt x="869" y="3656"/>
                    <a:pt x="869" y="3895"/>
                  </a:cubicBezTo>
                  <a:lnTo>
                    <a:pt x="869" y="4942"/>
                  </a:lnTo>
                  <a:cubicBezTo>
                    <a:pt x="869" y="5145"/>
                    <a:pt x="988" y="5300"/>
                    <a:pt x="1155" y="5359"/>
                  </a:cubicBezTo>
                  <a:cubicBezTo>
                    <a:pt x="1191" y="5716"/>
                    <a:pt x="1489" y="6014"/>
                    <a:pt x="1858" y="6014"/>
                  </a:cubicBezTo>
                  <a:cubicBezTo>
                    <a:pt x="2227" y="6014"/>
                    <a:pt x="2524" y="5740"/>
                    <a:pt x="2560" y="5359"/>
                  </a:cubicBezTo>
                  <a:cubicBezTo>
                    <a:pt x="2715" y="5288"/>
                    <a:pt x="2834" y="5121"/>
                    <a:pt x="2834" y="4942"/>
                  </a:cubicBezTo>
                  <a:lnTo>
                    <a:pt x="2834" y="3871"/>
                  </a:lnTo>
                  <a:cubicBezTo>
                    <a:pt x="2834" y="3811"/>
                    <a:pt x="2834" y="3752"/>
                    <a:pt x="2858" y="3692"/>
                  </a:cubicBezTo>
                  <a:cubicBezTo>
                    <a:pt x="2870" y="3609"/>
                    <a:pt x="2822" y="3514"/>
                    <a:pt x="2727" y="3502"/>
                  </a:cubicBezTo>
                  <a:cubicBezTo>
                    <a:pt x="2718" y="3500"/>
                    <a:pt x="2710" y="3500"/>
                    <a:pt x="2701" y="3500"/>
                  </a:cubicBezTo>
                  <a:cubicBezTo>
                    <a:pt x="2627" y="3500"/>
                    <a:pt x="2558" y="3546"/>
                    <a:pt x="2536" y="3621"/>
                  </a:cubicBezTo>
                  <a:cubicBezTo>
                    <a:pt x="2524" y="3668"/>
                    <a:pt x="2524" y="3728"/>
                    <a:pt x="2512" y="3776"/>
                  </a:cubicBezTo>
                  <a:lnTo>
                    <a:pt x="2298" y="3776"/>
                  </a:lnTo>
                  <a:lnTo>
                    <a:pt x="2298" y="2085"/>
                  </a:lnTo>
                  <a:lnTo>
                    <a:pt x="2465" y="2085"/>
                  </a:lnTo>
                  <a:cubicBezTo>
                    <a:pt x="2715" y="2085"/>
                    <a:pt x="2929" y="1882"/>
                    <a:pt x="2929" y="1632"/>
                  </a:cubicBezTo>
                  <a:cubicBezTo>
                    <a:pt x="2929" y="1370"/>
                    <a:pt x="2715" y="1168"/>
                    <a:pt x="2465" y="1168"/>
                  </a:cubicBezTo>
                  <a:lnTo>
                    <a:pt x="2441" y="1168"/>
                  </a:lnTo>
                  <a:cubicBezTo>
                    <a:pt x="2179" y="1168"/>
                    <a:pt x="1977" y="1370"/>
                    <a:pt x="1977" y="1632"/>
                  </a:cubicBezTo>
                  <a:lnTo>
                    <a:pt x="1977" y="1763"/>
                  </a:lnTo>
                  <a:lnTo>
                    <a:pt x="1727" y="1763"/>
                  </a:lnTo>
                  <a:lnTo>
                    <a:pt x="1727" y="1632"/>
                  </a:lnTo>
                  <a:cubicBezTo>
                    <a:pt x="1727" y="1370"/>
                    <a:pt x="1512" y="1168"/>
                    <a:pt x="1262" y="1168"/>
                  </a:cubicBezTo>
                  <a:lnTo>
                    <a:pt x="1227" y="1168"/>
                  </a:lnTo>
                  <a:cubicBezTo>
                    <a:pt x="977" y="1168"/>
                    <a:pt x="774" y="1370"/>
                    <a:pt x="774" y="1632"/>
                  </a:cubicBezTo>
                  <a:cubicBezTo>
                    <a:pt x="774" y="1882"/>
                    <a:pt x="977" y="2085"/>
                    <a:pt x="1227" y="2085"/>
                  </a:cubicBezTo>
                  <a:lnTo>
                    <a:pt x="1393" y="2085"/>
                  </a:lnTo>
                  <a:lnTo>
                    <a:pt x="1393" y="3776"/>
                  </a:lnTo>
                  <a:lnTo>
                    <a:pt x="1191" y="3776"/>
                  </a:lnTo>
                  <a:cubicBezTo>
                    <a:pt x="1155" y="3478"/>
                    <a:pt x="1024" y="3204"/>
                    <a:pt x="810" y="3014"/>
                  </a:cubicBezTo>
                  <a:cubicBezTo>
                    <a:pt x="488" y="2716"/>
                    <a:pt x="310" y="2299"/>
                    <a:pt x="310" y="1871"/>
                  </a:cubicBezTo>
                  <a:cubicBezTo>
                    <a:pt x="310" y="1013"/>
                    <a:pt x="988" y="323"/>
                    <a:pt x="1858" y="323"/>
                  </a:cubicBezTo>
                  <a:lnTo>
                    <a:pt x="1905" y="323"/>
                  </a:lnTo>
                  <a:cubicBezTo>
                    <a:pt x="2715" y="335"/>
                    <a:pt x="3394" y="1013"/>
                    <a:pt x="3405" y="1835"/>
                  </a:cubicBezTo>
                  <a:lnTo>
                    <a:pt x="3405" y="1847"/>
                  </a:lnTo>
                  <a:cubicBezTo>
                    <a:pt x="3405" y="2287"/>
                    <a:pt x="3239" y="2668"/>
                    <a:pt x="2929" y="2966"/>
                  </a:cubicBezTo>
                  <a:cubicBezTo>
                    <a:pt x="2870" y="3025"/>
                    <a:pt x="2858" y="3133"/>
                    <a:pt x="2929" y="3204"/>
                  </a:cubicBezTo>
                  <a:cubicBezTo>
                    <a:pt x="2965" y="3240"/>
                    <a:pt x="3007" y="3258"/>
                    <a:pt x="3048" y="3258"/>
                  </a:cubicBezTo>
                  <a:cubicBezTo>
                    <a:pt x="3090" y="3258"/>
                    <a:pt x="3132" y="3240"/>
                    <a:pt x="3167" y="3204"/>
                  </a:cubicBezTo>
                  <a:cubicBezTo>
                    <a:pt x="3906" y="2502"/>
                    <a:pt x="3941" y="1299"/>
                    <a:pt x="3191" y="561"/>
                  </a:cubicBezTo>
                  <a:cubicBezTo>
                    <a:pt x="2858" y="216"/>
                    <a:pt x="2393" y="1"/>
                    <a:pt x="1917" y="1"/>
                  </a:cubicBezTo>
                  <a:cubicBezTo>
                    <a:pt x="1903" y="1"/>
                    <a:pt x="1888" y="1"/>
                    <a:pt x="1874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5" name="Google Shape;13352;p81">
              <a:extLst>
                <a:ext uri="{FF2B5EF4-FFF2-40B4-BE49-F238E27FC236}">
                  <a16:creationId xmlns:a16="http://schemas.microsoft.com/office/drawing/2014/main" id="{757B1FBB-0342-4312-8F40-18D92A38F5A2}"/>
                </a:ext>
              </a:extLst>
            </p:cNvPr>
            <p:cNvSpPr/>
            <p:nvPr/>
          </p:nvSpPr>
          <p:spPr>
            <a:xfrm>
              <a:off x="1502232" y="2449259"/>
              <a:ext cx="10655" cy="25380"/>
            </a:xfrm>
            <a:custGeom>
              <a:avLst/>
              <a:gdLst/>
              <a:ahLst/>
              <a:cxnLst/>
              <a:rect l="l" t="t" r="r" b="b"/>
              <a:pathLst>
                <a:path w="335" h="798" extrusionOk="0">
                  <a:moveTo>
                    <a:pt x="168" y="0"/>
                  </a:moveTo>
                  <a:cubicBezTo>
                    <a:pt x="84" y="0"/>
                    <a:pt x="1" y="84"/>
                    <a:pt x="1" y="167"/>
                  </a:cubicBezTo>
                  <a:lnTo>
                    <a:pt x="1" y="631"/>
                  </a:lnTo>
                  <a:cubicBezTo>
                    <a:pt x="1" y="715"/>
                    <a:pt x="84" y="798"/>
                    <a:pt x="168" y="798"/>
                  </a:cubicBezTo>
                  <a:cubicBezTo>
                    <a:pt x="263" y="798"/>
                    <a:pt x="334" y="715"/>
                    <a:pt x="334" y="631"/>
                  </a:cubicBezTo>
                  <a:lnTo>
                    <a:pt x="334" y="167"/>
                  </a:lnTo>
                  <a:cubicBezTo>
                    <a:pt x="334" y="84"/>
                    <a:pt x="263" y="0"/>
                    <a:pt x="168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6" name="Google Shape;13353;p81">
              <a:extLst>
                <a:ext uri="{FF2B5EF4-FFF2-40B4-BE49-F238E27FC236}">
                  <a16:creationId xmlns:a16="http://schemas.microsoft.com/office/drawing/2014/main" id="{DA24D612-BCEE-422A-9912-CDFCAD9B758F}"/>
                </a:ext>
              </a:extLst>
            </p:cNvPr>
            <p:cNvSpPr/>
            <p:nvPr/>
          </p:nvSpPr>
          <p:spPr>
            <a:xfrm>
              <a:off x="1458309" y="2460582"/>
              <a:ext cx="18988" cy="23090"/>
            </a:xfrm>
            <a:custGeom>
              <a:avLst/>
              <a:gdLst/>
              <a:ahLst/>
              <a:cxnLst/>
              <a:rect l="l" t="t" r="r" b="b"/>
              <a:pathLst>
                <a:path w="597" h="726" extrusionOk="0">
                  <a:moveTo>
                    <a:pt x="190" y="1"/>
                  </a:moveTo>
                  <a:cubicBezTo>
                    <a:pt x="161" y="1"/>
                    <a:pt x="132" y="9"/>
                    <a:pt x="108" y="25"/>
                  </a:cubicBezTo>
                  <a:cubicBezTo>
                    <a:pt x="25" y="61"/>
                    <a:pt x="1" y="168"/>
                    <a:pt x="48" y="240"/>
                  </a:cubicBezTo>
                  <a:lnTo>
                    <a:pt x="275" y="644"/>
                  </a:lnTo>
                  <a:cubicBezTo>
                    <a:pt x="299" y="693"/>
                    <a:pt x="357" y="726"/>
                    <a:pt x="414" y="726"/>
                  </a:cubicBezTo>
                  <a:cubicBezTo>
                    <a:pt x="441" y="726"/>
                    <a:pt x="466" y="719"/>
                    <a:pt x="489" y="704"/>
                  </a:cubicBezTo>
                  <a:cubicBezTo>
                    <a:pt x="572" y="656"/>
                    <a:pt x="596" y="573"/>
                    <a:pt x="548" y="478"/>
                  </a:cubicBezTo>
                  <a:lnTo>
                    <a:pt x="322" y="85"/>
                  </a:lnTo>
                  <a:cubicBezTo>
                    <a:pt x="299" y="30"/>
                    <a:pt x="244" y="1"/>
                    <a:pt x="190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7" name="Google Shape;13354;p81">
              <a:extLst>
                <a:ext uri="{FF2B5EF4-FFF2-40B4-BE49-F238E27FC236}">
                  <a16:creationId xmlns:a16="http://schemas.microsoft.com/office/drawing/2014/main" id="{76E1C624-3836-4F51-9379-69FE24F7EEDC}"/>
                </a:ext>
              </a:extLst>
            </p:cNvPr>
            <p:cNvSpPr/>
            <p:nvPr/>
          </p:nvSpPr>
          <p:spPr>
            <a:xfrm>
              <a:off x="1425741" y="2492768"/>
              <a:ext cx="25031" cy="17874"/>
            </a:xfrm>
            <a:custGeom>
              <a:avLst/>
              <a:gdLst/>
              <a:ahLst/>
              <a:cxnLst/>
              <a:rect l="l" t="t" r="r" b="b"/>
              <a:pathLst>
                <a:path w="787" h="562" extrusionOk="0">
                  <a:moveTo>
                    <a:pt x="181" y="1"/>
                  </a:moveTo>
                  <a:cubicBezTo>
                    <a:pt x="126" y="1"/>
                    <a:pt x="72" y="30"/>
                    <a:pt x="48" y="85"/>
                  </a:cubicBezTo>
                  <a:cubicBezTo>
                    <a:pt x="1" y="156"/>
                    <a:pt x="25" y="263"/>
                    <a:pt x="108" y="299"/>
                  </a:cubicBezTo>
                  <a:cubicBezTo>
                    <a:pt x="501" y="525"/>
                    <a:pt x="501" y="561"/>
                    <a:pt x="584" y="561"/>
                  </a:cubicBezTo>
                  <a:cubicBezTo>
                    <a:pt x="632" y="561"/>
                    <a:pt x="703" y="525"/>
                    <a:pt x="727" y="466"/>
                  </a:cubicBezTo>
                  <a:cubicBezTo>
                    <a:pt x="787" y="394"/>
                    <a:pt x="751" y="287"/>
                    <a:pt x="668" y="240"/>
                  </a:cubicBezTo>
                  <a:lnTo>
                    <a:pt x="263" y="25"/>
                  </a:lnTo>
                  <a:cubicBezTo>
                    <a:pt x="238" y="9"/>
                    <a:pt x="209" y="1"/>
                    <a:pt x="18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8" name="Google Shape;13355;p81">
              <a:extLst>
                <a:ext uri="{FF2B5EF4-FFF2-40B4-BE49-F238E27FC236}">
                  <a16:creationId xmlns:a16="http://schemas.microsoft.com/office/drawing/2014/main" id="{A4BDC736-D6A5-4B14-88AB-B7C9DCA53580}"/>
                </a:ext>
              </a:extLst>
            </p:cNvPr>
            <p:cNvSpPr/>
            <p:nvPr/>
          </p:nvSpPr>
          <p:spPr>
            <a:xfrm>
              <a:off x="1414768" y="2535959"/>
              <a:ext cx="25031" cy="10655"/>
            </a:xfrm>
            <a:custGeom>
              <a:avLst/>
              <a:gdLst/>
              <a:ahLst/>
              <a:cxnLst/>
              <a:rect l="l" t="t" r="r" b="b"/>
              <a:pathLst>
                <a:path w="787" h="335" extrusionOk="0">
                  <a:moveTo>
                    <a:pt x="167" y="1"/>
                  </a:moveTo>
                  <a:cubicBezTo>
                    <a:pt x="72" y="1"/>
                    <a:pt x="1" y="72"/>
                    <a:pt x="1" y="167"/>
                  </a:cubicBezTo>
                  <a:cubicBezTo>
                    <a:pt x="1" y="251"/>
                    <a:pt x="72" y="334"/>
                    <a:pt x="167" y="334"/>
                  </a:cubicBezTo>
                  <a:lnTo>
                    <a:pt x="632" y="334"/>
                  </a:lnTo>
                  <a:cubicBezTo>
                    <a:pt x="715" y="334"/>
                    <a:pt x="786" y="251"/>
                    <a:pt x="786" y="167"/>
                  </a:cubicBezTo>
                  <a:cubicBezTo>
                    <a:pt x="786" y="72"/>
                    <a:pt x="715" y="1"/>
                    <a:pt x="632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9" name="Google Shape;13356;p81">
              <a:extLst>
                <a:ext uri="{FF2B5EF4-FFF2-40B4-BE49-F238E27FC236}">
                  <a16:creationId xmlns:a16="http://schemas.microsoft.com/office/drawing/2014/main" id="{BE17EB18-23E9-4A3A-B1E6-BBDAAC1289D2}"/>
                </a:ext>
              </a:extLst>
            </p:cNvPr>
            <p:cNvSpPr/>
            <p:nvPr/>
          </p:nvSpPr>
          <p:spPr>
            <a:xfrm>
              <a:off x="1573825" y="2537104"/>
              <a:ext cx="24999" cy="10241"/>
            </a:xfrm>
            <a:custGeom>
              <a:avLst/>
              <a:gdLst/>
              <a:ahLst/>
              <a:cxnLst/>
              <a:rect l="l" t="t" r="r" b="b"/>
              <a:pathLst>
                <a:path w="786" h="322" extrusionOk="0">
                  <a:moveTo>
                    <a:pt x="167" y="0"/>
                  </a:moveTo>
                  <a:cubicBezTo>
                    <a:pt x="72" y="0"/>
                    <a:pt x="0" y="72"/>
                    <a:pt x="0" y="155"/>
                  </a:cubicBezTo>
                  <a:cubicBezTo>
                    <a:pt x="0" y="251"/>
                    <a:pt x="72" y="322"/>
                    <a:pt x="167" y="322"/>
                  </a:cubicBezTo>
                  <a:lnTo>
                    <a:pt x="631" y="322"/>
                  </a:lnTo>
                  <a:cubicBezTo>
                    <a:pt x="715" y="322"/>
                    <a:pt x="786" y="251"/>
                    <a:pt x="786" y="155"/>
                  </a:cubicBezTo>
                  <a:cubicBezTo>
                    <a:pt x="786" y="72"/>
                    <a:pt x="715" y="0"/>
                    <a:pt x="631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0" name="Google Shape;13357;p81">
              <a:extLst>
                <a:ext uri="{FF2B5EF4-FFF2-40B4-BE49-F238E27FC236}">
                  <a16:creationId xmlns:a16="http://schemas.microsoft.com/office/drawing/2014/main" id="{AB0DCF00-692C-4852-AB84-29D3525BFCA6}"/>
                </a:ext>
              </a:extLst>
            </p:cNvPr>
            <p:cNvSpPr/>
            <p:nvPr/>
          </p:nvSpPr>
          <p:spPr>
            <a:xfrm>
              <a:off x="1563965" y="2493627"/>
              <a:ext cx="24649" cy="17525"/>
            </a:xfrm>
            <a:custGeom>
              <a:avLst/>
              <a:gdLst/>
              <a:ahLst/>
              <a:cxnLst/>
              <a:rect l="l" t="t" r="r" b="b"/>
              <a:pathLst>
                <a:path w="775" h="551" extrusionOk="0">
                  <a:moveTo>
                    <a:pt x="576" y="0"/>
                  </a:moveTo>
                  <a:cubicBezTo>
                    <a:pt x="549" y="0"/>
                    <a:pt x="523" y="7"/>
                    <a:pt x="501" y="22"/>
                  </a:cubicBezTo>
                  <a:lnTo>
                    <a:pt x="108" y="248"/>
                  </a:lnTo>
                  <a:cubicBezTo>
                    <a:pt x="24" y="296"/>
                    <a:pt x="1" y="391"/>
                    <a:pt x="48" y="475"/>
                  </a:cubicBezTo>
                  <a:cubicBezTo>
                    <a:pt x="73" y="524"/>
                    <a:pt x="132" y="550"/>
                    <a:pt x="189" y="550"/>
                  </a:cubicBezTo>
                  <a:cubicBezTo>
                    <a:pt x="215" y="550"/>
                    <a:pt x="240" y="545"/>
                    <a:pt x="263" y="534"/>
                  </a:cubicBezTo>
                  <a:lnTo>
                    <a:pt x="667" y="308"/>
                  </a:lnTo>
                  <a:cubicBezTo>
                    <a:pt x="739" y="260"/>
                    <a:pt x="774" y="153"/>
                    <a:pt x="727" y="82"/>
                  </a:cubicBezTo>
                  <a:cubicBezTo>
                    <a:pt x="694" y="33"/>
                    <a:pt x="633" y="0"/>
                    <a:pt x="576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1" name="Google Shape;13358;p81">
              <a:extLst>
                <a:ext uri="{FF2B5EF4-FFF2-40B4-BE49-F238E27FC236}">
                  <a16:creationId xmlns:a16="http://schemas.microsoft.com/office/drawing/2014/main" id="{960D1F45-EAED-4A95-B4B1-AAD5E77F8D44}"/>
                </a:ext>
              </a:extLst>
            </p:cNvPr>
            <p:cNvSpPr/>
            <p:nvPr/>
          </p:nvSpPr>
          <p:spPr>
            <a:xfrm>
              <a:off x="1537853" y="2461440"/>
              <a:ext cx="18956" cy="23090"/>
            </a:xfrm>
            <a:custGeom>
              <a:avLst/>
              <a:gdLst/>
              <a:ahLst/>
              <a:cxnLst/>
              <a:rect l="l" t="t" r="r" b="b"/>
              <a:pathLst>
                <a:path w="596" h="726" extrusionOk="0">
                  <a:moveTo>
                    <a:pt x="414" y="0"/>
                  </a:moveTo>
                  <a:cubicBezTo>
                    <a:pt x="357" y="0"/>
                    <a:pt x="298" y="33"/>
                    <a:pt x="274" y="82"/>
                  </a:cubicBezTo>
                  <a:lnTo>
                    <a:pt x="48" y="486"/>
                  </a:lnTo>
                  <a:cubicBezTo>
                    <a:pt x="0" y="558"/>
                    <a:pt x="36" y="665"/>
                    <a:pt x="107" y="701"/>
                  </a:cubicBezTo>
                  <a:cubicBezTo>
                    <a:pt x="132" y="718"/>
                    <a:pt x="162" y="725"/>
                    <a:pt x="192" y="725"/>
                  </a:cubicBezTo>
                  <a:cubicBezTo>
                    <a:pt x="247" y="725"/>
                    <a:pt x="303" y="699"/>
                    <a:pt x="333" y="653"/>
                  </a:cubicBezTo>
                  <a:lnTo>
                    <a:pt x="548" y="248"/>
                  </a:lnTo>
                  <a:cubicBezTo>
                    <a:pt x="595" y="177"/>
                    <a:pt x="572" y="70"/>
                    <a:pt x="488" y="22"/>
                  </a:cubicBezTo>
                  <a:cubicBezTo>
                    <a:pt x="466" y="7"/>
                    <a:pt x="440" y="0"/>
                    <a:pt x="414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pic>
        <p:nvPicPr>
          <p:cNvPr id="19" name="Picture 18">
            <a:extLst>
              <a:ext uri="{FF2B5EF4-FFF2-40B4-BE49-F238E27FC236}">
                <a16:creationId xmlns:a16="http://schemas.microsoft.com/office/drawing/2014/main" id="{45C67D94-6595-488C-8FA0-85FE13346B2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/>
          <a:stretch/>
        </p:blipFill>
        <p:spPr>
          <a:xfrm>
            <a:off x="102759" y="3207616"/>
            <a:ext cx="3625757" cy="18288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grpSp>
        <p:nvGrpSpPr>
          <p:cNvPr id="191" name="Google Shape;2941;p64">
            <a:extLst>
              <a:ext uri="{FF2B5EF4-FFF2-40B4-BE49-F238E27FC236}">
                <a16:creationId xmlns:a16="http://schemas.microsoft.com/office/drawing/2014/main" id="{34683152-3864-4912-968B-8645A8645627}"/>
              </a:ext>
            </a:extLst>
          </p:cNvPr>
          <p:cNvGrpSpPr/>
          <p:nvPr/>
        </p:nvGrpSpPr>
        <p:grpSpPr>
          <a:xfrm>
            <a:off x="8095724" y="4090339"/>
            <a:ext cx="536674" cy="510358"/>
            <a:chOff x="7476387" y="4016321"/>
            <a:chExt cx="601990" cy="572471"/>
          </a:xfrm>
        </p:grpSpPr>
        <p:sp>
          <p:nvSpPr>
            <p:cNvPr id="192" name="Google Shape;2942;p64">
              <a:extLst>
                <a:ext uri="{FF2B5EF4-FFF2-40B4-BE49-F238E27FC236}">
                  <a16:creationId xmlns:a16="http://schemas.microsoft.com/office/drawing/2014/main" id="{7F97BCE9-378D-447A-B403-6A9E9393ED9D}"/>
                </a:ext>
              </a:extLst>
            </p:cNvPr>
            <p:cNvSpPr/>
            <p:nvPr/>
          </p:nvSpPr>
          <p:spPr>
            <a:xfrm>
              <a:off x="7476387" y="4041959"/>
              <a:ext cx="601990" cy="546833"/>
            </a:xfrm>
            <a:custGeom>
              <a:avLst/>
              <a:gdLst/>
              <a:ahLst/>
              <a:cxnLst/>
              <a:rect l="l" t="t" r="r" b="b"/>
              <a:pathLst>
                <a:path w="18150" h="16487" extrusionOk="0">
                  <a:moveTo>
                    <a:pt x="3686" y="531"/>
                  </a:moveTo>
                  <a:cubicBezTo>
                    <a:pt x="3996" y="531"/>
                    <a:pt x="4247" y="784"/>
                    <a:pt x="4247" y="1093"/>
                  </a:cubicBezTo>
                  <a:cubicBezTo>
                    <a:pt x="4247" y="1403"/>
                    <a:pt x="3996" y="1654"/>
                    <a:pt x="3686" y="1654"/>
                  </a:cubicBezTo>
                  <a:cubicBezTo>
                    <a:pt x="3377" y="1654"/>
                    <a:pt x="3124" y="1403"/>
                    <a:pt x="3124" y="1093"/>
                  </a:cubicBezTo>
                  <a:cubicBezTo>
                    <a:pt x="3124" y="784"/>
                    <a:pt x="3376" y="531"/>
                    <a:pt x="3686" y="531"/>
                  </a:cubicBezTo>
                  <a:close/>
                  <a:moveTo>
                    <a:pt x="14464" y="531"/>
                  </a:moveTo>
                  <a:cubicBezTo>
                    <a:pt x="14774" y="531"/>
                    <a:pt x="15026" y="784"/>
                    <a:pt x="15026" y="1093"/>
                  </a:cubicBezTo>
                  <a:cubicBezTo>
                    <a:pt x="15026" y="1403"/>
                    <a:pt x="14774" y="1654"/>
                    <a:pt x="14464" y="1654"/>
                  </a:cubicBezTo>
                  <a:cubicBezTo>
                    <a:pt x="14155" y="1654"/>
                    <a:pt x="13904" y="1403"/>
                    <a:pt x="13904" y="1093"/>
                  </a:cubicBezTo>
                  <a:cubicBezTo>
                    <a:pt x="13904" y="784"/>
                    <a:pt x="14155" y="531"/>
                    <a:pt x="14464" y="531"/>
                  </a:cubicBezTo>
                  <a:close/>
                  <a:moveTo>
                    <a:pt x="1602" y="6161"/>
                  </a:moveTo>
                  <a:lnTo>
                    <a:pt x="1602" y="10054"/>
                  </a:lnTo>
                  <a:lnTo>
                    <a:pt x="621" y="10054"/>
                  </a:lnTo>
                  <a:cubicBezTo>
                    <a:pt x="573" y="10054"/>
                    <a:pt x="532" y="10014"/>
                    <a:pt x="532" y="9966"/>
                  </a:cubicBezTo>
                  <a:lnTo>
                    <a:pt x="532" y="6249"/>
                  </a:lnTo>
                  <a:cubicBezTo>
                    <a:pt x="532" y="6202"/>
                    <a:pt x="573" y="6161"/>
                    <a:pt x="621" y="6161"/>
                  </a:cubicBezTo>
                  <a:close/>
                  <a:moveTo>
                    <a:pt x="1897" y="15125"/>
                  </a:moveTo>
                  <a:lnTo>
                    <a:pt x="1897" y="15955"/>
                  </a:lnTo>
                  <a:lnTo>
                    <a:pt x="532" y="15955"/>
                  </a:lnTo>
                  <a:lnTo>
                    <a:pt x="532" y="15125"/>
                  </a:lnTo>
                  <a:close/>
                  <a:moveTo>
                    <a:pt x="11422" y="12862"/>
                  </a:moveTo>
                  <a:lnTo>
                    <a:pt x="11422" y="13637"/>
                  </a:lnTo>
                  <a:lnTo>
                    <a:pt x="9217" y="13637"/>
                  </a:lnTo>
                  <a:cubicBezTo>
                    <a:pt x="9070" y="13637"/>
                    <a:pt x="8951" y="13756"/>
                    <a:pt x="8951" y="13903"/>
                  </a:cubicBezTo>
                  <a:cubicBezTo>
                    <a:pt x="8951" y="14050"/>
                    <a:pt x="9070" y="14169"/>
                    <a:pt x="9217" y="14169"/>
                  </a:cubicBezTo>
                  <a:lnTo>
                    <a:pt x="15722" y="14169"/>
                  </a:lnTo>
                  <a:lnTo>
                    <a:pt x="15722" y="15955"/>
                  </a:lnTo>
                  <a:lnTo>
                    <a:pt x="2429" y="15955"/>
                  </a:lnTo>
                  <a:lnTo>
                    <a:pt x="2429" y="14169"/>
                  </a:lnTo>
                  <a:lnTo>
                    <a:pt x="7444" y="14169"/>
                  </a:lnTo>
                  <a:cubicBezTo>
                    <a:pt x="7591" y="14169"/>
                    <a:pt x="7710" y="14049"/>
                    <a:pt x="7710" y="13903"/>
                  </a:cubicBezTo>
                  <a:cubicBezTo>
                    <a:pt x="7710" y="13756"/>
                    <a:pt x="7591" y="13637"/>
                    <a:pt x="7444" y="13637"/>
                  </a:cubicBezTo>
                  <a:lnTo>
                    <a:pt x="6728" y="13637"/>
                  </a:lnTo>
                  <a:lnTo>
                    <a:pt x="6728" y="12862"/>
                  </a:lnTo>
                  <a:close/>
                  <a:moveTo>
                    <a:pt x="17618" y="15125"/>
                  </a:moveTo>
                  <a:lnTo>
                    <a:pt x="17618" y="15955"/>
                  </a:lnTo>
                  <a:lnTo>
                    <a:pt x="16253" y="15955"/>
                  </a:lnTo>
                  <a:lnTo>
                    <a:pt x="16253" y="15125"/>
                  </a:lnTo>
                  <a:close/>
                  <a:moveTo>
                    <a:pt x="3686" y="0"/>
                  </a:moveTo>
                  <a:cubicBezTo>
                    <a:pt x="3083" y="0"/>
                    <a:pt x="2592" y="490"/>
                    <a:pt x="2592" y="1093"/>
                  </a:cubicBezTo>
                  <a:cubicBezTo>
                    <a:pt x="2592" y="1604"/>
                    <a:pt x="2945" y="2034"/>
                    <a:pt x="3420" y="2153"/>
                  </a:cubicBezTo>
                  <a:lnTo>
                    <a:pt x="3420" y="3354"/>
                  </a:lnTo>
                  <a:lnTo>
                    <a:pt x="2399" y="3354"/>
                  </a:lnTo>
                  <a:cubicBezTo>
                    <a:pt x="1960" y="3354"/>
                    <a:pt x="1602" y="3711"/>
                    <a:pt x="1602" y="4151"/>
                  </a:cubicBezTo>
                  <a:lnTo>
                    <a:pt x="1602" y="5630"/>
                  </a:lnTo>
                  <a:lnTo>
                    <a:pt x="621" y="5630"/>
                  </a:lnTo>
                  <a:cubicBezTo>
                    <a:pt x="279" y="5630"/>
                    <a:pt x="1" y="5908"/>
                    <a:pt x="1" y="6250"/>
                  </a:cubicBezTo>
                  <a:lnTo>
                    <a:pt x="1" y="9966"/>
                  </a:lnTo>
                  <a:cubicBezTo>
                    <a:pt x="1" y="10309"/>
                    <a:pt x="279" y="10587"/>
                    <a:pt x="621" y="10587"/>
                  </a:cubicBezTo>
                  <a:lnTo>
                    <a:pt x="1602" y="10587"/>
                  </a:lnTo>
                  <a:lnTo>
                    <a:pt x="1602" y="12065"/>
                  </a:lnTo>
                  <a:cubicBezTo>
                    <a:pt x="1602" y="12505"/>
                    <a:pt x="1960" y="12862"/>
                    <a:pt x="2399" y="12862"/>
                  </a:cubicBezTo>
                  <a:lnTo>
                    <a:pt x="6196" y="12862"/>
                  </a:lnTo>
                  <a:lnTo>
                    <a:pt x="6196" y="13637"/>
                  </a:lnTo>
                  <a:lnTo>
                    <a:pt x="2340" y="13637"/>
                  </a:lnTo>
                  <a:cubicBezTo>
                    <a:pt x="2095" y="13637"/>
                    <a:pt x="1897" y="13836"/>
                    <a:pt x="1897" y="14080"/>
                  </a:cubicBezTo>
                  <a:lnTo>
                    <a:pt x="1897" y="14594"/>
                  </a:lnTo>
                  <a:lnTo>
                    <a:pt x="443" y="14594"/>
                  </a:lnTo>
                  <a:cubicBezTo>
                    <a:pt x="199" y="14594"/>
                    <a:pt x="1" y="14792"/>
                    <a:pt x="1" y="15037"/>
                  </a:cubicBezTo>
                  <a:lnTo>
                    <a:pt x="1" y="16222"/>
                  </a:lnTo>
                  <a:cubicBezTo>
                    <a:pt x="1" y="16367"/>
                    <a:pt x="120" y="16487"/>
                    <a:pt x="266" y="16487"/>
                  </a:cubicBezTo>
                  <a:lnTo>
                    <a:pt x="17883" y="16487"/>
                  </a:lnTo>
                  <a:cubicBezTo>
                    <a:pt x="18030" y="16487"/>
                    <a:pt x="18149" y="16367"/>
                    <a:pt x="18149" y="16222"/>
                  </a:cubicBezTo>
                  <a:lnTo>
                    <a:pt x="18149" y="15037"/>
                  </a:lnTo>
                  <a:cubicBezTo>
                    <a:pt x="18149" y="14792"/>
                    <a:pt x="17951" y="14594"/>
                    <a:pt x="17707" y="14594"/>
                  </a:cubicBezTo>
                  <a:lnTo>
                    <a:pt x="16253" y="14594"/>
                  </a:lnTo>
                  <a:lnTo>
                    <a:pt x="16253" y="14080"/>
                  </a:lnTo>
                  <a:cubicBezTo>
                    <a:pt x="16253" y="13836"/>
                    <a:pt x="16054" y="13637"/>
                    <a:pt x="15809" y="13637"/>
                  </a:cubicBezTo>
                  <a:lnTo>
                    <a:pt x="11954" y="13637"/>
                  </a:lnTo>
                  <a:lnTo>
                    <a:pt x="11954" y="12862"/>
                  </a:lnTo>
                  <a:lnTo>
                    <a:pt x="15751" y="12862"/>
                  </a:lnTo>
                  <a:cubicBezTo>
                    <a:pt x="16190" y="12862"/>
                    <a:pt x="16548" y="12505"/>
                    <a:pt x="16548" y="12064"/>
                  </a:cubicBezTo>
                  <a:lnTo>
                    <a:pt x="16548" y="10586"/>
                  </a:lnTo>
                  <a:lnTo>
                    <a:pt x="17529" y="10586"/>
                  </a:lnTo>
                  <a:cubicBezTo>
                    <a:pt x="17871" y="10586"/>
                    <a:pt x="18149" y="10308"/>
                    <a:pt x="18149" y="9966"/>
                  </a:cubicBezTo>
                  <a:lnTo>
                    <a:pt x="18149" y="6250"/>
                  </a:lnTo>
                  <a:cubicBezTo>
                    <a:pt x="18149" y="5907"/>
                    <a:pt x="17871" y="5629"/>
                    <a:pt x="17529" y="5629"/>
                  </a:cubicBezTo>
                  <a:lnTo>
                    <a:pt x="16548" y="5629"/>
                  </a:lnTo>
                  <a:lnTo>
                    <a:pt x="16548" y="4151"/>
                  </a:lnTo>
                  <a:cubicBezTo>
                    <a:pt x="16548" y="3711"/>
                    <a:pt x="16190" y="3354"/>
                    <a:pt x="15751" y="3354"/>
                  </a:cubicBezTo>
                  <a:lnTo>
                    <a:pt x="14730" y="3354"/>
                  </a:lnTo>
                  <a:lnTo>
                    <a:pt x="14730" y="2153"/>
                  </a:lnTo>
                  <a:cubicBezTo>
                    <a:pt x="15206" y="2034"/>
                    <a:pt x="15558" y="1604"/>
                    <a:pt x="15558" y="1093"/>
                  </a:cubicBezTo>
                  <a:cubicBezTo>
                    <a:pt x="15558" y="490"/>
                    <a:pt x="15067" y="0"/>
                    <a:pt x="14464" y="0"/>
                  </a:cubicBezTo>
                  <a:cubicBezTo>
                    <a:pt x="13862" y="0"/>
                    <a:pt x="13372" y="490"/>
                    <a:pt x="13372" y="1093"/>
                  </a:cubicBezTo>
                  <a:cubicBezTo>
                    <a:pt x="13372" y="1604"/>
                    <a:pt x="13724" y="2034"/>
                    <a:pt x="14198" y="2153"/>
                  </a:cubicBezTo>
                  <a:lnTo>
                    <a:pt x="14198" y="3354"/>
                  </a:lnTo>
                  <a:lnTo>
                    <a:pt x="12904" y="3354"/>
                  </a:lnTo>
                  <a:cubicBezTo>
                    <a:pt x="12757" y="3354"/>
                    <a:pt x="12638" y="3473"/>
                    <a:pt x="12638" y="3619"/>
                  </a:cubicBezTo>
                  <a:cubicBezTo>
                    <a:pt x="12638" y="3766"/>
                    <a:pt x="12757" y="3884"/>
                    <a:pt x="12904" y="3884"/>
                  </a:cubicBezTo>
                  <a:lnTo>
                    <a:pt x="15751" y="3884"/>
                  </a:lnTo>
                  <a:cubicBezTo>
                    <a:pt x="15898" y="3884"/>
                    <a:pt x="16017" y="4004"/>
                    <a:pt x="16017" y="4150"/>
                  </a:cubicBezTo>
                  <a:lnTo>
                    <a:pt x="16017" y="7139"/>
                  </a:lnTo>
                  <a:cubicBezTo>
                    <a:pt x="16017" y="7286"/>
                    <a:pt x="16136" y="7405"/>
                    <a:pt x="16282" y="7405"/>
                  </a:cubicBezTo>
                  <a:cubicBezTo>
                    <a:pt x="16430" y="7405"/>
                    <a:pt x="16548" y="7286"/>
                    <a:pt x="16548" y="7139"/>
                  </a:cubicBezTo>
                  <a:lnTo>
                    <a:pt x="16548" y="6161"/>
                  </a:lnTo>
                  <a:lnTo>
                    <a:pt x="17529" y="6161"/>
                  </a:lnTo>
                  <a:cubicBezTo>
                    <a:pt x="17577" y="6161"/>
                    <a:pt x="17617" y="6202"/>
                    <a:pt x="17617" y="6249"/>
                  </a:cubicBezTo>
                  <a:lnTo>
                    <a:pt x="17617" y="9966"/>
                  </a:lnTo>
                  <a:cubicBezTo>
                    <a:pt x="17617" y="10014"/>
                    <a:pt x="17577" y="10055"/>
                    <a:pt x="17529" y="10055"/>
                  </a:cubicBezTo>
                  <a:lnTo>
                    <a:pt x="16548" y="10055"/>
                  </a:lnTo>
                  <a:lnTo>
                    <a:pt x="16548" y="8699"/>
                  </a:lnTo>
                  <a:cubicBezTo>
                    <a:pt x="16548" y="8552"/>
                    <a:pt x="16430" y="8433"/>
                    <a:pt x="16282" y="8433"/>
                  </a:cubicBezTo>
                  <a:cubicBezTo>
                    <a:pt x="16136" y="8433"/>
                    <a:pt x="16017" y="8552"/>
                    <a:pt x="16017" y="8699"/>
                  </a:cubicBezTo>
                  <a:lnTo>
                    <a:pt x="16017" y="12064"/>
                  </a:lnTo>
                  <a:cubicBezTo>
                    <a:pt x="16017" y="12211"/>
                    <a:pt x="15897" y="12330"/>
                    <a:pt x="15751" y="12330"/>
                  </a:cubicBezTo>
                  <a:lnTo>
                    <a:pt x="2400" y="12330"/>
                  </a:lnTo>
                  <a:cubicBezTo>
                    <a:pt x="2253" y="12330"/>
                    <a:pt x="2134" y="12211"/>
                    <a:pt x="2134" y="12064"/>
                  </a:cubicBezTo>
                  <a:lnTo>
                    <a:pt x="2134" y="4150"/>
                  </a:lnTo>
                  <a:cubicBezTo>
                    <a:pt x="2134" y="4004"/>
                    <a:pt x="2253" y="3885"/>
                    <a:pt x="2400" y="3885"/>
                  </a:cubicBezTo>
                  <a:lnTo>
                    <a:pt x="11166" y="3885"/>
                  </a:lnTo>
                  <a:cubicBezTo>
                    <a:pt x="11313" y="3885"/>
                    <a:pt x="11432" y="3766"/>
                    <a:pt x="11432" y="3619"/>
                  </a:cubicBezTo>
                  <a:cubicBezTo>
                    <a:pt x="11432" y="3472"/>
                    <a:pt x="11313" y="3354"/>
                    <a:pt x="11166" y="3354"/>
                  </a:cubicBezTo>
                  <a:lnTo>
                    <a:pt x="3952" y="3354"/>
                  </a:lnTo>
                  <a:lnTo>
                    <a:pt x="3952" y="2153"/>
                  </a:lnTo>
                  <a:cubicBezTo>
                    <a:pt x="4426" y="2034"/>
                    <a:pt x="4779" y="1604"/>
                    <a:pt x="4779" y="1093"/>
                  </a:cubicBezTo>
                  <a:cubicBezTo>
                    <a:pt x="4779" y="490"/>
                    <a:pt x="4288" y="0"/>
                    <a:pt x="36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3" name="Google Shape;2943;p64">
              <a:extLst>
                <a:ext uri="{FF2B5EF4-FFF2-40B4-BE49-F238E27FC236}">
                  <a16:creationId xmlns:a16="http://schemas.microsoft.com/office/drawing/2014/main" id="{8DFBF92A-E3DF-4D1C-8ADC-A595E178833D}"/>
                </a:ext>
              </a:extLst>
            </p:cNvPr>
            <p:cNvSpPr/>
            <p:nvPr/>
          </p:nvSpPr>
          <p:spPr>
            <a:xfrm>
              <a:off x="7571445" y="4195093"/>
              <a:ext cx="411874" cy="231575"/>
            </a:xfrm>
            <a:custGeom>
              <a:avLst/>
              <a:gdLst/>
              <a:ahLst/>
              <a:cxnLst/>
              <a:rect l="l" t="t" r="r" b="b"/>
              <a:pathLst>
                <a:path w="12418" h="6982" extrusionOk="0">
                  <a:moveTo>
                    <a:pt x="7700" y="532"/>
                  </a:moveTo>
                  <a:lnTo>
                    <a:pt x="7524" y="880"/>
                  </a:lnTo>
                  <a:lnTo>
                    <a:pt x="4894" y="880"/>
                  </a:lnTo>
                  <a:lnTo>
                    <a:pt x="4718" y="532"/>
                  </a:lnTo>
                  <a:close/>
                  <a:moveTo>
                    <a:pt x="11886" y="532"/>
                  </a:moveTo>
                  <a:lnTo>
                    <a:pt x="11886" y="6449"/>
                  </a:lnTo>
                  <a:lnTo>
                    <a:pt x="532" y="6449"/>
                  </a:lnTo>
                  <a:lnTo>
                    <a:pt x="532" y="532"/>
                  </a:lnTo>
                  <a:lnTo>
                    <a:pt x="4124" y="532"/>
                  </a:lnTo>
                  <a:lnTo>
                    <a:pt x="4444" y="1170"/>
                  </a:lnTo>
                  <a:cubicBezTo>
                    <a:pt x="4516" y="1313"/>
                    <a:pt x="4677" y="1411"/>
                    <a:pt x="4836" y="1411"/>
                  </a:cubicBezTo>
                  <a:lnTo>
                    <a:pt x="7583" y="1411"/>
                  </a:lnTo>
                  <a:cubicBezTo>
                    <a:pt x="7742" y="1411"/>
                    <a:pt x="7903" y="1313"/>
                    <a:pt x="7974" y="1170"/>
                  </a:cubicBezTo>
                  <a:lnTo>
                    <a:pt x="8295" y="532"/>
                  </a:lnTo>
                  <a:close/>
                  <a:moveTo>
                    <a:pt x="444" y="0"/>
                  </a:moveTo>
                  <a:cubicBezTo>
                    <a:pt x="199" y="0"/>
                    <a:pt x="0" y="200"/>
                    <a:pt x="0" y="444"/>
                  </a:cubicBezTo>
                  <a:lnTo>
                    <a:pt x="0" y="6538"/>
                  </a:lnTo>
                  <a:cubicBezTo>
                    <a:pt x="0" y="6782"/>
                    <a:pt x="199" y="6981"/>
                    <a:pt x="444" y="6981"/>
                  </a:cubicBezTo>
                  <a:lnTo>
                    <a:pt x="11975" y="6981"/>
                  </a:lnTo>
                  <a:cubicBezTo>
                    <a:pt x="12219" y="6981"/>
                    <a:pt x="12418" y="6782"/>
                    <a:pt x="12418" y="6538"/>
                  </a:cubicBezTo>
                  <a:lnTo>
                    <a:pt x="12418" y="444"/>
                  </a:lnTo>
                  <a:cubicBezTo>
                    <a:pt x="12418" y="200"/>
                    <a:pt x="12219" y="0"/>
                    <a:pt x="119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4" name="Google Shape;2944;p64">
              <a:extLst>
                <a:ext uri="{FF2B5EF4-FFF2-40B4-BE49-F238E27FC236}">
                  <a16:creationId xmlns:a16="http://schemas.microsoft.com/office/drawing/2014/main" id="{142A7676-5F9D-4341-8E2F-8ED5AE6B0284}"/>
                </a:ext>
              </a:extLst>
            </p:cNvPr>
            <p:cNvSpPr/>
            <p:nvPr/>
          </p:nvSpPr>
          <p:spPr>
            <a:xfrm>
              <a:off x="7634331" y="4249621"/>
              <a:ext cx="54063" cy="79171"/>
            </a:xfrm>
            <a:custGeom>
              <a:avLst/>
              <a:gdLst/>
              <a:ahLst/>
              <a:cxnLst/>
              <a:rect l="l" t="t" r="r" b="b"/>
              <a:pathLst>
                <a:path w="1630" h="2387" extrusionOk="0">
                  <a:moveTo>
                    <a:pt x="1097" y="532"/>
                  </a:moveTo>
                  <a:lnTo>
                    <a:pt x="1097" y="1855"/>
                  </a:lnTo>
                  <a:lnTo>
                    <a:pt x="532" y="1855"/>
                  </a:lnTo>
                  <a:lnTo>
                    <a:pt x="532" y="532"/>
                  </a:lnTo>
                  <a:close/>
                  <a:moveTo>
                    <a:pt x="373" y="0"/>
                  </a:moveTo>
                  <a:cubicBezTo>
                    <a:pt x="168" y="0"/>
                    <a:pt x="1" y="168"/>
                    <a:pt x="1" y="372"/>
                  </a:cubicBezTo>
                  <a:lnTo>
                    <a:pt x="1" y="2014"/>
                  </a:lnTo>
                  <a:cubicBezTo>
                    <a:pt x="1" y="2219"/>
                    <a:pt x="168" y="2386"/>
                    <a:pt x="373" y="2386"/>
                  </a:cubicBezTo>
                  <a:lnTo>
                    <a:pt x="1256" y="2386"/>
                  </a:lnTo>
                  <a:cubicBezTo>
                    <a:pt x="1462" y="2386"/>
                    <a:pt x="1629" y="2219"/>
                    <a:pt x="1629" y="2014"/>
                  </a:cubicBezTo>
                  <a:lnTo>
                    <a:pt x="1629" y="372"/>
                  </a:lnTo>
                  <a:cubicBezTo>
                    <a:pt x="1629" y="168"/>
                    <a:pt x="1462" y="0"/>
                    <a:pt x="12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5" name="Google Shape;2945;p64">
              <a:extLst>
                <a:ext uri="{FF2B5EF4-FFF2-40B4-BE49-F238E27FC236}">
                  <a16:creationId xmlns:a16="http://schemas.microsoft.com/office/drawing/2014/main" id="{A5666227-E1CE-44C0-9CDF-19B2CAC712D1}"/>
                </a:ext>
              </a:extLst>
            </p:cNvPr>
            <p:cNvSpPr/>
            <p:nvPr/>
          </p:nvSpPr>
          <p:spPr>
            <a:xfrm>
              <a:off x="7866404" y="4249621"/>
              <a:ext cx="54030" cy="79171"/>
            </a:xfrm>
            <a:custGeom>
              <a:avLst/>
              <a:gdLst/>
              <a:ahLst/>
              <a:cxnLst/>
              <a:rect l="l" t="t" r="r" b="b"/>
              <a:pathLst>
                <a:path w="1629" h="2387" extrusionOk="0">
                  <a:moveTo>
                    <a:pt x="1096" y="532"/>
                  </a:moveTo>
                  <a:lnTo>
                    <a:pt x="1096" y="1855"/>
                  </a:lnTo>
                  <a:lnTo>
                    <a:pt x="532" y="1855"/>
                  </a:lnTo>
                  <a:lnTo>
                    <a:pt x="532" y="532"/>
                  </a:lnTo>
                  <a:close/>
                  <a:moveTo>
                    <a:pt x="373" y="0"/>
                  </a:moveTo>
                  <a:cubicBezTo>
                    <a:pt x="167" y="0"/>
                    <a:pt x="1" y="168"/>
                    <a:pt x="1" y="372"/>
                  </a:cubicBezTo>
                  <a:lnTo>
                    <a:pt x="1" y="2014"/>
                  </a:lnTo>
                  <a:cubicBezTo>
                    <a:pt x="1" y="2219"/>
                    <a:pt x="167" y="2386"/>
                    <a:pt x="373" y="2386"/>
                  </a:cubicBezTo>
                  <a:lnTo>
                    <a:pt x="1256" y="2386"/>
                  </a:lnTo>
                  <a:cubicBezTo>
                    <a:pt x="1461" y="2386"/>
                    <a:pt x="1628" y="2219"/>
                    <a:pt x="1628" y="2014"/>
                  </a:cubicBezTo>
                  <a:lnTo>
                    <a:pt x="1628" y="372"/>
                  </a:lnTo>
                  <a:cubicBezTo>
                    <a:pt x="1628" y="168"/>
                    <a:pt x="1461" y="0"/>
                    <a:pt x="12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6" name="Google Shape;2946;p64">
              <a:extLst>
                <a:ext uri="{FF2B5EF4-FFF2-40B4-BE49-F238E27FC236}">
                  <a16:creationId xmlns:a16="http://schemas.microsoft.com/office/drawing/2014/main" id="{D50DA566-A703-4D5B-9246-E786CDFC3D92}"/>
                </a:ext>
              </a:extLst>
            </p:cNvPr>
            <p:cNvSpPr/>
            <p:nvPr/>
          </p:nvSpPr>
          <p:spPr>
            <a:xfrm>
              <a:off x="7705641" y="4327365"/>
              <a:ext cx="143483" cy="49486"/>
            </a:xfrm>
            <a:custGeom>
              <a:avLst/>
              <a:gdLst/>
              <a:ahLst/>
              <a:cxnLst/>
              <a:rect l="l" t="t" r="r" b="b"/>
              <a:pathLst>
                <a:path w="4326" h="1492" extrusionOk="0">
                  <a:moveTo>
                    <a:pt x="3794" y="532"/>
                  </a:moveTo>
                  <a:lnTo>
                    <a:pt x="3794" y="959"/>
                  </a:lnTo>
                  <a:lnTo>
                    <a:pt x="532" y="959"/>
                  </a:lnTo>
                  <a:lnTo>
                    <a:pt x="532" y="532"/>
                  </a:lnTo>
                  <a:close/>
                  <a:moveTo>
                    <a:pt x="372" y="0"/>
                  </a:moveTo>
                  <a:cubicBezTo>
                    <a:pt x="168" y="0"/>
                    <a:pt x="1" y="168"/>
                    <a:pt x="1" y="373"/>
                  </a:cubicBezTo>
                  <a:lnTo>
                    <a:pt x="1" y="1119"/>
                  </a:lnTo>
                  <a:cubicBezTo>
                    <a:pt x="1" y="1324"/>
                    <a:pt x="168" y="1491"/>
                    <a:pt x="372" y="1491"/>
                  </a:cubicBezTo>
                  <a:lnTo>
                    <a:pt x="3954" y="1491"/>
                  </a:lnTo>
                  <a:cubicBezTo>
                    <a:pt x="4159" y="1491"/>
                    <a:pt x="4325" y="1324"/>
                    <a:pt x="4325" y="1119"/>
                  </a:cubicBezTo>
                  <a:lnTo>
                    <a:pt x="4325" y="373"/>
                  </a:lnTo>
                  <a:cubicBezTo>
                    <a:pt x="4325" y="168"/>
                    <a:pt x="4159" y="0"/>
                    <a:pt x="39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7" name="Google Shape;2947;p64">
              <a:extLst>
                <a:ext uri="{FF2B5EF4-FFF2-40B4-BE49-F238E27FC236}">
                  <a16:creationId xmlns:a16="http://schemas.microsoft.com/office/drawing/2014/main" id="{788DB662-5E90-4A85-8595-5D48C0910969}"/>
                </a:ext>
              </a:extLst>
            </p:cNvPr>
            <p:cNvSpPr/>
            <p:nvPr/>
          </p:nvSpPr>
          <p:spPr>
            <a:xfrm>
              <a:off x="7659704" y="4016321"/>
              <a:ext cx="235390" cy="97048"/>
            </a:xfrm>
            <a:custGeom>
              <a:avLst/>
              <a:gdLst/>
              <a:ahLst/>
              <a:cxnLst/>
              <a:rect l="l" t="t" r="r" b="b"/>
              <a:pathLst>
                <a:path w="7097" h="2926" extrusionOk="0">
                  <a:moveTo>
                    <a:pt x="4059" y="0"/>
                  </a:moveTo>
                  <a:cubicBezTo>
                    <a:pt x="4009" y="0"/>
                    <a:pt x="3970" y="12"/>
                    <a:pt x="3950" y="20"/>
                  </a:cubicBezTo>
                  <a:cubicBezTo>
                    <a:pt x="3902" y="38"/>
                    <a:pt x="3744" y="116"/>
                    <a:pt x="3744" y="354"/>
                  </a:cubicBezTo>
                  <a:lnTo>
                    <a:pt x="3744" y="2062"/>
                  </a:lnTo>
                  <a:lnTo>
                    <a:pt x="2633" y="845"/>
                  </a:lnTo>
                  <a:cubicBezTo>
                    <a:pt x="2539" y="742"/>
                    <a:pt x="2442" y="716"/>
                    <a:pt x="2368" y="716"/>
                  </a:cubicBezTo>
                  <a:cubicBezTo>
                    <a:pt x="2316" y="716"/>
                    <a:pt x="2276" y="729"/>
                    <a:pt x="2256" y="736"/>
                  </a:cubicBezTo>
                  <a:cubicBezTo>
                    <a:pt x="2208" y="755"/>
                    <a:pt x="2052" y="834"/>
                    <a:pt x="2052" y="1071"/>
                  </a:cubicBezTo>
                  <a:lnTo>
                    <a:pt x="2052" y="1763"/>
                  </a:lnTo>
                  <a:lnTo>
                    <a:pt x="266" y="1763"/>
                  </a:lnTo>
                  <a:cubicBezTo>
                    <a:pt x="120" y="1763"/>
                    <a:pt x="1" y="1882"/>
                    <a:pt x="1" y="2029"/>
                  </a:cubicBezTo>
                  <a:cubicBezTo>
                    <a:pt x="1" y="2176"/>
                    <a:pt x="120" y="2295"/>
                    <a:pt x="266" y="2295"/>
                  </a:cubicBezTo>
                  <a:lnTo>
                    <a:pt x="2140" y="2295"/>
                  </a:lnTo>
                  <a:cubicBezTo>
                    <a:pt x="2385" y="2295"/>
                    <a:pt x="2584" y="2096"/>
                    <a:pt x="2584" y="1851"/>
                  </a:cubicBezTo>
                  <a:lnTo>
                    <a:pt x="2584" y="1579"/>
                  </a:lnTo>
                  <a:lnTo>
                    <a:pt x="3694" y="2796"/>
                  </a:lnTo>
                  <a:cubicBezTo>
                    <a:pt x="3788" y="2900"/>
                    <a:pt x="3886" y="2925"/>
                    <a:pt x="3960" y="2925"/>
                  </a:cubicBezTo>
                  <a:cubicBezTo>
                    <a:pt x="4011" y="2925"/>
                    <a:pt x="4051" y="2913"/>
                    <a:pt x="4071" y="2905"/>
                  </a:cubicBezTo>
                  <a:cubicBezTo>
                    <a:pt x="4119" y="2886"/>
                    <a:pt x="4276" y="2807"/>
                    <a:pt x="4276" y="2571"/>
                  </a:cubicBezTo>
                  <a:lnTo>
                    <a:pt x="4276" y="878"/>
                  </a:lnTo>
                  <a:lnTo>
                    <a:pt x="5001" y="1696"/>
                  </a:lnTo>
                  <a:cubicBezTo>
                    <a:pt x="5117" y="1827"/>
                    <a:pt x="5320" y="1918"/>
                    <a:pt x="5495" y="1918"/>
                  </a:cubicBezTo>
                  <a:lnTo>
                    <a:pt x="6830" y="1918"/>
                  </a:lnTo>
                  <a:cubicBezTo>
                    <a:pt x="6977" y="1918"/>
                    <a:pt x="7095" y="1799"/>
                    <a:pt x="7095" y="1652"/>
                  </a:cubicBezTo>
                  <a:cubicBezTo>
                    <a:pt x="7096" y="1506"/>
                    <a:pt x="6977" y="1387"/>
                    <a:pt x="6830" y="1387"/>
                  </a:cubicBezTo>
                  <a:lnTo>
                    <a:pt x="5496" y="1387"/>
                  </a:lnTo>
                  <a:cubicBezTo>
                    <a:pt x="5471" y="1386"/>
                    <a:pt x="5416" y="1360"/>
                    <a:pt x="5399" y="1344"/>
                  </a:cubicBezTo>
                  <a:lnTo>
                    <a:pt x="4326" y="134"/>
                  </a:lnTo>
                  <a:cubicBezTo>
                    <a:pt x="4232" y="27"/>
                    <a:pt x="4133" y="0"/>
                    <a:pt x="40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8" name="Google Shape;2948;p64">
              <a:extLst>
                <a:ext uri="{FF2B5EF4-FFF2-40B4-BE49-F238E27FC236}">
                  <a16:creationId xmlns:a16="http://schemas.microsoft.com/office/drawing/2014/main" id="{D7C653C4-986E-4592-9FB5-B62956034E5C}"/>
                </a:ext>
              </a:extLst>
            </p:cNvPr>
            <p:cNvSpPr/>
            <p:nvPr/>
          </p:nvSpPr>
          <p:spPr>
            <a:xfrm>
              <a:off x="7861130" y="4533402"/>
              <a:ext cx="17678" cy="17645"/>
            </a:xfrm>
            <a:custGeom>
              <a:avLst/>
              <a:gdLst/>
              <a:ahLst/>
              <a:cxnLst/>
              <a:rect l="l" t="t" r="r" b="b"/>
              <a:pathLst>
                <a:path w="533" h="532" extrusionOk="0">
                  <a:moveTo>
                    <a:pt x="267" y="0"/>
                  </a:moveTo>
                  <a:cubicBezTo>
                    <a:pt x="197" y="0"/>
                    <a:pt x="128" y="29"/>
                    <a:pt x="79" y="78"/>
                  </a:cubicBezTo>
                  <a:cubicBezTo>
                    <a:pt x="29" y="127"/>
                    <a:pt x="1" y="196"/>
                    <a:pt x="1" y="266"/>
                  </a:cubicBezTo>
                  <a:cubicBezTo>
                    <a:pt x="1" y="336"/>
                    <a:pt x="29" y="405"/>
                    <a:pt x="79" y="454"/>
                  </a:cubicBezTo>
                  <a:cubicBezTo>
                    <a:pt x="128" y="503"/>
                    <a:pt x="197" y="532"/>
                    <a:pt x="267" y="532"/>
                  </a:cubicBezTo>
                  <a:cubicBezTo>
                    <a:pt x="336" y="532"/>
                    <a:pt x="405" y="503"/>
                    <a:pt x="455" y="454"/>
                  </a:cubicBezTo>
                  <a:cubicBezTo>
                    <a:pt x="504" y="405"/>
                    <a:pt x="533" y="336"/>
                    <a:pt x="533" y="266"/>
                  </a:cubicBezTo>
                  <a:cubicBezTo>
                    <a:pt x="533" y="196"/>
                    <a:pt x="504" y="127"/>
                    <a:pt x="455" y="78"/>
                  </a:cubicBezTo>
                  <a:cubicBezTo>
                    <a:pt x="405" y="29"/>
                    <a:pt x="336" y="0"/>
                    <a:pt x="2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9" name="Google Shape;2949;p64">
              <a:extLst>
                <a:ext uri="{FF2B5EF4-FFF2-40B4-BE49-F238E27FC236}">
                  <a16:creationId xmlns:a16="http://schemas.microsoft.com/office/drawing/2014/main" id="{CCE5C281-66ED-416D-A962-37523F0D530E}"/>
                </a:ext>
              </a:extLst>
            </p:cNvPr>
            <p:cNvSpPr/>
            <p:nvPr/>
          </p:nvSpPr>
          <p:spPr>
            <a:xfrm>
              <a:off x="7906271" y="4533402"/>
              <a:ext cx="17678" cy="17645"/>
            </a:xfrm>
            <a:custGeom>
              <a:avLst/>
              <a:gdLst/>
              <a:ahLst/>
              <a:cxnLst/>
              <a:rect l="l" t="t" r="r" b="b"/>
              <a:pathLst>
                <a:path w="533" h="532" extrusionOk="0">
                  <a:moveTo>
                    <a:pt x="266" y="0"/>
                  </a:moveTo>
                  <a:cubicBezTo>
                    <a:pt x="195" y="0"/>
                    <a:pt x="127" y="29"/>
                    <a:pt x="77" y="78"/>
                  </a:cubicBezTo>
                  <a:cubicBezTo>
                    <a:pt x="29" y="127"/>
                    <a:pt x="0" y="196"/>
                    <a:pt x="0" y="266"/>
                  </a:cubicBezTo>
                  <a:cubicBezTo>
                    <a:pt x="0" y="336"/>
                    <a:pt x="28" y="405"/>
                    <a:pt x="77" y="454"/>
                  </a:cubicBezTo>
                  <a:cubicBezTo>
                    <a:pt x="127" y="503"/>
                    <a:pt x="195" y="532"/>
                    <a:pt x="266" y="532"/>
                  </a:cubicBezTo>
                  <a:cubicBezTo>
                    <a:pt x="336" y="532"/>
                    <a:pt x="405" y="503"/>
                    <a:pt x="454" y="454"/>
                  </a:cubicBezTo>
                  <a:cubicBezTo>
                    <a:pt x="503" y="405"/>
                    <a:pt x="532" y="336"/>
                    <a:pt x="532" y="266"/>
                  </a:cubicBezTo>
                  <a:cubicBezTo>
                    <a:pt x="532" y="196"/>
                    <a:pt x="503" y="127"/>
                    <a:pt x="454" y="78"/>
                  </a:cubicBezTo>
                  <a:cubicBezTo>
                    <a:pt x="404" y="29"/>
                    <a:pt x="336" y="0"/>
                    <a:pt x="2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0" name="Google Shape;2950;p64">
              <a:extLst>
                <a:ext uri="{FF2B5EF4-FFF2-40B4-BE49-F238E27FC236}">
                  <a16:creationId xmlns:a16="http://schemas.microsoft.com/office/drawing/2014/main" id="{AF18390A-EED9-49E3-B9DC-9A729C30400E}"/>
                </a:ext>
              </a:extLst>
            </p:cNvPr>
            <p:cNvSpPr/>
            <p:nvPr/>
          </p:nvSpPr>
          <p:spPr>
            <a:xfrm>
              <a:off x="7951346" y="4533402"/>
              <a:ext cx="17678" cy="17645"/>
            </a:xfrm>
            <a:custGeom>
              <a:avLst/>
              <a:gdLst/>
              <a:ahLst/>
              <a:cxnLst/>
              <a:rect l="l" t="t" r="r" b="b"/>
              <a:pathLst>
                <a:path w="533" h="532" extrusionOk="0">
                  <a:moveTo>
                    <a:pt x="267" y="0"/>
                  </a:moveTo>
                  <a:cubicBezTo>
                    <a:pt x="197" y="0"/>
                    <a:pt x="128" y="29"/>
                    <a:pt x="79" y="78"/>
                  </a:cubicBezTo>
                  <a:cubicBezTo>
                    <a:pt x="29" y="127"/>
                    <a:pt x="1" y="196"/>
                    <a:pt x="1" y="266"/>
                  </a:cubicBezTo>
                  <a:cubicBezTo>
                    <a:pt x="1" y="336"/>
                    <a:pt x="29" y="405"/>
                    <a:pt x="79" y="454"/>
                  </a:cubicBezTo>
                  <a:cubicBezTo>
                    <a:pt x="128" y="503"/>
                    <a:pt x="197" y="532"/>
                    <a:pt x="267" y="532"/>
                  </a:cubicBezTo>
                  <a:cubicBezTo>
                    <a:pt x="336" y="532"/>
                    <a:pt x="405" y="503"/>
                    <a:pt x="454" y="454"/>
                  </a:cubicBezTo>
                  <a:cubicBezTo>
                    <a:pt x="504" y="405"/>
                    <a:pt x="532" y="336"/>
                    <a:pt x="532" y="266"/>
                  </a:cubicBezTo>
                  <a:cubicBezTo>
                    <a:pt x="532" y="196"/>
                    <a:pt x="504" y="127"/>
                    <a:pt x="454" y="78"/>
                  </a:cubicBezTo>
                  <a:cubicBezTo>
                    <a:pt x="405" y="29"/>
                    <a:pt x="336" y="0"/>
                    <a:pt x="2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1" name="Google Shape;2951;p64">
              <a:extLst>
                <a:ext uri="{FF2B5EF4-FFF2-40B4-BE49-F238E27FC236}">
                  <a16:creationId xmlns:a16="http://schemas.microsoft.com/office/drawing/2014/main" id="{28F58844-481A-4E21-80AF-096E48954779}"/>
                </a:ext>
              </a:extLst>
            </p:cNvPr>
            <p:cNvSpPr/>
            <p:nvPr/>
          </p:nvSpPr>
          <p:spPr>
            <a:xfrm>
              <a:off x="7585773" y="4533402"/>
              <a:ext cx="90348" cy="17645"/>
            </a:xfrm>
            <a:custGeom>
              <a:avLst/>
              <a:gdLst/>
              <a:ahLst/>
              <a:cxnLst/>
              <a:rect l="l" t="t" r="r" b="b"/>
              <a:pathLst>
                <a:path w="2724" h="532" extrusionOk="0">
                  <a:moveTo>
                    <a:pt x="265" y="0"/>
                  </a:moveTo>
                  <a:cubicBezTo>
                    <a:pt x="119" y="0"/>
                    <a:pt x="1" y="119"/>
                    <a:pt x="1" y="266"/>
                  </a:cubicBezTo>
                  <a:cubicBezTo>
                    <a:pt x="1" y="413"/>
                    <a:pt x="120" y="532"/>
                    <a:pt x="265" y="532"/>
                  </a:cubicBezTo>
                  <a:lnTo>
                    <a:pt x="2457" y="532"/>
                  </a:lnTo>
                  <a:cubicBezTo>
                    <a:pt x="2604" y="532"/>
                    <a:pt x="2723" y="413"/>
                    <a:pt x="2723" y="266"/>
                  </a:cubicBezTo>
                  <a:cubicBezTo>
                    <a:pt x="2723" y="119"/>
                    <a:pt x="2604" y="0"/>
                    <a:pt x="24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04" name="Google Shape;1369;p39">
            <a:extLst>
              <a:ext uri="{FF2B5EF4-FFF2-40B4-BE49-F238E27FC236}">
                <a16:creationId xmlns:a16="http://schemas.microsoft.com/office/drawing/2014/main" id="{F48E02C6-BC36-442E-910A-0EC2CCA55F84}"/>
              </a:ext>
            </a:extLst>
          </p:cNvPr>
          <p:cNvGrpSpPr/>
          <p:nvPr/>
        </p:nvGrpSpPr>
        <p:grpSpPr>
          <a:xfrm>
            <a:off x="8219800" y="2094550"/>
            <a:ext cx="76825" cy="76800"/>
            <a:chOff x="3104875" y="1099400"/>
            <a:chExt cx="76825" cy="76800"/>
          </a:xfrm>
        </p:grpSpPr>
        <p:sp>
          <p:nvSpPr>
            <p:cNvPr id="105" name="Google Shape;1370;p39">
              <a:extLst>
                <a:ext uri="{FF2B5EF4-FFF2-40B4-BE49-F238E27FC236}">
                  <a16:creationId xmlns:a16="http://schemas.microsoft.com/office/drawing/2014/main" id="{999A9FEF-A689-4045-8A4D-BBFC4608B8AC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6" name="Google Shape;1371;p39">
              <a:extLst>
                <a:ext uri="{FF2B5EF4-FFF2-40B4-BE49-F238E27FC236}">
                  <a16:creationId xmlns:a16="http://schemas.microsoft.com/office/drawing/2014/main" id="{B2ADE3E0-BA61-47E6-811D-6696ACBDC680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</p:spTree>
    <p:extLst>
      <p:ext uri="{BB962C8B-B14F-4D97-AF65-F5344CB8AC3E}">
        <p14:creationId xmlns:p14="http://schemas.microsoft.com/office/powerpoint/2010/main" val="15664066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742;p51">
            <a:extLst>
              <a:ext uri="{FF2B5EF4-FFF2-40B4-BE49-F238E27FC236}">
                <a16:creationId xmlns:a16="http://schemas.microsoft.com/office/drawing/2014/main" id="{5FF06B13-226F-4512-A42C-6CA38F97306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24331" t="5721" r="23342" b="4591"/>
          <a:stretch/>
        </p:blipFill>
        <p:spPr>
          <a:xfrm rot="2268302">
            <a:off x="4823029" y="3112333"/>
            <a:ext cx="1857374" cy="17906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69" name="Google Shape;1369;p39"/>
          <p:cNvGrpSpPr/>
          <p:nvPr/>
        </p:nvGrpSpPr>
        <p:grpSpPr>
          <a:xfrm>
            <a:off x="8219800" y="2094550"/>
            <a:ext cx="76825" cy="76800"/>
            <a:chOff x="3104875" y="1099400"/>
            <a:chExt cx="76825" cy="76800"/>
          </a:xfrm>
        </p:grpSpPr>
        <p:sp>
          <p:nvSpPr>
            <p:cNvPr id="1370" name="Google Shape;1370;p39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71" name="Google Shape;1371;p39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375" name="Google Shape;1375;p39"/>
          <p:cNvGrpSpPr/>
          <p:nvPr/>
        </p:nvGrpSpPr>
        <p:grpSpPr>
          <a:xfrm>
            <a:off x="3152500" y="1391963"/>
            <a:ext cx="76825" cy="76800"/>
            <a:chOff x="3104875" y="1099400"/>
            <a:chExt cx="76825" cy="76800"/>
          </a:xfrm>
        </p:grpSpPr>
        <p:sp>
          <p:nvSpPr>
            <p:cNvPr id="1376" name="Google Shape;1376;p39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77" name="Google Shape;1377;p39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pic>
        <p:nvPicPr>
          <p:cNvPr id="1378" name="Google Shape;1378;p39"/>
          <p:cNvPicPr preferRelativeResize="0"/>
          <p:nvPr/>
        </p:nvPicPr>
        <p:blipFill rotWithShape="1">
          <a:blip r:embed="rId4">
            <a:alphaModFix/>
          </a:blip>
          <a:srcRect l="22009" r="18455"/>
          <a:stretch/>
        </p:blipFill>
        <p:spPr>
          <a:xfrm rot="1203247">
            <a:off x="7912229" y="3946308"/>
            <a:ext cx="903665" cy="85381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Rectangle: Rounded Corners 109">
            <a:extLst>
              <a:ext uri="{FF2B5EF4-FFF2-40B4-BE49-F238E27FC236}">
                <a16:creationId xmlns:a16="http://schemas.microsoft.com/office/drawing/2014/main" id="{3CEC278C-804A-49DC-BA70-A8AC46AF60A8}"/>
              </a:ext>
            </a:extLst>
          </p:cNvPr>
          <p:cNvSpPr/>
          <p:nvPr/>
        </p:nvSpPr>
        <p:spPr>
          <a:xfrm>
            <a:off x="6559094" y="219548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F17CDC78-5AFC-4A7E-8ECE-C7060F99E46D}"/>
              </a:ext>
            </a:extLst>
          </p:cNvPr>
          <p:cNvSpPr txBox="1"/>
          <p:nvPr/>
        </p:nvSpPr>
        <p:spPr>
          <a:xfrm>
            <a:off x="6557498" y="320319"/>
            <a:ext cx="194638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معرفی ماشین های خودران</a:t>
            </a:r>
            <a:endParaRPr lang="en-US" sz="1200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112" name="Rectangle: Rounded Corners 111">
            <a:extLst>
              <a:ext uri="{FF2B5EF4-FFF2-40B4-BE49-F238E27FC236}">
                <a16:creationId xmlns:a16="http://schemas.microsoft.com/office/drawing/2014/main" id="{AD560B99-39AB-4846-B527-67B1A7AFA020}"/>
              </a:ext>
            </a:extLst>
          </p:cNvPr>
          <p:cNvSpPr/>
          <p:nvPr/>
        </p:nvSpPr>
        <p:spPr>
          <a:xfrm>
            <a:off x="4556240" y="229094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3CC37295-4CDC-43B9-9037-F730E83FEC94}"/>
              </a:ext>
            </a:extLst>
          </p:cNvPr>
          <p:cNvSpPr txBox="1"/>
          <p:nvPr/>
        </p:nvSpPr>
        <p:spPr>
          <a:xfrm>
            <a:off x="4553048" y="371065"/>
            <a:ext cx="1946382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تاریخچه و تکامل</a:t>
            </a:r>
            <a:endParaRPr lang="en-US" sz="1200" dirty="0">
              <a:solidFill>
                <a:schemeClr val="tx1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  <a:p>
            <a:pPr algn="ctr"/>
            <a:endParaRPr lang="en-US" sz="1200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114" name="Rectangle: Rounded Corners 113">
            <a:extLst>
              <a:ext uri="{FF2B5EF4-FFF2-40B4-BE49-F238E27FC236}">
                <a16:creationId xmlns:a16="http://schemas.microsoft.com/office/drawing/2014/main" id="{01528015-6B78-427C-9995-B0C407409CAD}"/>
              </a:ext>
            </a:extLst>
          </p:cNvPr>
          <p:cNvSpPr/>
          <p:nvPr/>
        </p:nvSpPr>
        <p:spPr>
          <a:xfrm>
            <a:off x="2550992" y="222971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8592109F-7540-4086-ABD4-911F77C08929}"/>
              </a:ext>
            </a:extLst>
          </p:cNvPr>
          <p:cNvSpPr txBox="1"/>
          <p:nvPr/>
        </p:nvSpPr>
        <p:spPr>
          <a:xfrm>
            <a:off x="2550194" y="320319"/>
            <a:ext cx="194638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b="1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چرا ماشین های خودران؟</a:t>
            </a:r>
            <a:endParaRPr lang="en-US" b="1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116" name="Rectangle: Rounded Corners 115">
            <a:extLst>
              <a:ext uri="{FF2B5EF4-FFF2-40B4-BE49-F238E27FC236}">
                <a16:creationId xmlns:a16="http://schemas.microsoft.com/office/drawing/2014/main" id="{F852B690-4C65-4B43-B140-93CBDAADE44F}"/>
              </a:ext>
            </a:extLst>
          </p:cNvPr>
          <p:cNvSpPr/>
          <p:nvPr/>
        </p:nvSpPr>
        <p:spPr>
          <a:xfrm>
            <a:off x="545744" y="215859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E95D4D82-E4F2-4EFB-97BD-7054C786D89A}"/>
              </a:ext>
            </a:extLst>
          </p:cNvPr>
          <p:cNvSpPr txBox="1"/>
          <p:nvPr/>
        </p:nvSpPr>
        <p:spPr>
          <a:xfrm>
            <a:off x="544148" y="316630"/>
            <a:ext cx="194638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Segoe UI Variable Text Semiligh" pitchFamily="2" charset="0"/>
                <a:ea typeface="Source Sans Pro" panose="020B0503030403020204" pitchFamily="34" charset="0"/>
                <a:cs typeface="Vazir" panose="020B0603030804020204" pitchFamily="34" charset="-78"/>
              </a:rPr>
              <a:t>اجزای اصلی</a:t>
            </a:r>
            <a:endParaRPr lang="en-US" sz="1200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118" name="Rectangle: Rounded Corners 117">
            <a:extLst>
              <a:ext uri="{FF2B5EF4-FFF2-40B4-BE49-F238E27FC236}">
                <a16:creationId xmlns:a16="http://schemas.microsoft.com/office/drawing/2014/main" id="{104E379F-AA33-451A-B55E-E57E408734C4}"/>
              </a:ext>
            </a:extLst>
          </p:cNvPr>
          <p:cNvSpPr/>
          <p:nvPr/>
        </p:nvSpPr>
        <p:spPr>
          <a:xfrm>
            <a:off x="6559094" y="797982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FC6ED3A2-651F-4A9F-BF36-3A6798C4EFDF}"/>
              </a:ext>
            </a:extLst>
          </p:cNvPr>
          <p:cNvSpPr txBox="1"/>
          <p:nvPr/>
        </p:nvSpPr>
        <p:spPr>
          <a:xfrm>
            <a:off x="6557498" y="898753"/>
            <a:ext cx="194638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نحوه عملکرد</a:t>
            </a:r>
            <a:endParaRPr lang="en-US" sz="1200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120" name="Rectangle: Rounded Corners 119">
            <a:extLst>
              <a:ext uri="{FF2B5EF4-FFF2-40B4-BE49-F238E27FC236}">
                <a16:creationId xmlns:a16="http://schemas.microsoft.com/office/drawing/2014/main" id="{21C8D5FA-BE95-4B6A-8309-552F85FF54FF}"/>
              </a:ext>
            </a:extLst>
          </p:cNvPr>
          <p:cNvSpPr/>
          <p:nvPr/>
        </p:nvSpPr>
        <p:spPr>
          <a:xfrm>
            <a:off x="4556240" y="807528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4C9A4F05-6C0C-46A4-9374-776F9FF7BF6D}"/>
              </a:ext>
            </a:extLst>
          </p:cNvPr>
          <p:cNvSpPr txBox="1"/>
          <p:nvPr/>
        </p:nvSpPr>
        <p:spPr>
          <a:xfrm>
            <a:off x="4554644" y="908299"/>
            <a:ext cx="194638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چالش ها و موانع</a:t>
            </a:r>
            <a:endParaRPr lang="en-US" sz="1200" dirty="0">
              <a:solidFill>
                <a:schemeClr val="tx1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</p:txBody>
      </p:sp>
      <p:sp>
        <p:nvSpPr>
          <p:cNvPr id="122" name="Rectangle: Rounded Corners 121">
            <a:extLst>
              <a:ext uri="{FF2B5EF4-FFF2-40B4-BE49-F238E27FC236}">
                <a16:creationId xmlns:a16="http://schemas.microsoft.com/office/drawing/2014/main" id="{6210408A-B27F-4C78-BC80-C99201793416}"/>
              </a:ext>
            </a:extLst>
          </p:cNvPr>
          <p:cNvSpPr/>
          <p:nvPr/>
        </p:nvSpPr>
        <p:spPr>
          <a:xfrm>
            <a:off x="2551790" y="797982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58B60014-B102-4E1C-BBD1-5C2ECB513AA9}"/>
              </a:ext>
            </a:extLst>
          </p:cNvPr>
          <p:cNvSpPr txBox="1"/>
          <p:nvPr/>
        </p:nvSpPr>
        <p:spPr>
          <a:xfrm>
            <a:off x="2550194" y="898753"/>
            <a:ext cx="194638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آینده ماشین های خودران</a:t>
            </a:r>
            <a:endParaRPr lang="en-US" sz="1200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124" name="Rectangle: Rounded Corners 123">
            <a:extLst>
              <a:ext uri="{FF2B5EF4-FFF2-40B4-BE49-F238E27FC236}">
                <a16:creationId xmlns:a16="http://schemas.microsoft.com/office/drawing/2014/main" id="{67D76EB8-FC27-4D92-95AD-77E683052878}"/>
              </a:ext>
            </a:extLst>
          </p:cNvPr>
          <p:cNvSpPr/>
          <p:nvPr/>
        </p:nvSpPr>
        <p:spPr>
          <a:xfrm>
            <a:off x="545744" y="794293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CA655A86-4BD3-42DF-B1A7-8E9D3A8D0ADB}"/>
              </a:ext>
            </a:extLst>
          </p:cNvPr>
          <p:cNvSpPr txBox="1"/>
          <p:nvPr/>
        </p:nvSpPr>
        <p:spPr>
          <a:xfrm>
            <a:off x="544148" y="895064"/>
            <a:ext cx="194638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منابع</a:t>
            </a:r>
            <a:endParaRPr lang="en-US" sz="1200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EAB80953-1D30-46A1-ADE7-0597549351C1}"/>
              </a:ext>
            </a:extLst>
          </p:cNvPr>
          <p:cNvSpPr txBox="1"/>
          <p:nvPr/>
        </p:nvSpPr>
        <p:spPr>
          <a:xfrm>
            <a:off x="6270448" y="6371374"/>
            <a:ext cx="209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a-IR" sz="1800" dirty="0">
                <a:solidFill>
                  <a:schemeClr val="tx1"/>
                </a:solidFill>
                <a:cs typeface="Yekan" pitchFamily="2" charset="-78"/>
              </a:rPr>
              <a:t>دلایل اقتصادی</a:t>
            </a:r>
            <a:endParaRPr lang="en-US" sz="1800" dirty="0">
              <a:solidFill>
                <a:schemeClr val="tx1"/>
              </a:solidFill>
              <a:cs typeface="Yekan" pitchFamily="2" charset="-78"/>
            </a:endParaRPr>
          </a:p>
        </p:txBody>
      </p:sp>
      <p:grpSp>
        <p:nvGrpSpPr>
          <p:cNvPr id="147" name="Google Shape;2328;p64">
            <a:extLst>
              <a:ext uri="{FF2B5EF4-FFF2-40B4-BE49-F238E27FC236}">
                <a16:creationId xmlns:a16="http://schemas.microsoft.com/office/drawing/2014/main" id="{A3DB77BC-B1C0-42D5-9DFA-47D1656D2FCB}"/>
              </a:ext>
            </a:extLst>
          </p:cNvPr>
          <p:cNvGrpSpPr/>
          <p:nvPr/>
        </p:nvGrpSpPr>
        <p:grpSpPr>
          <a:xfrm>
            <a:off x="5390745" y="3640894"/>
            <a:ext cx="914400" cy="822960"/>
            <a:chOff x="1902821" y="1455690"/>
            <a:chExt cx="602023" cy="553698"/>
          </a:xfrm>
        </p:grpSpPr>
        <p:sp>
          <p:nvSpPr>
            <p:cNvPr id="148" name="Google Shape;2329;p64">
              <a:extLst>
                <a:ext uri="{FF2B5EF4-FFF2-40B4-BE49-F238E27FC236}">
                  <a16:creationId xmlns:a16="http://schemas.microsoft.com/office/drawing/2014/main" id="{8C2958C8-70B5-4D9C-9764-BF2C7FBC4827}"/>
                </a:ext>
              </a:extLst>
            </p:cNvPr>
            <p:cNvSpPr/>
            <p:nvPr/>
          </p:nvSpPr>
          <p:spPr>
            <a:xfrm>
              <a:off x="2268526" y="1496088"/>
              <a:ext cx="51774" cy="61990"/>
            </a:xfrm>
            <a:custGeom>
              <a:avLst/>
              <a:gdLst/>
              <a:ahLst/>
              <a:cxnLst/>
              <a:rect l="l" t="t" r="r" b="b"/>
              <a:pathLst>
                <a:path w="1561" h="1869" extrusionOk="0">
                  <a:moveTo>
                    <a:pt x="780" y="533"/>
                  </a:moveTo>
                  <a:cubicBezTo>
                    <a:pt x="918" y="533"/>
                    <a:pt x="1029" y="644"/>
                    <a:pt x="1029" y="781"/>
                  </a:cubicBezTo>
                  <a:lnTo>
                    <a:pt x="1029" y="1087"/>
                  </a:lnTo>
                  <a:cubicBezTo>
                    <a:pt x="1029" y="1225"/>
                    <a:pt x="918" y="1337"/>
                    <a:pt x="780" y="1337"/>
                  </a:cubicBezTo>
                  <a:cubicBezTo>
                    <a:pt x="644" y="1337"/>
                    <a:pt x="532" y="1225"/>
                    <a:pt x="532" y="1087"/>
                  </a:cubicBezTo>
                  <a:lnTo>
                    <a:pt x="532" y="781"/>
                  </a:lnTo>
                  <a:cubicBezTo>
                    <a:pt x="532" y="644"/>
                    <a:pt x="644" y="533"/>
                    <a:pt x="780" y="533"/>
                  </a:cubicBezTo>
                  <a:close/>
                  <a:moveTo>
                    <a:pt x="780" y="1"/>
                  </a:moveTo>
                  <a:cubicBezTo>
                    <a:pt x="350" y="1"/>
                    <a:pt x="0" y="351"/>
                    <a:pt x="0" y="782"/>
                  </a:cubicBezTo>
                  <a:lnTo>
                    <a:pt x="0" y="1087"/>
                  </a:lnTo>
                  <a:cubicBezTo>
                    <a:pt x="0" y="1518"/>
                    <a:pt x="350" y="1869"/>
                    <a:pt x="780" y="1869"/>
                  </a:cubicBezTo>
                  <a:cubicBezTo>
                    <a:pt x="1211" y="1869"/>
                    <a:pt x="1561" y="1518"/>
                    <a:pt x="1561" y="1087"/>
                  </a:cubicBezTo>
                  <a:lnTo>
                    <a:pt x="1561" y="782"/>
                  </a:lnTo>
                  <a:cubicBezTo>
                    <a:pt x="1561" y="351"/>
                    <a:pt x="1211" y="1"/>
                    <a:pt x="7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9" name="Google Shape;2330;p64">
              <a:extLst>
                <a:ext uri="{FF2B5EF4-FFF2-40B4-BE49-F238E27FC236}">
                  <a16:creationId xmlns:a16="http://schemas.microsoft.com/office/drawing/2014/main" id="{A5D7AF34-2C64-41EA-818F-D4F9BD5F0D11}"/>
                </a:ext>
              </a:extLst>
            </p:cNvPr>
            <p:cNvSpPr/>
            <p:nvPr/>
          </p:nvSpPr>
          <p:spPr>
            <a:xfrm>
              <a:off x="2394894" y="1496088"/>
              <a:ext cx="51774" cy="61990"/>
            </a:xfrm>
            <a:custGeom>
              <a:avLst/>
              <a:gdLst/>
              <a:ahLst/>
              <a:cxnLst/>
              <a:rect l="l" t="t" r="r" b="b"/>
              <a:pathLst>
                <a:path w="1561" h="1869" extrusionOk="0">
                  <a:moveTo>
                    <a:pt x="782" y="533"/>
                  </a:moveTo>
                  <a:cubicBezTo>
                    <a:pt x="918" y="533"/>
                    <a:pt x="1030" y="644"/>
                    <a:pt x="1030" y="781"/>
                  </a:cubicBezTo>
                  <a:lnTo>
                    <a:pt x="1030" y="1087"/>
                  </a:lnTo>
                  <a:cubicBezTo>
                    <a:pt x="1030" y="1225"/>
                    <a:pt x="918" y="1337"/>
                    <a:pt x="782" y="1337"/>
                  </a:cubicBezTo>
                  <a:cubicBezTo>
                    <a:pt x="644" y="1337"/>
                    <a:pt x="532" y="1225"/>
                    <a:pt x="532" y="1087"/>
                  </a:cubicBezTo>
                  <a:lnTo>
                    <a:pt x="532" y="781"/>
                  </a:lnTo>
                  <a:cubicBezTo>
                    <a:pt x="532" y="644"/>
                    <a:pt x="644" y="533"/>
                    <a:pt x="782" y="533"/>
                  </a:cubicBezTo>
                  <a:close/>
                  <a:moveTo>
                    <a:pt x="781" y="1"/>
                  </a:moveTo>
                  <a:cubicBezTo>
                    <a:pt x="350" y="1"/>
                    <a:pt x="0" y="351"/>
                    <a:pt x="0" y="782"/>
                  </a:cubicBezTo>
                  <a:lnTo>
                    <a:pt x="0" y="1087"/>
                  </a:lnTo>
                  <a:cubicBezTo>
                    <a:pt x="0" y="1518"/>
                    <a:pt x="350" y="1869"/>
                    <a:pt x="781" y="1869"/>
                  </a:cubicBezTo>
                  <a:cubicBezTo>
                    <a:pt x="1212" y="1869"/>
                    <a:pt x="1561" y="1518"/>
                    <a:pt x="1561" y="1087"/>
                  </a:cubicBezTo>
                  <a:lnTo>
                    <a:pt x="1561" y="782"/>
                  </a:lnTo>
                  <a:cubicBezTo>
                    <a:pt x="1561" y="351"/>
                    <a:pt x="1212" y="1"/>
                    <a:pt x="7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0" name="Google Shape;2331;p64">
              <a:extLst>
                <a:ext uri="{FF2B5EF4-FFF2-40B4-BE49-F238E27FC236}">
                  <a16:creationId xmlns:a16="http://schemas.microsoft.com/office/drawing/2014/main" id="{BEACAAFC-B151-4362-832A-542EE16B53BD}"/>
                </a:ext>
              </a:extLst>
            </p:cNvPr>
            <p:cNvSpPr/>
            <p:nvPr/>
          </p:nvSpPr>
          <p:spPr>
            <a:xfrm>
              <a:off x="2453036" y="1496088"/>
              <a:ext cx="51808" cy="61990"/>
            </a:xfrm>
            <a:custGeom>
              <a:avLst/>
              <a:gdLst/>
              <a:ahLst/>
              <a:cxnLst/>
              <a:rect l="l" t="t" r="r" b="b"/>
              <a:pathLst>
                <a:path w="1562" h="1869" extrusionOk="0">
                  <a:moveTo>
                    <a:pt x="781" y="533"/>
                  </a:moveTo>
                  <a:cubicBezTo>
                    <a:pt x="918" y="533"/>
                    <a:pt x="1030" y="644"/>
                    <a:pt x="1030" y="781"/>
                  </a:cubicBezTo>
                  <a:lnTo>
                    <a:pt x="1030" y="1087"/>
                  </a:lnTo>
                  <a:cubicBezTo>
                    <a:pt x="1030" y="1225"/>
                    <a:pt x="918" y="1337"/>
                    <a:pt x="781" y="1337"/>
                  </a:cubicBezTo>
                  <a:cubicBezTo>
                    <a:pt x="644" y="1337"/>
                    <a:pt x="533" y="1225"/>
                    <a:pt x="533" y="1087"/>
                  </a:cubicBezTo>
                  <a:lnTo>
                    <a:pt x="533" y="781"/>
                  </a:lnTo>
                  <a:cubicBezTo>
                    <a:pt x="533" y="644"/>
                    <a:pt x="644" y="533"/>
                    <a:pt x="781" y="533"/>
                  </a:cubicBezTo>
                  <a:close/>
                  <a:moveTo>
                    <a:pt x="781" y="1"/>
                  </a:moveTo>
                  <a:cubicBezTo>
                    <a:pt x="351" y="1"/>
                    <a:pt x="1" y="351"/>
                    <a:pt x="1" y="782"/>
                  </a:cubicBezTo>
                  <a:lnTo>
                    <a:pt x="1" y="1087"/>
                  </a:lnTo>
                  <a:cubicBezTo>
                    <a:pt x="1" y="1518"/>
                    <a:pt x="351" y="1869"/>
                    <a:pt x="781" y="1869"/>
                  </a:cubicBezTo>
                  <a:cubicBezTo>
                    <a:pt x="1211" y="1869"/>
                    <a:pt x="1562" y="1518"/>
                    <a:pt x="1562" y="1087"/>
                  </a:cubicBezTo>
                  <a:lnTo>
                    <a:pt x="1562" y="782"/>
                  </a:lnTo>
                  <a:cubicBezTo>
                    <a:pt x="1562" y="351"/>
                    <a:pt x="1211" y="1"/>
                    <a:pt x="7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1" name="Google Shape;2332;p64">
              <a:extLst>
                <a:ext uri="{FF2B5EF4-FFF2-40B4-BE49-F238E27FC236}">
                  <a16:creationId xmlns:a16="http://schemas.microsoft.com/office/drawing/2014/main" id="{A44A30DE-6C50-49DB-8E75-372BE9E1C2FA}"/>
                </a:ext>
              </a:extLst>
            </p:cNvPr>
            <p:cNvSpPr/>
            <p:nvPr/>
          </p:nvSpPr>
          <p:spPr>
            <a:xfrm>
              <a:off x="2324114" y="1496088"/>
              <a:ext cx="27131" cy="61990"/>
            </a:xfrm>
            <a:custGeom>
              <a:avLst/>
              <a:gdLst/>
              <a:ahLst/>
              <a:cxnLst/>
              <a:rect l="l" t="t" r="r" b="b"/>
              <a:pathLst>
                <a:path w="818" h="1869" extrusionOk="0">
                  <a:moveTo>
                    <a:pt x="267" y="1"/>
                  </a:moveTo>
                  <a:cubicBezTo>
                    <a:pt x="120" y="1"/>
                    <a:pt x="1" y="120"/>
                    <a:pt x="1" y="267"/>
                  </a:cubicBezTo>
                  <a:cubicBezTo>
                    <a:pt x="1" y="414"/>
                    <a:pt x="120" y="533"/>
                    <a:pt x="267" y="533"/>
                  </a:cubicBezTo>
                  <a:lnTo>
                    <a:pt x="287" y="533"/>
                  </a:lnTo>
                  <a:lnTo>
                    <a:pt x="287" y="1603"/>
                  </a:lnTo>
                  <a:cubicBezTo>
                    <a:pt x="287" y="1749"/>
                    <a:pt x="405" y="1869"/>
                    <a:pt x="553" y="1869"/>
                  </a:cubicBezTo>
                  <a:cubicBezTo>
                    <a:pt x="700" y="1869"/>
                    <a:pt x="818" y="1749"/>
                    <a:pt x="818" y="1603"/>
                  </a:cubicBezTo>
                  <a:lnTo>
                    <a:pt x="818" y="267"/>
                  </a:lnTo>
                  <a:cubicBezTo>
                    <a:pt x="818" y="120"/>
                    <a:pt x="700" y="1"/>
                    <a:pt x="5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2" name="Google Shape;2333;p64">
              <a:extLst>
                <a:ext uri="{FF2B5EF4-FFF2-40B4-BE49-F238E27FC236}">
                  <a16:creationId xmlns:a16="http://schemas.microsoft.com/office/drawing/2014/main" id="{F8F45690-9125-4A1B-8B4D-2E62FAA5C28E}"/>
                </a:ext>
              </a:extLst>
            </p:cNvPr>
            <p:cNvSpPr/>
            <p:nvPr/>
          </p:nvSpPr>
          <p:spPr>
            <a:xfrm>
              <a:off x="2358874" y="1496088"/>
              <a:ext cx="27164" cy="61990"/>
            </a:xfrm>
            <a:custGeom>
              <a:avLst/>
              <a:gdLst/>
              <a:ahLst/>
              <a:cxnLst/>
              <a:rect l="l" t="t" r="r" b="b"/>
              <a:pathLst>
                <a:path w="819" h="1869" extrusionOk="0">
                  <a:moveTo>
                    <a:pt x="267" y="1"/>
                  </a:moveTo>
                  <a:cubicBezTo>
                    <a:pt x="120" y="1"/>
                    <a:pt x="1" y="120"/>
                    <a:pt x="1" y="267"/>
                  </a:cubicBezTo>
                  <a:cubicBezTo>
                    <a:pt x="1" y="414"/>
                    <a:pt x="120" y="533"/>
                    <a:pt x="267" y="533"/>
                  </a:cubicBezTo>
                  <a:lnTo>
                    <a:pt x="286" y="533"/>
                  </a:lnTo>
                  <a:lnTo>
                    <a:pt x="286" y="1603"/>
                  </a:lnTo>
                  <a:cubicBezTo>
                    <a:pt x="286" y="1749"/>
                    <a:pt x="406" y="1869"/>
                    <a:pt x="552" y="1869"/>
                  </a:cubicBezTo>
                  <a:cubicBezTo>
                    <a:pt x="699" y="1869"/>
                    <a:pt x="818" y="1749"/>
                    <a:pt x="818" y="1603"/>
                  </a:cubicBezTo>
                  <a:lnTo>
                    <a:pt x="818" y="267"/>
                  </a:lnTo>
                  <a:cubicBezTo>
                    <a:pt x="818" y="120"/>
                    <a:pt x="699" y="1"/>
                    <a:pt x="5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3" name="Google Shape;2334;p64">
              <a:extLst>
                <a:ext uri="{FF2B5EF4-FFF2-40B4-BE49-F238E27FC236}">
                  <a16:creationId xmlns:a16="http://schemas.microsoft.com/office/drawing/2014/main" id="{CB2C840F-02B3-4AF3-8E60-E4CC7BEA7D30}"/>
                </a:ext>
              </a:extLst>
            </p:cNvPr>
            <p:cNvSpPr/>
            <p:nvPr/>
          </p:nvSpPr>
          <p:spPr>
            <a:xfrm>
              <a:off x="2453036" y="1575458"/>
              <a:ext cx="51808" cy="61957"/>
            </a:xfrm>
            <a:custGeom>
              <a:avLst/>
              <a:gdLst/>
              <a:ahLst/>
              <a:cxnLst/>
              <a:rect l="l" t="t" r="r" b="b"/>
              <a:pathLst>
                <a:path w="1562" h="1868" extrusionOk="0">
                  <a:moveTo>
                    <a:pt x="781" y="532"/>
                  </a:moveTo>
                  <a:cubicBezTo>
                    <a:pt x="918" y="532"/>
                    <a:pt x="1030" y="644"/>
                    <a:pt x="1030" y="782"/>
                  </a:cubicBezTo>
                  <a:lnTo>
                    <a:pt x="1030" y="1087"/>
                  </a:lnTo>
                  <a:cubicBezTo>
                    <a:pt x="1030" y="1224"/>
                    <a:pt x="918" y="1336"/>
                    <a:pt x="781" y="1336"/>
                  </a:cubicBezTo>
                  <a:cubicBezTo>
                    <a:pt x="644" y="1336"/>
                    <a:pt x="533" y="1224"/>
                    <a:pt x="533" y="1087"/>
                  </a:cubicBezTo>
                  <a:lnTo>
                    <a:pt x="533" y="782"/>
                  </a:lnTo>
                  <a:cubicBezTo>
                    <a:pt x="533" y="644"/>
                    <a:pt x="644" y="532"/>
                    <a:pt x="781" y="532"/>
                  </a:cubicBezTo>
                  <a:close/>
                  <a:moveTo>
                    <a:pt x="781" y="0"/>
                  </a:moveTo>
                  <a:cubicBezTo>
                    <a:pt x="351" y="0"/>
                    <a:pt x="1" y="350"/>
                    <a:pt x="1" y="782"/>
                  </a:cubicBezTo>
                  <a:lnTo>
                    <a:pt x="1" y="1087"/>
                  </a:lnTo>
                  <a:cubicBezTo>
                    <a:pt x="1" y="1518"/>
                    <a:pt x="351" y="1868"/>
                    <a:pt x="781" y="1868"/>
                  </a:cubicBezTo>
                  <a:cubicBezTo>
                    <a:pt x="1211" y="1868"/>
                    <a:pt x="1562" y="1518"/>
                    <a:pt x="1562" y="1087"/>
                  </a:cubicBezTo>
                  <a:lnTo>
                    <a:pt x="1562" y="782"/>
                  </a:lnTo>
                  <a:cubicBezTo>
                    <a:pt x="1562" y="350"/>
                    <a:pt x="1211" y="0"/>
                    <a:pt x="7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4" name="Google Shape;2335;p64">
              <a:extLst>
                <a:ext uri="{FF2B5EF4-FFF2-40B4-BE49-F238E27FC236}">
                  <a16:creationId xmlns:a16="http://schemas.microsoft.com/office/drawing/2014/main" id="{DEA94CD7-2178-42E6-ABFE-9877F144C6AD}"/>
                </a:ext>
              </a:extLst>
            </p:cNvPr>
            <p:cNvSpPr/>
            <p:nvPr/>
          </p:nvSpPr>
          <p:spPr>
            <a:xfrm>
              <a:off x="2360731" y="1575458"/>
              <a:ext cx="51808" cy="61957"/>
            </a:xfrm>
            <a:custGeom>
              <a:avLst/>
              <a:gdLst/>
              <a:ahLst/>
              <a:cxnLst/>
              <a:rect l="l" t="t" r="r" b="b"/>
              <a:pathLst>
                <a:path w="1562" h="1868" extrusionOk="0">
                  <a:moveTo>
                    <a:pt x="781" y="532"/>
                  </a:moveTo>
                  <a:cubicBezTo>
                    <a:pt x="918" y="532"/>
                    <a:pt x="1029" y="644"/>
                    <a:pt x="1029" y="782"/>
                  </a:cubicBezTo>
                  <a:lnTo>
                    <a:pt x="1029" y="1087"/>
                  </a:lnTo>
                  <a:cubicBezTo>
                    <a:pt x="1029" y="1224"/>
                    <a:pt x="918" y="1336"/>
                    <a:pt x="781" y="1336"/>
                  </a:cubicBezTo>
                  <a:cubicBezTo>
                    <a:pt x="644" y="1336"/>
                    <a:pt x="532" y="1224"/>
                    <a:pt x="532" y="1087"/>
                  </a:cubicBezTo>
                  <a:lnTo>
                    <a:pt x="532" y="782"/>
                  </a:lnTo>
                  <a:cubicBezTo>
                    <a:pt x="532" y="644"/>
                    <a:pt x="644" y="532"/>
                    <a:pt x="781" y="532"/>
                  </a:cubicBezTo>
                  <a:close/>
                  <a:moveTo>
                    <a:pt x="781" y="0"/>
                  </a:moveTo>
                  <a:cubicBezTo>
                    <a:pt x="351" y="0"/>
                    <a:pt x="0" y="350"/>
                    <a:pt x="0" y="782"/>
                  </a:cubicBezTo>
                  <a:lnTo>
                    <a:pt x="0" y="1087"/>
                  </a:lnTo>
                  <a:cubicBezTo>
                    <a:pt x="0" y="1518"/>
                    <a:pt x="351" y="1868"/>
                    <a:pt x="781" y="1868"/>
                  </a:cubicBezTo>
                  <a:cubicBezTo>
                    <a:pt x="1211" y="1868"/>
                    <a:pt x="1561" y="1518"/>
                    <a:pt x="1561" y="1087"/>
                  </a:cubicBezTo>
                  <a:lnTo>
                    <a:pt x="1561" y="782"/>
                  </a:lnTo>
                  <a:cubicBezTo>
                    <a:pt x="1561" y="350"/>
                    <a:pt x="1211" y="0"/>
                    <a:pt x="7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5" name="Google Shape;2336;p64">
              <a:extLst>
                <a:ext uri="{FF2B5EF4-FFF2-40B4-BE49-F238E27FC236}">
                  <a16:creationId xmlns:a16="http://schemas.microsoft.com/office/drawing/2014/main" id="{FD79F0EC-98B5-4812-B5A5-A6DA9EE6B82B}"/>
                </a:ext>
              </a:extLst>
            </p:cNvPr>
            <p:cNvSpPr/>
            <p:nvPr/>
          </p:nvSpPr>
          <p:spPr>
            <a:xfrm>
              <a:off x="2417249" y="1575458"/>
              <a:ext cx="27164" cy="61957"/>
            </a:xfrm>
            <a:custGeom>
              <a:avLst/>
              <a:gdLst/>
              <a:ahLst/>
              <a:cxnLst/>
              <a:rect l="l" t="t" r="r" b="b"/>
              <a:pathLst>
                <a:path w="819" h="1868" extrusionOk="0">
                  <a:moveTo>
                    <a:pt x="267" y="0"/>
                  </a:moveTo>
                  <a:cubicBezTo>
                    <a:pt x="120" y="0"/>
                    <a:pt x="1" y="119"/>
                    <a:pt x="1" y="266"/>
                  </a:cubicBezTo>
                  <a:cubicBezTo>
                    <a:pt x="1" y="413"/>
                    <a:pt x="120" y="531"/>
                    <a:pt x="267" y="531"/>
                  </a:cubicBezTo>
                  <a:lnTo>
                    <a:pt x="286" y="531"/>
                  </a:lnTo>
                  <a:lnTo>
                    <a:pt x="286" y="1602"/>
                  </a:lnTo>
                  <a:cubicBezTo>
                    <a:pt x="286" y="1749"/>
                    <a:pt x="405" y="1868"/>
                    <a:pt x="552" y="1868"/>
                  </a:cubicBezTo>
                  <a:cubicBezTo>
                    <a:pt x="699" y="1868"/>
                    <a:pt x="818" y="1749"/>
                    <a:pt x="818" y="1602"/>
                  </a:cubicBezTo>
                  <a:lnTo>
                    <a:pt x="818" y="266"/>
                  </a:lnTo>
                  <a:cubicBezTo>
                    <a:pt x="818" y="119"/>
                    <a:pt x="699" y="0"/>
                    <a:pt x="5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6" name="Google Shape;2337;p64">
              <a:extLst>
                <a:ext uri="{FF2B5EF4-FFF2-40B4-BE49-F238E27FC236}">
                  <a16:creationId xmlns:a16="http://schemas.microsoft.com/office/drawing/2014/main" id="{D04F2C1A-D5D0-4E2B-A89E-B980C65914C7}"/>
                </a:ext>
              </a:extLst>
            </p:cNvPr>
            <p:cNvSpPr/>
            <p:nvPr/>
          </p:nvSpPr>
          <p:spPr>
            <a:xfrm>
              <a:off x="2290250" y="1575458"/>
              <a:ext cx="27164" cy="61957"/>
            </a:xfrm>
            <a:custGeom>
              <a:avLst/>
              <a:gdLst/>
              <a:ahLst/>
              <a:cxnLst/>
              <a:rect l="l" t="t" r="r" b="b"/>
              <a:pathLst>
                <a:path w="819" h="1868" extrusionOk="0">
                  <a:moveTo>
                    <a:pt x="266" y="0"/>
                  </a:moveTo>
                  <a:cubicBezTo>
                    <a:pt x="119" y="0"/>
                    <a:pt x="0" y="119"/>
                    <a:pt x="0" y="266"/>
                  </a:cubicBezTo>
                  <a:cubicBezTo>
                    <a:pt x="0" y="413"/>
                    <a:pt x="119" y="531"/>
                    <a:pt x="266" y="531"/>
                  </a:cubicBezTo>
                  <a:lnTo>
                    <a:pt x="287" y="531"/>
                  </a:lnTo>
                  <a:lnTo>
                    <a:pt x="287" y="1602"/>
                  </a:lnTo>
                  <a:cubicBezTo>
                    <a:pt x="287" y="1749"/>
                    <a:pt x="406" y="1868"/>
                    <a:pt x="551" y="1868"/>
                  </a:cubicBezTo>
                  <a:cubicBezTo>
                    <a:pt x="698" y="1868"/>
                    <a:pt x="817" y="1749"/>
                    <a:pt x="817" y="1602"/>
                  </a:cubicBezTo>
                  <a:lnTo>
                    <a:pt x="817" y="266"/>
                  </a:lnTo>
                  <a:cubicBezTo>
                    <a:pt x="818" y="119"/>
                    <a:pt x="699" y="0"/>
                    <a:pt x="5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7" name="Google Shape;2338;p64">
              <a:extLst>
                <a:ext uri="{FF2B5EF4-FFF2-40B4-BE49-F238E27FC236}">
                  <a16:creationId xmlns:a16="http://schemas.microsoft.com/office/drawing/2014/main" id="{F6A8F58B-62DB-4D90-A8E1-438A4F2B9272}"/>
                </a:ext>
              </a:extLst>
            </p:cNvPr>
            <p:cNvSpPr/>
            <p:nvPr/>
          </p:nvSpPr>
          <p:spPr>
            <a:xfrm>
              <a:off x="2325010" y="1575458"/>
              <a:ext cx="27131" cy="61957"/>
            </a:xfrm>
            <a:custGeom>
              <a:avLst/>
              <a:gdLst/>
              <a:ahLst/>
              <a:cxnLst/>
              <a:rect l="l" t="t" r="r" b="b"/>
              <a:pathLst>
                <a:path w="818" h="1868" extrusionOk="0">
                  <a:moveTo>
                    <a:pt x="266" y="0"/>
                  </a:moveTo>
                  <a:cubicBezTo>
                    <a:pt x="119" y="0"/>
                    <a:pt x="0" y="119"/>
                    <a:pt x="0" y="266"/>
                  </a:cubicBezTo>
                  <a:cubicBezTo>
                    <a:pt x="0" y="413"/>
                    <a:pt x="119" y="531"/>
                    <a:pt x="266" y="531"/>
                  </a:cubicBezTo>
                  <a:lnTo>
                    <a:pt x="286" y="531"/>
                  </a:lnTo>
                  <a:lnTo>
                    <a:pt x="286" y="1602"/>
                  </a:lnTo>
                  <a:cubicBezTo>
                    <a:pt x="286" y="1749"/>
                    <a:pt x="405" y="1868"/>
                    <a:pt x="552" y="1868"/>
                  </a:cubicBezTo>
                  <a:cubicBezTo>
                    <a:pt x="699" y="1868"/>
                    <a:pt x="818" y="1749"/>
                    <a:pt x="818" y="1602"/>
                  </a:cubicBezTo>
                  <a:lnTo>
                    <a:pt x="818" y="266"/>
                  </a:lnTo>
                  <a:cubicBezTo>
                    <a:pt x="818" y="119"/>
                    <a:pt x="699" y="0"/>
                    <a:pt x="5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8" name="Google Shape;2339;p64">
              <a:extLst>
                <a:ext uri="{FF2B5EF4-FFF2-40B4-BE49-F238E27FC236}">
                  <a16:creationId xmlns:a16="http://schemas.microsoft.com/office/drawing/2014/main" id="{9C353328-F7DA-4038-A7C3-C5948283A4FD}"/>
                </a:ext>
              </a:extLst>
            </p:cNvPr>
            <p:cNvSpPr/>
            <p:nvPr/>
          </p:nvSpPr>
          <p:spPr>
            <a:xfrm>
              <a:off x="1902821" y="1455690"/>
              <a:ext cx="441327" cy="553698"/>
            </a:xfrm>
            <a:custGeom>
              <a:avLst/>
              <a:gdLst/>
              <a:ahLst/>
              <a:cxnLst/>
              <a:rect l="l" t="t" r="r" b="b"/>
              <a:pathLst>
                <a:path w="13306" h="16694" extrusionOk="0">
                  <a:moveTo>
                    <a:pt x="3904" y="2715"/>
                  </a:moveTo>
                  <a:cubicBezTo>
                    <a:pt x="4031" y="2715"/>
                    <a:pt x="4136" y="2820"/>
                    <a:pt x="4136" y="2948"/>
                  </a:cubicBezTo>
                  <a:cubicBezTo>
                    <a:pt x="4136" y="3076"/>
                    <a:pt x="4031" y="3180"/>
                    <a:pt x="3904" y="3180"/>
                  </a:cubicBezTo>
                  <a:cubicBezTo>
                    <a:pt x="3776" y="3180"/>
                    <a:pt x="3672" y="3076"/>
                    <a:pt x="3672" y="2948"/>
                  </a:cubicBezTo>
                  <a:cubicBezTo>
                    <a:pt x="3672" y="2820"/>
                    <a:pt x="3776" y="2715"/>
                    <a:pt x="3904" y="2715"/>
                  </a:cubicBezTo>
                  <a:close/>
                  <a:moveTo>
                    <a:pt x="2323" y="3889"/>
                  </a:moveTo>
                  <a:cubicBezTo>
                    <a:pt x="2451" y="3889"/>
                    <a:pt x="2554" y="3993"/>
                    <a:pt x="2554" y="4122"/>
                  </a:cubicBezTo>
                  <a:cubicBezTo>
                    <a:pt x="2554" y="4250"/>
                    <a:pt x="2451" y="4355"/>
                    <a:pt x="2323" y="4355"/>
                  </a:cubicBezTo>
                  <a:cubicBezTo>
                    <a:pt x="2195" y="4355"/>
                    <a:pt x="2091" y="4251"/>
                    <a:pt x="2091" y="4122"/>
                  </a:cubicBezTo>
                  <a:cubicBezTo>
                    <a:pt x="2091" y="3994"/>
                    <a:pt x="2195" y="3889"/>
                    <a:pt x="2323" y="3889"/>
                  </a:cubicBezTo>
                  <a:close/>
                  <a:moveTo>
                    <a:pt x="4039" y="5780"/>
                  </a:moveTo>
                  <a:cubicBezTo>
                    <a:pt x="4166" y="5780"/>
                    <a:pt x="4270" y="5884"/>
                    <a:pt x="4270" y="6013"/>
                  </a:cubicBezTo>
                  <a:cubicBezTo>
                    <a:pt x="4270" y="6141"/>
                    <a:pt x="4166" y="6245"/>
                    <a:pt x="4039" y="6245"/>
                  </a:cubicBezTo>
                  <a:cubicBezTo>
                    <a:pt x="3911" y="6245"/>
                    <a:pt x="3807" y="6141"/>
                    <a:pt x="3807" y="6013"/>
                  </a:cubicBezTo>
                  <a:cubicBezTo>
                    <a:pt x="3807" y="5884"/>
                    <a:pt x="3911" y="5780"/>
                    <a:pt x="4039" y="5780"/>
                  </a:cubicBezTo>
                  <a:close/>
                  <a:moveTo>
                    <a:pt x="2826" y="11946"/>
                  </a:moveTo>
                  <a:lnTo>
                    <a:pt x="2826" y="12141"/>
                  </a:lnTo>
                  <a:cubicBezTo>
                    <a:pt x="2827" y="12444"/>
                    <a:pt x="3245" y="12660"/>
                    <a:pt x="3249" y="12662"/>
                  </a:cubicBezTo>
                  <a:cubicBezTo>
                    <a:pt x="3307" y="12691"/>
                    <a:pt x="3372" y="12705"/>
                    <a:pt x="3440" y="12705"/>
                  </a:cubicBezTo>
                  <a:cubicBezTo>
                    <a:pt x="3577" y="12705"/>
                    <a:pt x="3716" y="12647"/>
                    <a:pt x="3812" y="12549"/>
                  </a:cubicBezTo>
                  <a:lnTo>
                    <a:pt x="3946" y="12415"/>
                  </a:lnTo>
                  <a:lnTo>
                    <a:pt x="4242" y="12714"/>
                  </a:lnTo>
                  <a:lnTo>
                    <a:pt x="4106" y="12853"/>
                  </a:lnTo>
                  <a:cubicBezTo>
                    <a:pt x="3891" y="13069"/>
                    <a:pt x="4036" y="13516"/>
                    <a:pt x="4038" y="13520"/>
                  </a:cubicBezTo>
                  <a:cubicBezTo>
                    <a:pt x="4102" y="13706"/>
                    <a:pt x="4302" y="13841"/>
                    <a:pt x="4514" y="13841"/>
                  </a:cubicBezTo>
                  <a:lnTo>
                    <a:pt x="4704" y="13841"/>
                  </a:lnTo>
                  <a:lnTo>
                    <a:pt x="4704" y="14268"/>
                  </a:lnTo>
                  <a:lnTo>
                    <a:pt x="4514" y="14268"/>
                  </a:lnTo>
                  <a:cubicBezTo>
                    <a:pt x="4211" y="14268"/>
                    <a:pt x="3997" y="14690"/>
                    <a:pt x="3995" y="14694"/>
                  </a:cubicBezTo>
                  <a:cubicBezTo>
                    <a:pt x="3910" y="14868"/>
                    <a:pt x="3956" y="15106"/>
                    <a:pt x="4106" y="15256"/>
                  </a:cubicBezTo>
                  <a:lnTo>
                    <a:pt x="4242" y="15394"/>
                  </a:lnTo>
                  <a:lnTo>
                    <a:pt x="3946" y="15694"/>
                  </a:lnTo>
                  <a:lnTo>
                    <a:pt x="3812" y="15559"/>
                  </a:lnTo>
                  <a:cubicBezTo>
                    <a:pt x="3733" y="15479"/>
                    <a:pt x="3620" y="15440"/>
                    <a:pt x="3468" y="15440"/>
                  </a:cubicBezTo>
                  <a:cubicBezTo>
                    <a:pt x="3343" y="15440"/>
                    <a:pt x="3214" y="15466"/>
                    <a:pt x="3145" y="15490"/>
                  </a:cubicBezTo>
                  <a:cubicBezTo>
                    <a:pt x="2961" y="15554"/>
                    <a:pt x="2827" y="15755"/>
                    <a:pt x="2827" y="15967"/>
                  </a:cubicBezTo>
                  <a:lnTo>
                    <a:pt x="2827" y="16163"/>
                  </a:lnTo>
                  <a:lnTo>
                    <a:pt x="2410" y="16163"/>
                  </a:lnTo>
                  <a:lnTo>
                    <a:pt x="2410" y="15967"/>
                  </a:lnTo>
                  <a:cubicBezTo>
                    <a:pt x="2410" y="15664"/>
                    <a:pt x="1992" y="15449"/>
                    <a:pt x="1988" y="15447"/>
                  </a:cubicBezTo>
                  <a:cubicBezTo>
                    <a:pt x="1929" y="15418"/>
                    <a:pt x="1865" y="15403"/>
                    <a:pt x="1797" y="15403"/>
                  </a:cubicBezTo>
                  <a:cubicBezTo>
                    <a:pt x="1660" y="15403"/>
                    <a:pt x="1521" y="15462"/>
                    <a:pt x="1425" y="15559"/>
                  </a:cubicBezTo>
                  <a:lnTo>
                    <a:pt x="1290" y="15695"/>
                  </a:lnTo>
                  <a:lnTo>
                    <a:pt x="994" y="15394"/>
                  </a:lnTo>
                  <a:lnTo>
                    <a:pt x="1131" y="15256"/>
                  </a:lnTo>
                  <a:cubicBezTo>
                    <a:pt x="1345" y="15040"/>
                    <a:pt x="1200" y="14593"/>
                    <a:pt x="1199" y="14589"/>
                  </a:cubicBezTo>
                  <a:cubicBezTo>
                    <a:pt x="1135" y="14402"/>
                    <a:pt x="935" y="14268"/>
                    <a:pt x="722" y="14268"/>
                  </a:cubicBezTo>
                  <a:lnTo>
                    <a:pt x="532" y="14268"/>
                  </a:lnTo>
                  <a:lnTo>
                    <a:pt x="532" y="13841"/>
                  </a:lnTo>
                  <a:lnTo>
                    <a:pt x="722" y="13841"/>
                  </a:lnTo>
                  <a:cubicBezTo>
                    <a:pt x="1027" y="13841"/>
                    <a:pt x="1240" y="13419"/>
                    <a:pt x="1242" y="13415"/>
                  </a:cubicBezTo>
                  <a:cubicBezTo>
                    <a:pt x="1326" y="13240"/>
                    <a:pt x="1280" y="13004"/>
                    <a:pt x="1131" y="12853"/>
                  </a:cubicBezTo>
                  <a:lnTo>
                    <a:pt x="994" y="12714"/>
                  </a:lnTo>
                  <a:lnTo>
                    <a:pt x="1290" y="12415"/>
                  </a:lnTo>
                  <a:lnTo>
                    <a:pt x="1425" y="12549"/>
                  </a:lnTo>
                  <a:cubicBezTo>
                    <a:pt x="1503" y="12629"/>
                    <a:pt x="1616" y="12668"/>
                    <a:pt x="1769" y="12668"/>
                  </a:cubicBezTo>
                  <a:cubicBezTo>
                    <a:pt x="1893" y="12668"/>
                    <a:pt x="2023" y="12642"/>
                    <a:pt x="2091" y="12619"/>
                  </a:cubicBezTo>
                  <a:cubicBezTo>
                    <a:pt x="2275" y="12554"/>
                    <a:pt x="2410" y="12354"/>
                    <a:pt x="2410" y="12141"/>
                  </a:cubicBezTo>
                  <a:lnTo>
                    <a:pt x="2410" y="11946"/>
                  </a:lnTo>
                  <a:close/>
                  <a:moveTo>
                    <a:pt x="5848" y="0"/>
                  </a:moveTo>
                  <a:cubicBezTo>
                    <a:pt x="2681" y="0"/>
                    <a:pt x="104" y="2582"/>
                    <a:pt x="104" y="5756"/>
                  </a:cubicBezTo>
                  <a:cubicBezTo>
                    <a:pt x="104" y="7726"/>
                    <a:pt x="1098" y="9478"/>
                    <a:pt x="2622" y="10517"/>
                  </a:cubicBezTo>
                  <a:lnTo>
                    <a:pt x="2622" y="11414"/>
                  </a:lnTo>
                  <a:lnTo>
                    <a:pt x="2321" y="11414"/>
                  </a:lnTo>
                  <a:cubicBezTo>
                    <a:pt x="2077" y="11414"/>
                    <a:pt x="1878" y="11613"/>
                    <a:pt x="1878" y="11857"/>
                  </a:cubicBezTo>
                  <a:lnTo>
                    <a:pt x="1878" y="12125"/>
                  </a:lnTo>
                  <a:cubicBezTo>
                    <a:pt x="1848" y="12130"/>
                    <a:pt x="1807" y="12136"/>
                    <a:pt x="1769" y="12136"/>
                  </a:cubicBezTo>
                  <a:lnTo>
                    <a:pt x="1764" y="12136"/>
                  </a:lnTo>
                  <a:lnTo>
                    <a:pt x="1605" y="11975"/>
                  </a:lnTo>
                  <a:cubicBezTo>
                    <a:pt x="1521" y="11891"/>
                    <a:pt x="1410" y="11845"/>
                    <a:pt x="1291" y="11845"/>
                  </a:cubicBezTo>
                  <a:cubicBezTo>
                    <a:pt x="1172" y="11845"/>
                    <a:pt x="1061" y="11891"/>
                    <a:pt x="977" y="11975"/>
                  </a:cubicBezTo>
                  <a:lnTo>
                    <a:pt x="555" y="12401"/>
                  </a:lnTo>
                  <a:cubicBezTo>
                    <a:pt x="385" y="12574"/>
                    <a:pt x="385" y="12855"/>
                    <a:pt x="555" y="13028"/>
                  </a:cubicBezTo>
                  <a:lnTo>
                    <a:pt x="743" y="13216"/>
                  </a:lnTo>
                  <a:cubicBezTo>
                    <a:pt x="722" y="13248"/>
                    <a:pt x="691" y="13286"/>
                    <a:pt x="667" y="13309"/>
                  </a:cubicBezTo>
                  <a:lnTo>
                    <a:pt x="444" y="13309"/>
                  </a:lnTo>
                  <a:cubicBezTo>
                    <a:pt x="200" y="13309"/>
                    <a:pt x="1" y="13508"/>
                    <a:pt x="1" y="13752"/>
                  </a:cubicBezTo>
                  <a:lnTo>
                    <a:pt x="1" y="14356"/>
                  </a:lnTo>
                  <a:cubicBezTo>
                    <a:pt x="1" y="14600"/>
                    <a:pt x="200" y="14800"/>
                    <a:pt x="444" y="14800"/>
                  </a:cubicBezTo>
                  <a:lnTo>
                    <a:pt x="705" y="14800"/>
                  </a:lnTo>
                  <a:cubicBezTo>
                    <a:pt x="711" y="14838"/>
                    <a:pt x="716" y="14886"/>
                    <a:pt x="715" y="14920"/>
                  </a:cubicBezTo>
                  <a:lnTo>
                    <a:pt x="555" y="15081"/>
                  </a:lnTo>
                  <a:cubicBezTo>
                    <a:pt x="385" y="15253"/>
                    <a:pt x="385" y="15535"/>
                    <a:pt x="555" y="15707"/>
                  </a:cubicBezTo>
                  <a:lnTo>
                    <a:pt x="977" y="16133"/>
                  </a:lnTo>
                  <a:cubicBezTo>
                    <a:pt x="1060" y="16218"/>
                    <a:pt x="1172" y="16264"/>
                    <a:pt x="1291" y="16264"/>
                  </a:cubicBezTo>
                  <a:cubicBezTo>
                    <a:pt x="1410" y="16264"/>
                    <a:pt x="1521" y="16218"/>
                    <a:pt x="1605" y="16133"/>
                  </a:cubicBezTo>
                  <a:lnTo>
                    <a:pt x="1789" y="15948"/>
                  </a:lnTo>
                  <a:cubicBezTo>
                    <a:pt x="1819" y="15969"/>
                    <a:pt x="1855" y="15998"/>
                    <a:pt x="1878" y="16021"/>
                  </a:cubicBezTo>
                  <a:lnTo>
                    <a:pt x="1878" y="16251"/>
                  </a:lnTo>
                  <a:cubicBezTo>
                    <a:pt x="1878" y="16496"/>
                    <a:pt x="2077" y="16694"/>
                    <a:pt x="2321" y="16694"/>
                  </a:cubicBezTo>
                  <a:lnTo>
                    <a:pt x="2916" y="16694"/>
                  </a:lnTo>
                  <a:cubicBezTo>
                    <a:pt x="3160" y="16694"/>
                    <a:pt x="3359" y="16496"/>
                    <a:pt x="3359" y="16251"/>
                  </a:cubicBezTo>
                  <a:lnTo>
                    <a:pt x="3359" y="15983"/>
                  </a:lnTo>
                  <a:cubicBezTo>
                    <a:pt x="3389" y="15978"/>
                    <a:pt x="3430" y="15972"/>
                    <a:pt x="3468" y="15972"/>
                  </a:cubicBezTo>
                  <a:lnTo>
                    <a:pt x="3473" y="15972"/>
                  </a:lnTo>
                  <a:lnTo>
                    <a:pt x="3632" y="16133"/>
                  </a:lnTo>
                  <a:cubicBezTo>
                    <a:pt x="3716" y="16218"/>
                    <a:pt x="3828" y="16264"/>
                    <a:pt x="3946" y="16264"/>
                  </a:cubicBezTo>
                  <a:cubicBezTo>
                    <a:pt x="4065" y="16264"/>
                    <a:pt x="4176" y="16218"/>
                    <a:pt x="4260" y="16133"/>
                  </a:cubicBezTo>
                  <a:lnTo>
                    <a:pt x="4682" y="15707"/>
                  </a:lnTo>
                  <a:cubicBezTo>
                    <a:pt x="4802" y="15586"/>
                    <a:pt x="4837" y="15411"/>
                    <a:pt x="4788" y="15257"/>
                  </a:cubicBezTo>
                  <a:lnTo>
                    <a:pt x="5602" y="15257"/>
                  </a:lnTo>
                  <a:cubicBezTo>
                    <a:pt x="5749" y="15257"/>
                    <a:pt x="5868" y="15138"/>
                    <a:pt x="5868" y="14992"/>
                  </a:cubicBezTo>
                  <a:cubicBezTo>
                    <a:pt x="5868" y="14845"/>
                    <a:pt x="5749" y="14726"/>
                    <a:pt x="5602" y="14726"/>
                  </a:cubicBezTo>
                  <a:lnTo>
                    <a:pt x="5038" y="14726"/>
                  </a:lnTo>
                  <a:cubicBezTo>
                    <a:pt x="5157" y="14646"/>
                    <a:pt x="5236" y="14510"/>
                    <a:pt x="5236" y="14356"/>
                  </a:cubicBezTo>
                  <a:lnTo>
                    <a:pt x="5236" y="13752"/>
                  </a:lnTo>
                  <a:cubicBezTo>
                    <a:pt x="5236" y="13508"/>
                    <a:pt x="5037" y="13310"/>
                    <a:pt x="4793" y="13310"/>
                  </a:cubicBezTo>
                  <a:lnTo>
                    <a:pt x="4532" y="13310"/>
                  </a:lnTo>
                  <a:cubicBezTo>
                    <a:pt x="4525" y="13272"/>
                    <a:pt x="4521" y="13223"/>
                    <a:pt x="4521" y="13190"/>
                  </a:cubicBezTo>
                  <a:lnTo>
                    <a:pt x="4682" y="13028"/>
                  </a:lnTo>
                  <a:cubicBezTo>
                    <a:pt x="4852" y="12855"/>
                    <a:pt x="4852" y="12574"/>
                    <a:pt x="4682" y="12401"/>
                  </a:cubicBezTo>
                  <a:lnTo>
                    <a:pt x="4260" y="11976"/>
                  </a:lnTo>
                  <a:cubicBezTo>
                    <a:pt x="4176" y="11892"/>
                    <a:pt x="4065" y="11845"/>
                    <a:pt x="3946" y="11845"/>
                  </a:cubicBezTo>
                  <a:cubicBezTo>
                    <a:pt x="3826" y="11845"/>
                    <a:pt x="3716" y="11892"/>
                    <a:pt x="3632" y="11975"/>
                  </a:cubicBezTo>
                  <a:lnTo>
                    <a:pt x="3448" y="12162"/>
                  </a:lnTo>
                  <a:cubicBezTo>
                    <a:pt x="3417" y="12140"/>
                    <a:pt x="3381" y="12111"/>
                    <a:pt x="3359" y="12087"/>
                  </a:cubicBezTo>
                  <a:lnTo>
                    <a:pt x="3359" y="11857"/>
                  </a:lnTo>
                  <a:cubicBezTo>
                    <a:pt x="3359" y="11701"/>
                    <a:pt x="3277" y="11563"/>
                    <a:pt x="3154" y="11484"/>
                  </a:cubicBezTo>
                  <a:lnTo>
                    <a:pt x="3154" y="10840"/>
                  </a:lnTo>
                  <a:cubicBezTo>
                    <a:pt x="3793" y="11180"/>
                    <a:pt x="4504" y="11404"/>
                    <a:pt x="5261" y="11481"/>
                  </a:cubicBezTo>
                  <a:lnTo>
                    <a:pt x="5261" y="12020"/>
                  </a:lnTo>
                  <a:cubicBezTo>
                    <a:pt x="5261" y="12737"/>
                    <a:pt x="5842" y="13320"/>
                    <a:pt x="6558" y="13320"/>
                  </a:cubicBezTo>
                  <a:lnTo>
                    <a:pt x="7770" y="13320"/>
                  </a:lnTo>
                  <a:lnTo>
                    <a:pt x="7770" y="14726"/>
                  </a:lnTo>
                  <a:lnTo>
                    <a:pt x="7196" y="14726"/>
                  </a:lnTo>
                  <a:cubicBezTo>
                    <a:pt x="7050" y="14726"/>
                    <a:pt x="6930" y="14845"/>
                    <a:pt x="6930" y="14992"/>
                  </a:cubicBezTo>
                  <a:cubicBezTo>
                    <a:pt x="6930" y="15138"/>
                    <a:pt x="7049" y="15257"/>
                    <a:pt x="7196" y="15257"/>
                  </a:cubicBezTo>
                  <a:lnTo>
                    <a:pt x="7859" y="15257"/>
                  </a:lnTo>
                  <a:cubicBezTo>
                    <a:pt x="8103" y="15257"/>
                    <a:pt x="8302" y="15058"/>
                    <a:pt x="8302" y="14814"/>
                  </a:cubicBezTo>
                  <a:lnTo>
                    <a:pt x="8302" y="13320"/>
                  </a:lnTo>
                  <a:lnTo>
                    <a:pt x="10296" y="13320"/>
                  </a:lnTo>
                  <a:cubicBezTo>
                    <a:pt x="11012" y="13320"/>
                    <a:pt x="11593" y="12737"/>
                    <a:pt x="11593" y="12020"/>
                  </a:cubicBezTo>
                  <a:lnTo>
                    <a:pt x="11593" y="8956"/>
                  </a:lnTo>
                  <a:lnTo>
                    <a:pt x="12618" y="8956"/>
                  </a:lnTo>
                  <a:cubicBezTo>
                    <a:pt x="12881" y="8956"/>
                    <a:pt x="13093" y="8850"/>
                    <a:pt x="13200" y="8663"/>
                  </a:cubicBezTo>
                  <a:cubicBezTo>
                    <a:pt x="13305" y="8477"/>
                    <a:pt x="13290" y="8240"/>
                    <a:pt x="13157" y="8014"/>
                  </a:cubicBezTo>
                  <a:lnTo>
                    <a:pt x="11578" y="5344"/>
                  </a:lnTo>
                  <a:cubicBezTo>
                    <a:pt x="11478" y="3922"/>
                    <a:pt x="10858" y="2596"/>
                    <a:pt x="9827" y="1605"/>
                  </a:cubicBezTo>
                  <a:cubicBezTo>
                    <a:pt x="9775" y="1555"/>
                    <a:pt x="9709" y="1530"/>
                    <a:pt x="9643" y="1530"/>
                  </a:cubicBezTo>
                  <a:cubicBezTo>
                    <a:pt x="9573" y="1530"/>
                    <a:pt x="9503" y="1558"/>
                    <a:pt x="9451" y="1612"/>
                  </a:cubicBezTo>
                  <a:cubicBezTo>
                    <a:pt x="9349" y="1718"/>
                    <a:pt x="9352" y="1886"/>
                    <a:pt x="9458" y="1988"/>
                  </a:cubicBezTo>
                  <a:cubicBezTo>
                    <a:pt x="10408" y="2902"/>
                    <a:pt x="10974" y="4128"/>
                    <a:pt x="11052" y="5441"/>
                  </a:cubicBezTo>
                  <a:cubicBezTo>
                    <a:pt x="11055" y="5483"/>
                    <a:pt x="11067" y="5524"/>
                    <a:pt x="11089" y="5560"/>
                  </a:cubicBezTo>
                  <a:lnTo>
                    <a:pt x="12699" y="8284"/>
                  </a:lnTo>
                  <a:cubicBezTo>
                    <a:pt x="12740" y="8354"/>
                    <a:pt x="12740" y="8394"/>
                    <a:pt x="12739" y="8399"/>
                  </a:cubicBezTo>
                  <a:cubicBezTo>
                    <a:pt x="12733" y="8404"/>
                    <a:pt x="12699" y="8425"/>
                    <a:pt x="12618" y="8425"/>
                  </a:cubicBezTo>
                  <a:lnTo>
                    <a:pt x="11328" y="8425"/>
                  </a:lnTo>
                  <a:cubicBezTo>
                    <a:pt x="11181" y="8425"/>
                    <a:pt x="11062" y="8544"/>
                    <a:pt x="11062" y="8691"/>
                  </a:cubicBezTo>
                  <a:lnTo>
                    <a:pt x="11062" y="10333"/>
                  </a:lnTo>
                  <a:lnTo>
                    <a:pt x="9222" y="10333"/>
                  </a:lnTo>
                  <a:cubicBezTo>
                    <a:pt x="9075" y="10333"/>
                    <a:pt x="8956" y="10452"/>
                    <a:pt x="8956" y="10599"/>
                  </a:cubicBezTo>
                  <a:cubicBezTo>
                    <a:pt x="8956" y="10746"/>
                    <a:pt x="9075" y="10865"/>
                    <a:pt x="9222" y="10865"/>
                  </a:cubicBezTo>
                  <a:lnTo>
                    <a:pt x="11062" y="10865"/>
                  </a:lnTo>
                  <a:lnTo>
                    <a:pt x="11062" y="12020"/>
                  </a:lnTo>
                  <a:cubicBezTo>
                    <a:pt x="11062" y="12443"/>
                    <a:pt x="10718" y="12787"/>
                    <a:pt x="10296" y="12787"/>
                  </a:cubicBezTo>
                  <a:lnTo>
                    <a:pt x="6558" y="12787"/>
                  </a:lnTo>
                  <a:cubicBezTo>
                    <a:pt x="6136" y="12787"/>
                    <a:pt x="5793" y="12443"/>
                    <a:pt x="5793" y="12020"/>
                  </a:cubicBezTo>
                  <a:lnTo>
                    <a:pt x="5793" y="11236"/>
                  </a:lnTo>
                  <a:cubicBezTo>
                    <a:pt x="5793" y="11095"/>
                    <a:pt x="5683" y="10978"/>
                    <a:pt x="5542" y="10970"/>
                  </a:cubicBezTo>
                  <a:cubicBezTo>
                    <a:pt x="5420" y="10964"/>
                    <a:pt x="5299" y="10951"/>
                    <a:pt x="5179" y="10936"/>
                  </a:cubicBezTo>
                  <a:lnTo>
                    <a:pt x="5179" y="8304"/>
                  </a:lnTo>
                  <a:cubicBezTo>
                    <a:pt x="5180" y="8276"/>
                    <a:pt x="5206" y="8210"/>
                    <a:pt x="5227" y="8189"/>
                  </a:cubicBezTo>
                  <a:lnTo>
                    <a:pt x="5526" y="7890"/>
                  </a:lnTo>
                  <a:cubicBezTo>
                    <a:pt x="5645" y="7771"/>
                    <a:pt x="5728" y="7568"/>
                    <a:pt x="5728" y="7400"/>
                  </a:cubicBezTo>
                  <a:lnTo>
                    <a:pt x="5728" y="6823"/>
                  </a:lnTo>
                  <a:cubicBezTo>
                    <a:pt x="5728" y="6677"/>
                    <a:pt x="5609" y="6558"/>
                    <a:pt x="5462" y="6558"/>
                  </a:cubicBezTo>
                  <a:cubicBezTo>
                    <a:pt x="5315" y="6558"/>
                    <a:pt x="5197" y="6677"/>
                    <a:pt x="5197" y="6823"/>
                  </a:cubicBezTo>
                  <a:lnTo>
                    <a:pt x="5197" y="7399"/>
                  </a:lnTo>
                  <a:cubicBezTo>
                    <a:pt x="5196" y="7428"/>
                    <a:pt x="5169" y="7493"/>
                    <a:pt x="5149" y="7515"/>
                  </a:cubicBezTo>
                  <a:lnTo>
                    <a:pt x="4851" y="7814"/>
                  </a:lnTo>
                  <a:cubicBezTo>
                    <a:pt x="4731" y="7933"/>
                    <a:pt x="4648" y="8135"/>
                    <a:pt x="4648" y="8304"/>
                  </a:cubicBezTo>
                  <a:lnTo>
                    <a:pt x="4648" y="10840"/>
                  </a:lnTo>
                  <a:cubicBezTo>
                    <a:pt x="4532" y="10813"/>
                    <a:pt x="4417" y="10781"/>
                    <a:pt x="4305" y="10746"/>
                  </a:cubicBezTo>
                  <a:lnTo>
                    <a:pt x="4305" y="6728"/>
                  </a:lnTo>
                  <a:cubicBezTo>
                    <a:pt x="4595" y="6620"/>
                    <a:pt x="4802" y="6340"/>
                    <a:pt x="4802" y="6013"/>
                  </a:cubicBezTo>
                  <a:cubicBezTo>
                    <a:pt x="4802" y="5592"/>
                    <a:pt x="4460" y="5249"/>
                    <a:pt x="4039" y="5249"/>
                  </a:cubicBezTo>
                  <a:cubicBezTo>
                    <a:pt x="3618" y="5249"/>
                    <a:pt x="3275" y="5592"/>
                    <a:pt x="3275" y="6013"/>
                  </a:cubicBezTo>
                  <a:cubicBezTo>
                    <a:pt x="3275" y="6340"/>
                    <a:pt x="3483" y="6620"/>
                    <a:pt x="3773" y="6728"/>
                  </a:cubicBezTo>
                  <a:lnTo>
                    <a:pt x="3773" y="10549"/>
                  </a:lnTo>
                  <a:cubicBezTo>
                    <a:pt x="3641" y="10491"/>
                    <a:pt x="3512" y="10429"/>
                    <a:pt x="3387" y="10361"/>
                  </a:cubicBezTo>
                  <a:lnTo>
                    <a:pt x="3387" y="7694"/>
                  </a:lnTo>
                  <a:cubicBezTo>
                    <a:pt x="3387" y="7525"/>
                    <a:pt x="3303" y="7323"/>
                    <a:pt x="3184" y="7204"/>
                  </a:cubicBezTo>
                  <a:lnTo>
                    <a:pt x="2637" y="6656"/>
                  </a:lnTo>
                  <a:cubicBezTo>
                    <a:pt x="2616" y="6635"/>
                    <a:pt x="2589" y="6569"/>
                    <a:pt x="2588" y="6541"/>
                  </a:cubicBezTo>
                  <a:lnTo>
                    <a:pt x="2588" y="4838"/>
                  </a:lnTo>
                  <a:cubicBezTo>
                    <a:pt x="2879" y="4729"/>
                    <a:pt x="3086" y="4450"/>
                    <a:pt x="3086" y="4123"/>
                  </a:cubicBezTo>
                  <a:cubicBezTo>
                    <a:pt x="3086" y="3701"/>
                    <a:pt x="2743" y="3358"/>
                    <a:pt x="2322" y="3358"/>
                  </a:cubicBezTo>
                  <a:cubicBezTo>
                    <a:pt x="1901" y="3358"/>
                    <a:pt x="1559" y="3701"/>
                    <a:pt x="1559" y="4123"/>
                  </a:cubicBezTo>
                  <a:cubicBezTo>
                    <a:pt x="1559" y="4450"/>
                    <a:pt x="1767" y="4729"/>
                    <a:pt x="2056" y="4838"/>
                  </a:cubicBezTo>
                  <a:lnTo>
                    <a:pt x="2056" y="6541"/>
                  </a:lnTo>
                  <a:cubicBezTo>
                    <a:pt x="2056" y="6709"/>
                    <a:pt x="2141" y="6911"/>
                    <a:pt x="2260" y="7030"/>
                  </a:cubicBezTo>
                  <a:lnTo>
                    <a:pt x="2807" y="7579"/>
                  </a:lnTo>
                  <a:cubicBezTo>
                    <a:pt x="2826" y="7600"/>
                    <a:pt x="2854" y="7665"/>
                    <a:pt x="2855" y="7694"/>
                  </a:cubicBezTo>
                  <a:lnTo>
                    <a:pt x="2855" y="10032"/>
                  </a:lnTo>
                  <a:cubicBezTo>
                    <a:pt x="1509" y="9084"/>
                    <a:pt x="635" y="7516"/>
                    <a:pt x="635" y="5756"/>
                  </a:cubicBezTo>
                  <a:cubicBezTo>
                    <a:pt x="635" y="3668"/>
                    <a:pt x="1865" y="1862"/>
                    <a:pt x="3638" y="1026"/>
                  </a:cubicBezTo>
                  <a:lnTo>
                    <a:pt x="3638" y="2232"/>
                  </a:lnTo>
                  <a:cubicBezTo>
                    <a:pt x="3348" y="2340"/>
                    <a:pt x="3141" y="2619"/>
                    <a:pt x="3141" y="2948"/>
                  </a:cubicBezTo>
                  <a:cubicBezTo>
                    <a:pt x="3141" y="3369"/>
                    <a:pt x="3483" y="3712"/>
                    <a:pt x="3904" y="3712"/>
                  </a:cubicBezTo>
                  <a:cubicBezTo>
                    <a:pt x="4324" y="3712"/>
                    <a:pt x="4666" y="3369"/>
                    <a:pt x="4666" y="2948"/>
                  </a:cubicBezTo>
                  <a:cubicBezTo>
                    <a:pt x="4666" y="2619"/>
                    <a:pt x="4459" y="2340"/>
                    <a:pt x="4169" y="2232"/>
                  </a:cubicBezTo>
                  <a:lnTo>
                    <a:pt x="4169" y="810"/>
                  </a:lnTo>
                  <a:cubicBezTo>
                    <a:pt x="4696" y="631"/>
                    <a:pt x="5262" y="532"/>
                    <a:pt x="5849" y="532"/>
                  </a:cubicBezTo>
                  <a:cubicBezTo>
                    <a:pt x="6667" y="532"/>
                    <a:pt x="7450" y="717"/>
                    <a:pt x="8177" y="1081"/>
                  </a:cubicBezTo>
                  <a:cubicBezTo>
                    <a:pt x="8215" y="1100"/>
                    <a:pt x="8255" y="1109"/>
                    <a:pt x="8295" y="1109"/>
                  </a:cubicBezTo>
                  <a:cubicBezTo>
                    <a:pt x="8393" y="1109"/>
                    <a:pt x="8486" y="1056"/>
                    <a:pt x="8533" y="962"/>
                  </a:cubicBezTo>
                  <a:cubicBezTo>
                    <a:pt x="8599" y="831"/>
                    <a:pt x="8546" y="672"/>
                    <a:pt x="8415" y="605"/>
                  </a:cubicBezTo>
                  <a:cubicBezTo>
                    <a:pt x="7614" y="205"/>
                    <a:pt x="6751" y="0"/>
                    <a:pt x="58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9" name="Google Shape;2340;p64">
              <a:extLst>
                <a:ext uri="{FF2B5EF4-FFF2-40B4-BE49-F238E27FC236}">
                  <a16:creationId xmlns:a16="http://schemas.microsoft.com/office/drawing/2014/main" id="{13F3A4A6-49FB-4A87-886A-89E1BD7FDE85}"/>
                </a:ext>
              </a:extLst>
            </p:cNvPr>
            <p:cNvSpPr/>
            <p:nvPr/>
          </p:nvSpPr>
          <p:spPr>
            <a:xfrm>
              <a:off x="2201295" y="1609919"/>
              <a:ext cx="17678" cy="51973"/>
            </a:xfrm>
            <a:custGeom>
              <a:avLst/>
              <a:gdLst/>
              <a:ahLst/>
              <a:cxnLst/>
              <a:rect l="l" t="t" r="r" b="b"/>
              <a:pathLst>
                <a:path w="533" h="1567" extrusionOk="0">
                  <a:moveTo>
                    <a:pt x="266" y="0"/>
                  </a:moveTo>
                  <a:cubicBezTo>
                    <a:pt x="119" y="0"/>
                    <a:pt x="0" y="119"/>
                    <a:pt x="0" y="266"/>
                  </a:cubicBezTo>
                  <a:lnTo>
                    <a:pt x="0" y="1300"/>
                  </a:lnTo>
                  <a:cubicBezTo>
                    <a:pt x="0" y="1447"/>
                    <a:pt x="119" y="1566"/>
                    <a:pt x="266" y="1566"/>
                  </a:cubicBezTo>
                  <a:cubicBezTo>
                    <a:pt x="413" y="1566"/>
                    <a:pt x="532" y="1447"/>
                    <a:pt x="532" y="1300"/>
                  </a:cubicBezTo>
                  <a:lnTo>
                    <a:pt x="532" y="266"/>
                  </a:lnTo>
                  <a:cubicBezTo>
                    <a:pt x="532" y="119"/>
                    <a:pt x="413" y="0"/>
                    <a:pt x="2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0" name="Google Shape;2341;p64">
              <a:extLst>
                <a:ext uri="{FF2B5EF4-FFF2-40B4-BE49-F238E27FC236}">
                  <a16:creationId xmlns:a16="http://schemas.microsoft.com/office/drawing/2014/main" id="{BB0872DE-9ACC-43DB-9E72-3096D1590CDF}"/>
                </a:ext>
              </a:extLst>
            </p:cNvPr>
            <p:cNvSpPr/>
            <p:nvPr/>
          </p:nvSpPr>
          <p:spPr>
            <a:xfrm>
              <a:off x="1943285" y="1875093"/>
              <a:ext cx="92769" cy="93466"/>
            </a:xfrm>
            <a:custGeom>
              <a:avLst/>
              <a:gdLst/>
              <a:ahLst/>
              <a:cxnLst/>
              <a:rect l="l" t="t" r="r" b="b"/>
              <a:pathLst>
                <a:path w="2797" h="2818" extrusionOk="0">
                  <a:moveTo>
                    <a:pt x="1398" y="532"/>
                  </a:moveTo>
                  <a:cubicBezTo>
                    <a:pt x="1875" y="532"/>
                    <a:pt x="2265" y="926"/>
                    <a:pt x="2265" y="1409"/>
                  </a:cubicBezTo>
                  <a:cubicBezTo>
                    <a:pt x="2265" y="1893"/>
                    <a:pt x="1876" y="2286"/>
                    <a:pt x="1398" y="2286"/>
                  </a:cubicBezTo>
                  <a:cubicBezTo>
                    <a:pt x="921" y="2286"/>
                    <a:pt x="532" y="1893"/>
                    <a:pt x="532" y="1409"/>
                  </a:cubicBezTo>
                  <a:cubicBezTo>
                    <a:pt x="532" y="926"/>
                    <a:pt x="921" y="532"/>
                    <a:pt x="1398" y="532"/>
                  </a:cubicBezTo>
                  <a:close/>
                  <a:moveTo>
                    <a:pt x="1398" y="1"/>
                  </a:moveTo>
                  <a:cubicBezTo>
                    <a:pt x="628" y="1"/>
                    <a:pt x="1" y="633"/>
                    <a:pt x="1" y="1409"/>
                  </a:cubicBezTo>
                  <a:cubicBezTo>
                    <a:pt x="1" y="2186"/>
                    <a:pt x="628" y="2818"/>
                    <a:pt x="1398" y="2818"/>
                  </a:cubicBezTo>
                  <a:cubicBezTo>
                    <a:pt x="2169" y="2818"/>
                    <a:pt x="2796" y="2186"/>
                    <a:pt x="2796" y="1409"/>
                  </a:cubicBezTo>
                  <a:cubicBezTo>
                    <a:pt x="2796" y="633"/>
                    <a:pt x="2169" y="1"/>
                    <a:pt x="13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1" name="Google Shape;2342;p64">
              <a:extLst>
                <a:ext uri="{FF2B5EF4-FFF2-40B4-BE49-F238E27FC236}">
                  <a16:creationId xmlns:a16="http://schemas.microsoft.com/office/drawing/2014/main" id="{2957C8A5-4CB3-4BE2-943C-11FDE53923E7}"/>
                </a:ext>
              </a:extLst>
            </p:cNvPr>
            <p:cNvSpPr/>
            <p:nvPr/>
          </p:nvSpPr>
          <p:spPr>
            <a:xfrm>
              <a:off x="1964944" y="1896984"/>
              <a:ext cx="49420" cy="49718"/>
            </a:xfrm>
            <a:custGeom>
              <a:avLst/>
              <a:gdLst/>
              <a:ahLst/>
              <a:cxnLst/>
              <a:rect l="l" t="t" r="r" b="b"/>
              <a:pathLst>
                <a:path w="1490" h="1499" extrusionOk="0">
                  <a:moveTo>
                    <a:pt x="745" y="533"/>
                  </a:moveTo>
                  <a:cubicBezTo>
                    <a:pt x="863" y="533"/>
                    <a:pt x="959" y="630"/>
                    <a:pt x="959" y="749"/>
                  </a:cubicBezTo>
                  <a:cubicBezTo>
                    <a:pt x="959" y="869"/>
                    <a:pt x="863" y="967"/>
                    <a:pt x="745" y="967"/>
                  </a:cubicBezTo>
                  <a:cubicBezTo>
                    <a:pt x="628" y="967"/>
                    <a:pt x="532" y="869"/>
                    <a:pt x="532" y="749"/>
                  </a:cubicBezTo>
                  <a:cubicBezTo>
                    <a:pt x="532" y="630"/>
                    <a:pt x="628" y="533"/>
                    <a:pt x="745" y="533"/>
                  </a:cubicBezTo>
                  <a:close/>
                  <a:moveTo>
                    <a:pt x="745" y="1"/>
                  </a:moveTo>
                  <a:cubicBezTo>
                    <a:pt x="335" y="1"/>
                    <a:pt x="1" y="336"/>
                    <a:pt x="1" y="749"/>
                  </a:cubicBezTo>
                  <a:cubicBezTo>
                    <a:pt x="1" y="1162"/>
                    <a:pt x="335" y="1499"/>
                    <a:pt x="745" y="1499"/>
                  </a:cubicBezTo>
                  <a:cubicBezTo>
                    <a:pt x="1156" y="1499"/>
                    <a:pt x="1489" y="1162"/>
                    <a:pt x="1489" y="749"/>
                  </a:cubicBezTo>
                  <a:cubicBezTo>
                    <a:pt x="1489" y="336"/>
                    <a:pt x="1156" y="1"/>
                    <a:pt x="7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2" name="Google Shape;2343;p64">
              <a:extLst>
                <a:ext uri="{FF2B5EF4-FFF2-40B4-BE49-F238E27FC236}">
                  <a16:creationId xmlns:a16="http://schemas.microsoft.com/office/drawing/2014/main" id="{A3D01CEC-F48A-4AE1-901A-6A31476A6A6B}"/>
                </a:ext>
              </a:extLst>
            </p:cNvPr>
            <p:cNvSpPr/>
            <p:nvPr/>
          </p:nvSpPr>
          <p:spPr>
            <a:xfrm>
              <a:off x="2058675" y="1563053"/>
              <a:ext cx="50647" cy="78441"/>
            </a:xfrm>
            <a:custGeom>
              <a:avLst/>
              <a:gdLst/>
              <a:ahLst/>
              <a:cxnLst/>
              <a:rect l="l" t="t" r="r" b="b"/>
              <a:pathLst>
                <a:path w="1527" h="2365" extrusionOk="0">
                  <a:moveTo>
                    <a:pt x="763" y="532"/>
                  </a:moveTo>
                  <a:cubicBezTo>
                    <a:pt x="891" y="532"/>
                    <a:pt x="995" y="636"/>
                    <a:pt x="995" y="764"/>
                  </a:cubicBezTo>
                  <a:cubicBezTo>
                    <a:pt x="995" y="893"/>
                    <a:pt x="890" y="997"/>
                    <a:pt x="763" y="997"/>
                  </a:cubicBezTo>
                  <a:cubicBezTo>
                    <a:pt x="636" y="997"/>
                    <a:pt x="532" y="893"/>
                    <a:pt x="532" y="764"/>
                  </a:cubicBezTo>
                  <a:cubicBezTo>
                    <a:pt x="532" y="637"/>
                    <a:pt x="636" y="532"/>
                    <a:pt x="763" y="532"/>
                  </a:cubicBezTo>
                  <a:close/>
                  <a:moveTo>
                    <a:pt x="763" y="1"/>
                  </a:moveTo>
                  <a:cubicBezTo>
                    <a:pt x="342" y="1"/>
                    <a:pt x="0" y="343"/>
                    <a:pt x="0" y="765"/>
                  </a:cubicBezTo>
                  <a:cubicBezTo>
                    <a:pt x="0" y="1093"/>
                    <a:pt x="208" y="1372"/>
                    <a:pt x="497" y="1480"/>
                  </a:cubicBezTo>
                  <a:lnTo>
                    <a:pt x="497" y="2098"/>
                  </a:lnTo>
                  <a:cubicBezTo>
                    <a:pt x="497" y="2245"/>
                    <a:pt x="616" y="2364"/>
                    <a:pt x="763" y="2364"/>
                  </a:cubicBezTo>
                  <a:cubicBezTo>
                    <a:pt x="910" y="2364"/>
                    <a:pt x="1029" y="2245"/>
                    <a:pt x="1029" y="2098"/>
                  </a:cubicBezTo>
                  <a:lnTo>
                    <a:pt x="1029" y="1480"/>
                  </a:lnTo>
                  <a:cubicBezTo>
                    <a:pt x="1320" y="1372"/>
                    <a:pt x="1527" y="1093"/>
                    <a:pt x="1527" y="765"/>
                  </a:cubicBezTo>
                  <a:cubicBezTo>
                    <a:pt x="1527" y="343"/>
                    <a:pt x="1184" y="1"/>
                    <a:pt x="7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pic>
        <p:nvPicPr>
          <p:cNvPr id="19" name="Picture 18">
            <a:extLst>
              <a:ext uri="{FF2B5EF4-FFF2-40B4-BE49-F238E27FC236}">
                <a16:creationId xmlns:a16="http://schemas.microsoft.com/office/drawing/2014/main" id="{45C67D94-6595-488C-8FA0-85FE13346B2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/>
          <a:stretch/>
        </p:blipFill>
        <p:spPr>
          <a:xfrm>
            <a:off x="102759" y="3207616"/>
            <a:ext cx="3625757" cy="18288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grpSp>
        <p:nvGrpSpPr>
          <p:cNvPr id="191" name="Google Shape;2941;p64">
            <a:extLst>
              <a:ext uri="{FF2B5EF4-FFF2-40B4-BE49-F238E27FC236}">
                <a16:creationId xmlns:a16="http://schemas.microsoft.com/office/drawing/2014/main" id="{34683152-3864-4912-968B-8645A8645627}"/>
              </a:ext>
            </a:extLst>
          </p:cNvPr>
          <p:cNvGrpSpPr/>
          <p:nvPr/>
        </p:nvGrpSpPr>
        <p:grpSpPr>
          <a:xfrm>
            <a:off x="8095724" y="4090339"/>
            <a:ext cx="536674" cy="510358"/>
            <a:chOff x="7476387" y="4016321"/>
            <a:chExt cx="601990" cy="572471"/>
          </a:xfrm>
        </p:grpSpPr>
        <p:sp>
          <p:nvSpPr>
            <p:cNvPr id="192" name="Google Shape;2942;p64">
              <a:extLst>
                <a:ext uri="{FF2B5EF4-FFF2-40B4-BE49-F238E27FC236}">
                  <a16:creationId xmlns:a16="http://schemas.microsoft.com/office/drawing/2014/main" id="{7F97BCE9-378D-447A-B403-6A9E9393ED9D}"/>
                </a:ext>
              </a:extLst>
            </p:cNvPr>
            <p:cNvSpPr/>
            <p:nvPr/>
          </p:nvSpPr>
          <p:spPr>
            <a:xfrm>
              <a:off x="7476387" y="4041959"/>
              <a:ext cx="601990" cy="546833"/>
            </a:xfrm>
            <a:custGeom>
              <a:avLst/>
              <a:gdLst/>
              <a:ahLst/>
              <a:cxnLst/>
              <a:rect l="l" t="t" r="r" b="b"/>
              <a:pathLst>
                <a:path w="18150" h="16487" extrusionOk="0">
                  <a:moveTo>
                    <a:pt x="3686" y="531"/>
                  </a:moveTo>
                  <a:cubicBezTo>
                    <a:pt x="3996" y="531"/>
                    <a:pt x="4247" y="784"/>
                    <a:pt x="4247" y="1093"/>
                  </a:cubicBezTo>
                  <a:cubicBezTo>
                    <a:pt x="4247" y="1403"/>
                    <a:pt x="3996" y="1654"/>
                    <a:pt x="3686" y="1654"/>
                  </a:cubicBezTo>
                  <a:cubicBezTo>
                    <a:pt x="3377" y="1654"/>
                    <a:pt x="3124" y="1403"/>
                    <a:pt x="3124" y="1093"/>
                  </a:cubicBezTo>
                  <a:cubicBezTo>
                    <a:pt x="3124" y="784"/>
                    <a:pt x="3376" y="531"/>
                    <a:pt x="3686" y="531"/>
                  </a:cubicBezTo>
                  <a:close/>
                  <a:moveTo>
                    <a:pt x="14464" y="531"/>
                  </a:moveTo>
                  <a:cubicBezTo>
                    <a:pt x="14774" y="531"/>
                    <a:pt x="15026" y="784"/>
                    <a:pt x="15026" y="1093"/>
                  </a:cubicBezTo>
                  <a:cubicBezTo>
                    <a:pt x="15026" y="1403"/>
                    <a:pt x="14774" y="1654"/>
                    <a:pt x="14464" y="1654"/>
                  </a:cubicBezTo>
                  <a:cubicBezTo>
                    <a:pt x="14155" y="1654"/>
                    <a:pt x="13904" y="1403"/>
                    <a:pt x="13904" y="1093"/>
                  </a:cubicBezTo>
                  <a:cubicBezTo>
                    <a:pt x="13904" y="784"/>
                    <a:pt x="14155" y="531"/>
                    <a:pt x="14464" y="531"/>
                  </a:cubicBezTo>
                  <a:close/>
                  <a:moveTo>
                    <a:pt x="1602" y="6161"/>
                  </a:moveTo>
                  <a:lnTo>
                    <a:pt x="1602" y="10054"/>
                  </a:lnTo>
                  <a:lnTo>
                    <a:pt x="621" y="10054"/>
                  </a:lnTo>
                  <a:cubicBezTo>
                    <a:pt x="573" y="10054"/>
                    <a:pt x="532" y="10014"/>
                    <a:pt x="532" y="9966"/>
                  </a:cubicBezTo>
                  <a:lnTo>
                    <a:pt x="532" y="6249"/>
                  </a:lnTo>
                  <a:cubicBezTo>
                    <a:pt x="532" y="6202"/>
                    <a:pt x="573" y="6161"/>
                    <a:pt x="621" y="6161"/>
                  </a:cubicBezTo>
                  <a:close/>
                  <a:moveTo>
                    <a:pt x="1897" y="15125"/>
                  </a:moveTo>
                  <a:lnTo>
                    <a:pt x="1897" y="15955"/>
                  </a:lnTo>
                  <a:lnTo>
                    <a:pt x="532" y="15955"/>
                  </a:lnTo>
                  <a:lnTo>
                    <a:pt x="532" y="15125"/>
                  </a:lnTo>
                  <a:close/>
                  <a:moveTo>
                    <a:pt x="11422" y="12862"/>
                  </a:moveTo>
                  <a:lnTo>
                    <a:pt x="11422" y="13637"/>
                  </a:lnTo>
                  <a:lnTo>
                    <a:pt x="9217" y="13637"/>
                  </a:lnTo>
                  <a:cubicBezTo>
                    <a:pt x="9070" y="13637"/>
                    <a:pt x="8951" y="13756"/>
                    <a:pt x="8951" y="13903"/>
                  </a:cubicBezTo>
                  <a:cubicBezTo>
                    <a:pt x="8951" y="14050"/>
                    <a:pt x="9070" y="14169"/>
                    <a:pt x="9217" y="14169"/>
                  </a:cubicBezTo>
                  <a:lnTo>
                    <a:pt x="15722" y="14169"/>
                  </a:lnTo>
                  <a:lnTo>
                    <a:pt x="15722" y="15955"/>
                  </a:lnTo>
                  <a:lnTo>
                    <a:pt x="2429" y="15955"/>
                  </a:lnTo>
                  <a:lnTo>
                    <a:pt x="2429" y="14169"/>
                  </a:lnTo>
                  <a:lnTo>
                    <a:pt x="7444" y="14169"/>
                  </a:lnTo>
                  <a:cubicBezTo>
                    <a:pt x="7591" y="14169"/>
                    <a:pt x="7710" y="14049"/>
                    <a:pt x="7710" y="13903"/>
                  </a:cubicBezTo>
                  <a:cubicBezTo>
                    <a:pt x="7710" y="13756"/>
                    <a:pt x="7591" y="13637"/>
                    <a:pt x="7444" y="13637"/>
                  </a:cubicBezTo>
                  <a:lnTo>
                    <a:pt x="6728" y="13637"/>
                  </a:lnTo>
                  <a:lnTo>
                    <a:pt x="6728" y="12862"/>
                  </a:lnTo>
                  <a:close/>
                  <a:moveTo>
                    <a:pt x="17618" y="15125"/>
                  </a:moveTo>
                  <a:lnTo>
                    <a:pt x="17618" y="15955"/>
                  </a:lnTo>
                  <a:lnTo>
                    <a:pt x="16253" y="15955"/>
                  </a:lnTo>
                  <a:lnTo>
                    <a:pt x="16253" y="15125"/>
                  </a:lnTo>
                  <a:close/>
                  <a:moveTo>
                    <a:pt x="3686" y="0"/>
                  </a:moveTo>
                  <a:cubicBezTo>
                    <a:pt x="3083" y="0"/>
                    <a:pt x="2592" y="490"/>
                    <a:pt x="2592" y="1093"/>
                  </a:cubicBezTo>
                  <a:cubicBezTo>
                    <a:pt x="2592" y="1604"/>
                    <a:pt x="2945" y="2034"/>
                    <a:pt x="3420" y="2153"/>
                  </a:cubicBezTo>
                  <a:lnTo>
                    <a:pt x="3420" y="3354"/>
                  </a:lnTo>
                  <a:lnTo>
                    <a:pt x="2399" y="3354"/>
                  </a:lnTo>
                  <a:cubicBezTo>
                    <a:pt x="1960" y="3354"/>
                    <a:pt x="1602" y="3711"/>
                    <a:pt x="1602" y="4151"/>
                  </a:cubicBezTo>
                  <a:lnTo>
                    <a:pt x="1602" y="5630"/>
                  </a:lnTo>
                  <a:lnTo>
                    <a:pt x="621" y="5630"/>
                  </a:lnTo>
                  <a:cubicBezTo>
                    <a:pt x="279" y="5630"/>
                    <a:pt x="1" y="5908"/>
                    <a:pt x="1" y="6250"/>
                  </a:cubicBezTo>
                  <a:lnTo>
                    <a:pt x="1" y="9966"/>
                  </a:lnTo>
                  <a:cubicBezTo>
                    <a:pt x="1" y="10309"/>
                    <a:pt x="279" y="10587"/>
                    <a:pt x="621" y="10587"/>
                  </a:cubicBezTo>
                  <a:lnTo>
                    <a:pt x="1602" y="10587"/>
                  </a:lnTo>
                  <a:lnTo>
                    <a:pt x="1602" y="12065"/>
                  </a:lnTo>
                  <a:cubicBezTo>
                    <a:pt x="1602" y="12505"/>
                    <a:pt x="1960" y="12862"/>
                    <a:pt x="2399" y="12862"/>
                  </a:cubicBezTo>
                  <a:lnTo>
                    <a:pt x="6196" y="12862"/>
                  </a:lnTo>
                  <a:lnTo>
                    <a:pt x="6196" y="13637"/>
                  </a:lnTo>
                  <a:lnTo>
                    <a:pt x="2340" y="13637"/>
                  </a:lnTo>
                  <a:cubicBezTo>
                    <a:pt x="2095" y="13637"/>
                    <a:pt x="1897" y="13836"/>
                    <a:pt x="1897" y="14080"/>
                  </a:cubicBezTo>
                  <a:lnTo>
                    <a:pt x="1897" y="14594"/>
                  </a:lnTo>
                  <a:lnTo>
                    <a:pt x="443" y="14594"/>
                  </a:lnTo>
                  <a:cubicBezTo>
                    <a:pt x="199" y="14594"/>
                    <a:pt x="1" y="14792"/>
                    <a:pt x="1" y="15037"/>
                  </a:cubicBezTo>
                  <a:lnTo>
                    <a:pt x="1" y="16222"/>
                  </a:lnTo>
                  <a:cubicBezTo>
                    <a:pt x="1" y="16367"/>
                    <a:pt x="120" y="16487"/>
                    <a:pt x="266" y="16487"/>
                  </a:cubicBezTo>
                  <a:lnTo>
                    <a:pt x="17883" y="16487"/>
                  </a:lnTo>
                  <a:cubicBezTo>
                    <a:pt x="18030" y="16487"/>
                    <a:pt x="18149" y="16367"/>
                    <a:pt x="18149" y="16222"/>
                  </a:cubicBezTo>
                  <a:lnTo>
                    <a:pt x="18149" y="15037"/>
                  </a:lnTo>
                  <a:cubicBezTo>
                    <a:pt x="18149" y="14792"/>
                    <a:pt x="17951" y="14594"/>
                    <a:pt x="17707" y="14594"/>
                  </a:cubicBezTo>
                  <a:lnTo>
                    <a:pt x="16253" y="14594"/>
                  </a:lnTo>
                  <a:lnTo>
                    <a:pt x="16253" y="14080"/>
                  </a:lnTo>
                  <a:cubicBezTo>
                    <a:pt x="16253" y="13836"/>
                    <a:pt x="16054" y="13637"/>
                    <a:pt x="15809" y="13637"/>
                  </a:cubicBezTo>
                  <a:lnTo>
                    <a:pt x="11954" y="13637"/>
                  </a:lnTo>
                  <a:lnTo>
                    <a:pt x="11954" y="12862"/>
                  </a:lnTo>
                  <a:lnTo>
                    <a:pt x="15751" y="12862"/>
                  </a:lnTo>
                  <a:cubicBezTo>
                    <a:pt x="16190" y="12862"/>
                    <a:pt x="16548" y="12505"/>
                    <a:pt x="16548" y="12064"/>
                  </a:cubicBezTo>
                  <a:lnTo>
                    <a:pt x="16548" y="10586"/>
                  </a:lnTo>
                  <a:lnTo>
                    <a:pt x="17529" y="10586"/>
                  </a:lnTo>
                  <a:cubicBezTo>
                    <a:pt x="17871" y="10586"/>
                    <a:pt x="18149" y="10308"/>
                    <a:pt x="18149" y="9966"/>
                  </a:cubicBezTo>
                  <a:lnTo>
                    <a:pt x="18149" y="6250"/>
                  </a:lnTo>
                  <a:cubicBezTo>
                    <a:pt x="18149" y="5907"/>
                    <a:pt x="17871" y="5629"/>
                    <a:pt x="17529" y="5629"/>
                  </a:cubicBezTo>
                  <a:lnTo>
                    <a:pt x="16548" y="5629"/>
                  </a:lnTo>
                  <a:lnTo>
                    <a:pt x="16548" y="4151"/>
                  </a:lnTo>
                  <a:cubicBezTo>
                    <a:pt x="16548" y="3711"/>
                    <a:pt x="16190" y="3354"/>
                    <a:pt x="15751" y="3354"/>
                  </a:cubicBezTo>
                  <a:lnTo>
                    <a:pt x="14730" y="3354"/>
                  </a:lnTo>
                  <a:lnTo>
                    <a:pt x="14730" y="2153"/>
                  </a:lnTo>
                  <a:cubicBezTo>
                    <a:pt x="15206" y="2034"/>
                    <a:pt x="15558" y="1604"/>
                    <a:pt x="15558" y="1093"/>
                  </a:cubicBezTo>
                  <a:cubicBezTo>
                    <a:pt x="15558" y="490"/>
                    <a:pt x="15067" y="0"/>
                    <a:pt x="14464" y="0"/>
                  </a:cubicBezTo>
                  <a:cubicBezTo>
                    <a:pt x="13862" y="0"/>
                    <a:pt x="13372" y="490"/>
                    <a:pt x="13372" y="1093"/>
                  </a:cubicBezTo>
                  <a:cubicBezTo>
                    <a:pt x="13372" y="1604"/>
                    <a:pt x="13724" y="2034"/>
                    <a:pt x="14198" y="2153"/>
                  </a:cubicBezTo>
                  <a:lnTo>
                    <a:pt x="14198" y="3354"/>
                  </a:lnTo>
                  <a:lnTo>
                    <a:pt x="12904" y="3354"/>
                  </a:lnTo>
                  <a:cubicBezTo>
                    <a:pt x="12757" y="3354"/>
                    <a:pt x="12638" y="3473"/>
                    <a:pt x="12638" y="3619"/>
                  </a:cubicBezTo>
                  <a:cubicBezTo>
                    <a:pt x="12638" y="3766"/>
                    <a:pt x="12757" y="3884"/>
                    <a:pt x="12904" y="3884"/>
                  </a:cubicBezTo>
                  <a:lnTo>
                    <a:pt x="15751" y="3884"/>
                  </a:lnTo>
                  <a:cubicBezTo>
                    <a:pt x="15898" y="3884"/>
                    <a:pt x="16017" y="4004"/>
                    <a:pt x="16017" y="4150"/>
                  </a:cubicBezTo>
                  <a:lnTo>
                    <a:pt x="16017" y="7139"/>
                  </a:lnTo>
                  <a:cubicBezTo>
                    <a:pt x="16017" y="7286"/>
                    <a:pt x="16136" y="7405"/>
                    <a:pt x="16282" y="7405"/>
                  </a:cubicBezTo>
                  <a:cubicBezTo>
                    <a:pt x="16430" y="7405"/>
                    <a:pt x="16548" y="7286"/>
                    <a:pt x="16548" y="7139"/>
                  </a:cubicBezTo>
                  <a:lnTo>
                    <a:pt x="16548" y="6161"/>
                  </a:lnTo>
                  <a:lnTo>
                    <a:pt x="17529" y="6161"/>
                  </a:lnTo>
                  <a:cubicBezTo>
                    <a:pt x="17577" y="6161"/>
                    <a:pt x="17617" y="6202"/>
                    <a:pt x="17617" y="6249"/>
                  </a:cubicBezTo>
                  <a:lnTo>
                    <a:pt x="17617" y="9966"/>
                  </a:lnTo>
                  <a:cubicBezTo>
                    <a:pt x="17617" y="10014"/>
                    <a:pt x="17577" y="10055"/>
                    <a:pt x="17529" y="10055"/>
                  </a:cubicBezTo>
                  <a:lnTo>
                    <a:pt x="16548" y="10055"/>
                  </a:lnTo>
                  <a:lnTo>
                    <a:pt x="16548" y="8699"/>
                  </a:lnTo>
                  <a:cubicBezTo>
                    <a:pt x="16548" y="8552"/>
                    <a:pt x="16430" y="8433"/>
                    <a:pt x="16282" y="8433"/>
                  </a:cubicBezTo>
                  <a:cubicBezTo>
                    <a:pt x="16136" y="8433"/>
                    <a:pt x="16017" y="8552"/>
                    <a:pt x="16017" y="8699"/>
                  </a:cubicBezTo>
                  <a:lnTo>
                    <a:pt x="16017" y="12064"/>
                  </a:lnTo>
                  <a:cubicBezTo>
                    <a:pt x="16017" y="12211"/>
                    <a:pt x="15897" y="12330"/>
                    <a:pt x="15751" y="12330"/>
                  </a:cubicBezTo>
                  <a:lnTo>
                    <a:pt x="2400" y="12330"/>
                  </a:lnTo>
                  <a:cubicBezTo>
                    <a:pt x="2253" y="12330"/>
                    <a:pt x="2134" y="12211"/>
                    <a:pt x="2134" y="12064"/>
                  </a:cubicBezTo>
                  <a:lnTo>
                    <a:pt x="2134" y="4150"/>
                  </a:lnTo>
                  <a:cubicBezTo>
                    <a:pt x="2134" y="4004"/>
                    <a:pt x="2253" y="3885"/>
                    <a:pt x="2400" y="3885"/>
                  </a:cubicBezTo>
                  <a:lnTo>
                    <a:pt x="11166" y="3885"/>
                  </a:lnTo>
                  <a:cubicBezTo>
                    <a:pt x="11313" y="3885"/>
                    <a:pt x="11432" y="3766"/>
                    <a:pt x="11432" y="3619"/>
                  </a:cubicBezTo>
                  <a:cubicBezTo>
                    <a:pt x="11432" y="3472"/>
                    <a:pt x="11313" y="3354"/>
                    <a:pt x="11166" y="3354"/>
                  </a:cubicBezTo>
                  <a:lnTo>
                    <a:pt x="3952" y="3354"/>
                  </a:lnTo>
                  <a:lnTo>
                    <a:pt x="3952" y="2153"/>
                  </a:lnTo>
                  <a:cubicBezTo>
                    <a:pt x="4426" y="2034"/>
                    <a:pt x="4779" y="1604"/>
                    <a:pt x="4779" y="1093"/>
                  </a:cubicBezTo>
                  <a:cubicBezTo>
                    <a:pt x="4779" y="490"/>
                    <a:pt x="4288" y="0"/>
                    <a:pt x="36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3" name="Google Shape;2943;p64">
              <a:extLst>
                <a:ext uri="{FF2B5EF4-FFF2-40B4-BE49-F238E27FC236}">
                  <a16:creationId xmlns:a16="http://schemas.microsoft.com/office/drawing/2014/main" id="{8DFBF92A-E3DF-4D1C-8ADC-A595E178833D}"/>
                </a:ext>
              </a:extLst>
            </p:cNvPr>
            <p:cNvSpPr/>
            <p:nvPr/>
          </p:nvSpPr>
          <p:spPr>
            <a:xfrm>
              <a:off x="7571445" y="4195093"/>
              <a:ext cx="411874" cy="231575"/>
            </a:xfrm>
            <a:custGeom>
              <a:avLst/>
              <a:gdLst/>
              <a:ahLst/>
              <a:cxnLst/>
              <a:rect l="l" t="t" r="r" b="b"/>
              <a:pathLst>
                <a:path w="12418" h="6982" extrusionOk="0">
                  <a:moveTo>
                    <a:pt x="7700" y="532"/>
                  </a:moveTo>
                  <a:lnTo>
                    <a:pt x="7524" y="880"/>
                  </a:lnTo>
                  <a:lnTo>
                    <a:pt x="4894" y="880"/>
                  </a:lnTo>
                  <a:lnTo>
                    <a:pt x="4718" y="532"/>
                  </a:lnTo>
                  <a:close/>
                  <a:moveTo>
                    <a:pt x="11886" y="532"/>
                  </a:moveTo>
                  <a:lnTo>
                    <a:pt x="11886" y="6449"/>
                  </a:lnTo>
                  <a:lnTo>
                    <a:pt x="532" y="6449"/>
                  </a:lnTo>
                  <a:lnTo>
                    <a:pt x="532" y="532"/>
                  </a:lnTo>
                  <a:lnTo>
                    <a:pt x="4124" y="532"/>
                  </a:lnTo>
                  <a:lnTo>
                    <a:pt x="4444" y="1170"/>
                  </a:lnTo>
                  <a:cubicBezTo>
                    <a:pt x="4516" y="1313"/>
                    <a:pt x="4677" y="1411"/>
                    <a:pt x="4836" y="1411"/>
                  </a:cubicBezTo>
                  <a:lnTo>
                    <a:pt x="7583" y="1411"/>
                  </a:lnTo>
                  <a:cubicBezTo>
                    <a:pt x="7742" y="1411"/>
                    <a:pt x="7903" y="1313"/>
                    <a:pt x="7974" y="1170"/>
                  </a:cubicBezTo>
                  <a:lnTo>
                    <a:pt x="8295" y="532"/>
                  </a:lnTo>
                  <a:close/>
                  <a:moveTo>
                    <a:pt x="444" y="0"/>
                  </a:moveTo>
                  <a:cubicBezTo>
                    <a:pt x="199" y="0"/>
                    <a:pt x="0" y="200"/>
                    <a:pt x="0" y="444"/>
                  </a:cubicBezTo>
                  <a:lnTo>
                    <a:pt x="0" y="6538"/>
                  </a:lnTo>
                  <a:cubicBezTo>
                    <a:pt x="0" y="6782"/>
                    <a:pt x="199" y="6981"/>
                    <a:pt x="444" y="6981"/>
                  </a:cubicBezTo>
                  <a:lnTo>
                    <a:pt x="11975" y="6981"/>
                  </a:lnTo>
                  <a:cubicBezTo>
                    <a:pt x="12219" y="6981"/>
                    <a:pt x="12418" y="6782"/>
                    <a:pt x="12418" y="6538"/>
                  </a:cubicBezTo>
                  <a:lnTo>
                    <a:pt x="12418" y="444"/>
                  </a:lnTo>
                  <a:cubicBezTo>
                    <a:pt x="12418" y="200"/>
                    <a:pt x="12219" y="0"/>
                    <a:pt x="119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4" name="Google Shape;2944;p64">
              <a:extLst>
                <a:ext uri="{FF2B5EF4-FFF2-40B4-BE49-F238E27FC236}">
                  <a16:creationId xmlns:a16="http://schemas.microsoft.com/office/drawing/2014/main" id="{142A7676-5F9D-4341-8E2F-8ED5AE6B0284}"/>
                </a:ext>
              </a:extLst>
            </p:cNvPr>
            <p:cNvSpPr/>
            <p:nvPr/>
          </p:nvSpPr>
          <p:spPr>
            <a:xfrm>
              <a:off x="7634331" y="4249621"/>
              <a:ext cx="54063" cy="79171"/>
            </a:xfrm>
            <a:custGeom>
              <a:avLst/>
              <a:gdLst/>
              <a:ahLst/>
              <a:cxnLst/>
              <a:rect l="l" t="t" r="r" b="b"/>
              <a:pathLst>
                <a:path w="1630" h="2387" extrusionOk="0">
                  <a:moveTo>
                    <a:pt x="1097" y="532"/>
                  </a:moveTo>
                  <a:lnTo>
                    <a:pt x="1097" y="1855"/>
                  </a:lnTo>
                  <a:lnTo>
                    <a:pt x="532" y="1855"/>
                  </a:lnTo>
                  <a:lnTo>
                    <a:pt x="532" y="532"/>
                  </a:lnTo>
                  <a:close/>
                  <a:moveTo>
                    <a:pt x="373" y="0"/>
                  </a:moveTo>
                  <a:cubicBezTo>
                    <a:pt x="168" y="0"/>
                    <a:pt x="1" y="168"/>
                    <a:pt x="1" y="372"/>
                  </a:cubicBezTo>
                  <a:lnTo>
                    <a:pt x="1" y="2014"/>
                  </a:lnTo>
                  <a:cubicBezTo>
                    <a:pt x="1" y="2219"/>
                    <a:pt x="168" y="2386"/>
                    <a:pt x="373" y="2386"/>
                  </a:cubicBezTo>
                  <a:lnTo>
                    <a:pt x="1256" y="2386"/>
                  </a:lnTo>
                  <a:cubicBezTo>
                    <a:pt x="1462" y="2386"/>
                    <a:pt x="1629" y="2219"/>
                    <a:pt x="1629" y="2014"/>
                  </a:cubicBezTo>
                  <a:lnTo>
                    <a:pt x="1629" y="372"/>
                  </a:lnTo>
                  <a:cubicBezTo>
                    <a:pt x="1629" y="168"/>
                    <a:pt x="1462" y="0"/>
                    <a:pt x="12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5" name="Google Shape;2945;p64">
              <a:extLst>
                <a:ext uri="{FF2B5EF4-FFF2-40B4-BE49-F238E27FC236}">
                  <a16:creationId xmlns:a16="http://schemas.microsoft.com/office/drawing/2014/main" id="{A5666227-E1CE-44C0-9CDF-19B2CAC712D1}"/>
                </a:ext>
              </a:extLst>
            </p:cNvPr>
            <p:cNvSpPr/>
            <p:nvPr/>
          </p:nvSpPr>
          <p:spPr>
            <a:xfrm>
              <a:off x="7866404" y="4249621"/>
              <a:ext cx="54030" cy="79171"/>
            </a:xfrm>
            <a:custGeom>
              <a:avLst/>
              <a:gdLst/>
              <a:ahLst/>
              <a:cxnLst/>
              <a:rect l="l" t="t" r="r" b="b"/>
              <a:pathLst>
                <a:path w="1629" h="2387" extrusionOk="0">
                  <a:moveTo>
                    <a:pt x="1096" y="532"/>
                  </a:moveTo>
                  <a:lnTo>
                    <a:pt x="1096" y="1855"/>
                  </a:lnTo>
                  <a:lnTo>
                    <a:pt x="532" y="1855"/>
                  </a:lnTo>
                  <a:lnTo>
                    <a:pt x="532" y="532"/>
                  </a:lnTo>
                  <a:close/>
                  <a:moveTo>
                    <a:pt x="373" y="0"/>
                  </a:moveTo>
                  <a:cubicBezTo>
                    <a:pt x="167" y="0"/>
                    <a:pt x="1" y="168"/>
                    <a:pt x="1" y="372"/>
                  </a:cubicBezTo>
                  <a:lnTo>
                    <a:pt x="1" y="2014"/>
                  </a:lnTo>
                  <a:cubicBezTo>
                    <a:pt x="1" y="2219"/>
                    <a:pt x="167" y="2386"/>
                    <a:pt x="373" y="2386"/>
                  </a:cubicBezTo>
                  <a:lnTo>
                    <a:pt x="1256" y="2386"/>
                  </a:lnTo>
                  <a:cubicBezTo>
                    <a:pt x="1461" y="2386"/>
                    <a:pt x="1628" y="2219"/>
                    <a:pt x="1628" y="2014"/>
                  </a:cubicBezTo>
                  <a:lnTo>
                    <a:pt x="1628" y="372"/>
                  </a:lnTo>
                  <a:cubicBezTo>
                    <a:pt x="1628" y="168"/>
                    <a:pt x="1461" y="0"/>
                    <a:pt x="12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6" name="Google Shape;2946;p64">
              <a:extLst>
                <a:ext uri="{FF2B5EF4-FFF2-40B4-BE49-F238E27FC236}">
                  <a16:creationId xmlns:a16="http://schemas.microsoft.com/office/drawing/2014/main" id="{D50DA566-A703-4D5B-9246-E786CDFC3D92}"/>
                </a:ext>
              </a:extLst>
            </p:cNvPr>
            <p:cNvSpPr/>
            <p:nvPr/>
          </p:nvSpPr>
          <p:spPr>
            <a:xfrm>
              <a:off x="7705641" y="4327365"/>
              <a:ext cx="143483" cy="49486"/>
            </a:xfrm>
            <a:custGeom>
              <a:avLst/>
              <a:gdLst/>
              <a:ahLst/>
              <a:cxnLst/>
              <a:rect l="l" t="t" r="r" b="b"/>
              <a:pathLst>
                <a:path w="4326" h="1492" extrusionOk="0">
                  <a:moveTo>
                    <a:pt x="3794" y="532"/>
                  </a:moveTo>
                  <a:lnTo>
                    <a:pt x="3794" y="959"/>
                  </a:lnTo>
                  <a:lnTo>
                    <a:pt x="532" y="959"/>
                  </a:lnTo>
                  <a:lnTo>
                    <a:pt x="532" y="532"/>
                  </a:lnTo>
                  <a:close/>
                  <a:moveTo>
                    <a:pt x="372" y="0"/>
                  </a:moveTo>
                  <a:cubicBezTo>
                    <a:pt x="168" y="0"/>
                    <a:pt x="1" y="168"/>
                    <a:pt x="1" y="373"/>
                  </a:cubicBezTo>
                  <a:lnTo>
                    <a:pt x="1" y="1119"/>
                  </a:lnTo>
                  <a:cubicBezTo>
                    <a:pt x="1" y="1324"/>
                    <a:pt x="168" y="1491"/>
                    <a:pt x="372" y="1491"/>
                  </a:cubicBezTo>
                  <a:lnTo>
                    <a:pt x="3954" y="1491"/>
                  </a:lnTo>
                  <a:cubicBezTo>
                    <a:pt x="4159" y="1491"/>
                    <a:pt x="4325" y="1324"/>
                    <a:pt x="4325" y="1119"/>
                  </a:cubicBezTo>
                  <a:lnTo>
                    <a:pt x="4325" y="373"/>
                  </a:lnTo>
                  <a:cubicBezTo>
                    <a:pt x="4325" y="168"/>
                    <a:pt x="4159" y="0"/>
                    <a:pt x="39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7" name="Google Shape;2947;p64">
              <a:extLst>
                <a:ext uri="{FF2B5EF4-FFF2-40B4-BE49-F238E27FC236}">
                  <a16:creationId xmlns:a16="http://schemas.microsoft.com/office/drawing/2014/main" id="{788DB662-5E90-4A85-8595-5D48C0910969}"/>
                </a:ext>
              </a:extLst>
            </p:cNvPr>
            <p:cNvSpPr/>
            <p:nvPr/>
          </p:nvSpPr>
          <p:spPr>
            <a:xfrm>
              <a:off x="7659704" y="4016321"/>
              <a:ext cx="235390" cy="97048"/>
            </a:xfrm>
            <a:custGeom>
              <a:avLst/>
              <a:gdLst/>
              <a:ahLst/>
              <a:cxnLst/>
              <a:rect l="l" t="t" r="r" b="b"/>
              <a:pathLst>
                <a:path w="7097" h="2926" extrusionOk="0">
                  <a:moveTo>
                    <a:pt x="4059" y="0"/>
                  </a:moveTo>
                  <a:cubicBezTo>
                    <a:pt x="4009" y="0"/>
                    <a:pt x="3970" y="12"/>
                    <a:pt x="3950" y="20"/>
                  </a:cubicBezTo>
                  <a:cubicBezTo>
                    <a:pt x="3902" y="38"/>
                    <a:pt x="3744" y="116"/>
                    <a:pt x="3744" y="354"/>
                  </a:cubicBezTo>
                  <a:lnTo>
                    <a:pt x="3744" y="2062"/>
                  </a:lnTo>
                  <a:lnTo>
                    <a:pt x="2633" y="845"/>
                  </a:lnTo>
                  <a:cubicBezTo>
                    <a:pt x="2539" y="742"/>
                    <a:pt x="2442" y="716"/>
                    <a:pt x="2368" y="716"/>
                  </a:cubicBezTo>
                  <a:cubicBezTo>
                    <a:pt x="2316" y="716"/>
                    <a:pt x="2276" y="729"/>
                    <a:pt x="2256" y="736"/>
                  </a:cubicBezTo>
                  <a:cubicBezTo>
                    <a:pt x="2208" y="755"/>
                    <a:pt x="2052" y="834"/>
                    <a:pt x="2052" y="1071"/>
                  </a:cubicBezTo>
                  <a:lnTo>
                    <a:pt x="2052" y="1763"/>
                  </a:lnTo>
                  <a:lnTo>
                    <a:pt x="266" y="1763"/>
                  </a:lnTo>
                  <a:cubicBezTo>
                    <a:pt x="120" y="1763"/>
                    <a:pt x="1" y="1882"/>
                    <a:pt x="1" y="2029"/>
                  </a:cubicBezTo>
                  <a:cubicBezTo>
                    <a:pt x="1" y="2176"/>
                    <a:pt x="120" y="2295"/>
                    <a:pt x="266" y="2295"/>
                  </a:cubicBezTo>
                  <a:lnTo>
                    <a:pt x="2140" y="2295"/>
                  </a:lnTo>
                  <a:cubicBezTo>
                    <a:pt x="2385" y="2295"/>
                    <a:pt x="2584" y="2096"/>
                    <a:pt x="2584" y="1851"/>
                  </a:cubicBezTo>
                  <a:lnTo>
                    <a:pt x="2584" y="1579"/>
                  </a:lnTo>
                  <a:lnTo>
                    <a:pt x="3694" y="2796"/>
                  </a:lnTo>
                  <a:cubicBezTo>
                    <a:pt x="3788" y="2900"/>
                    <a:pt x="3886" y="2925"/>
                    <a:pt x="3960" y="2925"/>
                  </a:cubicBezTo>
                  <a:cubicBezTo>
                    <a:pt x="4011" y="2925"/>
                    <a:pt x="4051" y="2913"/>
                    <a:pt x="4071" y="2905"/>
                  </a:cubicBezTo>
                  <a:cubicBezTo>
                    <a:pt x="4119" y="2886"/>
                    <a:pt x="4276" y="2807"/>
                    <a:pt x="4276" y="2571"/>
                  </a:cubicBezTo>
                  <a:lnTo>
                    <a:pt x="4276" y="878"/>
                  </a:lnTo>
                  <a:lnTo>
                    <a:pt x="5001" y="1696"/>
                  </a:lnTo>
                  <a:cubicBezTo>
                    <a:pt x="5117" y="1827"/>
                    <a:pt x="5320" y="1918"/>
                    <a:pt x="5495" y="1918"/>
                  </a:cubicBezTo>
                  <a:lnTo>
                    <a:pt x="6830" y="1918"/>
                  </a:lnTo>
                  <a:cubicBezTo>
                    <a:pt x="6977" y="1918"/>
                    <a:pt x="7095" y="1799"/>
                    <a:pt x="7095" y="1652"/>
                  </a:cubicBezTo>
                  <a:cubicBezTo>
                    <a:pt x="7096" y="1506"/>
                    <a:pt x="6977" y="1387"/>
                    <a:pt x="6830" y="1387"/>
                  </a:cubicBezTo>
                  <a:lnTo>
                    <a:pt x="5496" y="1387"/>
                  </a:lnTo>
                  <a:cubicBezTo>
                    <a:pt x="5471" y="1386"/>
                    <a:pt x="5416" y="1360"/>
                    <a:pt x="5399" y="1344"/>
                  </a:cubicBezTo>
                  <a:lnTo>
                    <a:pt x="4326" y="134"/>
                  </a:lnTo>
                  <a:cubicBezTo>
                    <a:pt x="4232" y="27"/>
                    <a:pt x="4133" y="0"/>
                    <a:pt x="40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8" name="Google Shape;2948;p64">
              <a:extLst>
                <a:ext uri="{FF2B5EF4-FFF2-40B4-BE49-F238E27FC236}">
                  <a16:creationId xmlns:a16="http://schemas.microsoft.com/office/drawing/2014/main" id="{D7C653C4-986E-4592-9FB5-B62956034E5C}"/>
                </a:ext>
              </a:extLst>
            </p:cNvPr>
            <p:cNvSpPr/>
            <p:nvPr/>
          </p:nvSpPr>
          <p:spPr>
            <a:xfrm>
              <a:off x="7861130" y="4533402"/>
              <a:ext cx="17678" cy="17645"/>
            </a:xfrm>
            <a:custGeom>
              <a:avLst/>
              <a:gdLst/>
              <a:ahLst/>
              <a:cxnLst/>
              <a:rect l="l" t="t" r="r" b="b"/>
              <a:pathLst>
                <a:path w="533" h="532" extrusionOk="0">
                  <a:moveTo>
                    <a:pt x="267" y="0"/>
                  </a:moveTo>
                  <a:cubicBezTo>
                    <a:pt x="197" y="0"/>
                    <a:pt x="128" y="29"/>
                    <a:pt x="79" y="78"/>
                  </a:cubicBezTo>
                  <a:cubicBezTo>
                    <a:pt x="29" y="127"/>
                    <a:pt x="1" y="196"/>
                    <a:pt x="1" y="266"/>
                  </a:cubicBezTo>
                  <a:cubicBezTo>
                    <a:pt x="1" y="336"/>
                    <a:pt x="29" y="405"/>
                    <a:pt x="79" y="454"/>
                  </a:cubicBezTo>
                  <a:cubicBezTo>
                    <a:pt x="128" y="503"/>
                    <a:pt x="197" y="532"/>
                    <a:pt x="267" y="532"/>
                  </a:cubicBezTo>
                  <a:cubicBezTo>
                    <a:pt x="336" y="532"/>
                    <a:pt x="405" y="503"/>
                    <a:pt x="455" y="454"/>
                  </a:cubicBezTo>
                  <a:cubicBezTo>
                    <a:pt x="504" y="405"/>
                    <a:pt x="533" y="336"/>
                    <a:pt x="533" y="266"/>
                  </a:cubicBezTo>
                  <a:cubicBezTo>
                    <a:pt x="533" y="196"/>
                    <a:pt x="504" y="127"/>
                    <a:pt x="455" y="78"/>
                  </a:cubicBezTo>
                  <a:cubicBezTo>
                    <a:pt x="405" y="29"/>
                    <a:pt x="336" y="0"/>
                    <a:pt x="2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9" name="Google Shape;2949;p64">
              <a:extLst>
                <a:ext uri="{FF2B5EF4-FFF2-40B4-BE49-F238E27FC236}">
                  <a16:creationId xmlns:a16="http://schemas.microsoft.com/office/drawing/2014/main" id="{CCE5C281-66ED-416D-A962-37523F0D530E}"/>
                </a:ext>
              </a:extLst>
            </p:cNvPr>
            <p:cNvSpPr/>
            <p:nvPr/>
          </p:nvSpPr>
          <p:spPr>
            <a:xfrm>
              <a:off x="7906271" y="4533402"/>
              <a:ext cx="17678" cy="17645"/>
            </a:xfrm>
            <a:custGeom>
              <a:avLst/>
              <a:gdLst/>
              <a:ahLst/>
              <a:cxnLst/>
              <a:rect l="l" t="t" r="r" b="b"/>
              <a:pathLst>
                <a:path w="533" h="532" extrusionOk="0">
                  <a:moveTo>
                    <a:pt x="266" y="0"/>
                  </a:moveTo>
                  <a:cubicBezTo>
                    <a:pt x="195" y="0"/>
                    <a:pt x="127" y="29"/>
                    <a:pt x="77" y="78"/>
                  </a:cubicBezTo>
                  <a:cubicBezTo>
                    <a:pt x="29" y="127"/>
                    <a:pt x="0" y="196"/>
                    <a:pt x="0" y="266"/>
                  </a:cubicBezTo>
                  <a:cubicBezTo>
                    <a:pt x="0" y="336"/>
                    <a:pt x="28" y="405"/>
                    <a:pt x="77" y="454"/>
                  </a:cubicBezTo>
                  <a:cubicBezTo>
                    <a:pt x="127" y="503"/>
                    <a:pt x="195" y="532"/>
                    <a:pt x="266" y="532"/>
                  </a:cubicBezTo>
                  <a:cubicBezTo>
                    <a:pt x="336" y="532"/>
                    <a:pt x="405" y="503"/>
                    <a:pt x="454" y="454"/>
                  </a:cubicBezTo>
                  <a:cubicBezTo>
                    <a:pt x="503" y="405"/>
                    <a:pt x="532" y="336"/>
                    <a:pt x="532" y="266"/>
                  </a:cubicBezTo>
                  <a:cubicBezTo>
                    <a:pt x="532" y="196"/>
                    <a:pt x="503" y="127"/>
                    <a:pt x="454" y="78"/>
                  </a:cubicBezTo>
                  <a:cubicBezTo>
                    <a:pt x="404" y="29"/>
                    <a:pt x="336" y="0"/>
                    <a:pt x="2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0" name="Google Shape;2950;p64">
              <a:extLst>
                <a:ext uri="{FF2B5EF4-FFF2-40B4-BE49-F238E27FC236}">
                  <a16:creationId xmlns:a16="http://schemas.microsoft.com/office/drawing/2014/main" id="{AF18390A-EED9-49E3-B9DC-9A729C30400E}"/>
                </a:ext>
              </a:extLst>
            </p:cNvPr>
            <p:cNvSpPr/>
            <p:nvPr/>
          </p:nvSpPr>
          <p:spPr>
            <a:xfrm>
              <a:off x="7951346" y="4533402"/>
              <a:ext cx="17678" cy="17645"/>
            </a:xfrm>
            <a:custGeom>
              <a:avLst/>
              <a:gdLst/>
              <a:ahLst/>
              <a:cxnLst/>
              <a:rect l="l" t="t" r="r" b="b"/>
              <a:pathLst>
                <a:path w="533" h="532" extrusionOk="0">
                  <a:moveTo>
                    <a:pt x="267" y="0"/>
                  </a:moveTo>
                  <a:cubicBezTo>
                    <a:pt x="197" y="0"/>
                    <a:pt x="128" y="29"/>
                    <a:pt x="79" y="78"/>
                  </a:cubicBezTo>
                  <a:cubicBezTo>
                    <a:pt x="29" y="127"/>
                    <a:pt x="1" y="196"/>
                    <a:pt x="1" y="266"/>
                  </a:cubicBezTo>
                  <a:cubicBezTo>
                    <a:pt x="1" y="336"/>
                    <a:pt x="29" y="405"/>
                    <a:pt x="79" y="454"/>
                  </a:cubicBezTo>
                  <a:cubicBezTo>
                    <a:pt x="128" y="503"/>
                    <a:pt x="197" y="532"/>
                    <a:pt x="267" y="532"/>
                  </a:cubicBezTo>
                  <a:cubicBezTo>
                    <a:pt x="336" y="532"/>
                    <a:pt x="405" y="503"/>
                    <a:pt x="454" y="454"/>
                  </a:cubicBezTo>
                  <a:cubicBezTo>
                    <a:pt x="504" y="405"/>
                    <a:pt x="532" y="336"/>
                    <a:pt x="532" y="266"/>
                  </a:cubicBezTo>
                  <a:cubicBezTo>
                    <a:pt x="532" y="196"/>
                    <a:pt x="504" y="127"/>
                    <a:pt x="454" y="78"/>
                  </a:cubicBezTo>
                  <a:cubicBezTo>
                    <a:pt x="405" y="29"/>
                    <a:pt x="336" y="0"/>
                    <a:pt x="2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1" name="Google Shape;2951;p64">
              <a:extLst>
                <a:ext uri="{FF2B5EF4-FFF2-40B4-BE49-F238E27FC236}">
                  <a16:creationId xmlns:a16="http://schemas.microsoft.com/office/drawing/2014/main" id="{28F58844-481A-4E21-80AF-096E48954779}"/>
                </a:ext>
              </a:extLst>
            </p:cNvPr>
            <p:cNvSpPr/>
            <p:nvPr/>
          </p:nvSpPr>
          <p:spPr>
            <a:xfrm>
              <a:off x="7585773" y="4533402"/>
              <a:ext cx="90348" cy="17645"/>
            </a:xfrm>
            <a:custGeom>
              <a:avLst/>
              <a:gdLst/>
              <a:ahLst/>
              <a:cxnLst/>
              <a:rect l="l" t="t" r="r" b="b"/>
              <a:pathLst>
                <a:path w="2724" h="532" extrusionOk="0">
                  <a:moveTo>
                    <a:pt x="265" y="0"/>
                  </a:moveTo>
                  <a:cubicBezTo>
                    <a:pt x="119" y="0"/>
                    <a:pt x="1" y="119"/>
                    <a:pt x="1" y="266"/>
                  </a:cubicBezTo>
                  <a:cubicBezTo>
                    <a:pt x="1" y="413"/>
                    <a:pt x="120" y="532"/>
                    <a:pt x="265" y="532"/>
                  </a:cubicBezTo>
                  <a:lnTo>
                    <a:pt x="2457" y="532"/>
                  </a:lnTo>
                  <a:cubicBezTo>
                    <a:pt x="2604" y="532"/>
                    <a:pt x="2723" y="413"/>
                    <a:pt x="2723" y="266"/>
                  </a:cubicBezTo>
                  <a:cubicBezTo>
                    <a:pt x="2723" y="119"/>
                    <a:pt x="2604" y="0"/>
                    <a:pt x="24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202" name="Google Shape;1322;p39">
            <a:extLst>
              <a:ext uri="{FF2B5EF4-FFF2-40B4-BE49-F238E27FC236}">
                <a16:creationId xmlns:a16="http://schemas.microsoft.com/office/drawing/2014/main" id="{54AE40E3-85BD-4AA8-B349-D58473ACF221}"/>
              </a:ext>
            </a:extLst>
          </p:cNvPr>
          <p:cNvSpPr/>
          <p:nvPr/>
        </p:nvSpPr>
        <p:spPr>
          <a:xfrm rot="5400000">
            <a:off x="4093949" y="1679966"/>
            <a:ext cx="956100" cy="8286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002E8A">
              <a:alpha val="33000"/>
            </a:srgbClr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3" name="Google Shape;1323;p39">
            <a:extLst>
              <a:ext uri="{FF2B5EF4-FFF2-40B4-BE49-F238E27FC236}">
                <a16:creationId xmlns:a16="http://schemas.microsoft.com/office/drawing/2014/main" id="{80A0CD24-3454-4353-9FCC-3D709061756F}"/>
              </a:ext>
            </a:extLst>
          </p:cNvPr>
          <p:cNvSpPr/>
          <p:nvPr/>
        </p:nvSpPr>
        <p:spPr>
          <a:xfrm rot="5400000">
            <a:off x="6824757" y="5329885"/>
            <a:ext cx="956100" cy="8286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002E8A">
              <a:alpha val="33000"/>
            </a:srgbClr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177F30D2-1DA9-485E-830D-502B5B34BB46}"/>
              </a:ext>
            </a:extLst>
          </p:cNvPr>
          <p:cNvSpPr txBox="1"/>
          <p:nvPr/>
        </p:nvSpPr>
        <p:spPr>
          <a:xfrm>
            <a:off x="3539888" y="2741892"/>
            <a:ext cx="209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a-IR" sz="1800" dirty="0">
                <a:solidFill>
                  <a:schemeClr val="tx1"/>
                </a:solidFill>
                <a:cs typeface="Yekan" pitchFamily="2" charset="-78"/>
              </a:rPr>
              <a:t>ضمیمه کردن خدمات</a:t>
            </a:r>
            <a:endParaRPr lang="en-US" sz="1800" dirty="0">
              <a:solidFill>
                <a:schemeClr val="tx1"/>
              </a:solidFill>
              <a:cs typeface="Yekan" pitchFamily="2" charset="-78"/>
            </a:endParaRPr>
          </a:p>
        </p:txBody>
      </p:sp>
      <p:grpSp>
        <p:nvGrpSpPr>
          <p:cNvPr id="206" name="Google Shape;11890;p79">
            <a:extLst>
              <a:ext uri="{FF2B5EF4-FFF2-40B4-BE49-F238E27FC236}">
                <a16:creationId xmlns:a16="http://schemas.microsoft.com/office/drawing/2014/main" id="{C11E0A2B-8F62-4F49-A82A-FD648F925F15}"/>
              </a:ext>
            </a:extLst>
          </p:cNvPr>
          <p:cNvGrpSpPr/>
          <p:nvPr/>
        </p:nvGrpSpPr>
        <p:grpSpPr>
          <a:xfrm>
            <a:off x="7043082" y="5485429"/>
            <a:ext cx="548640" cy="548640"/>
            <a:chOff x="3097241" y="2433564"/>
            <a:chExt cx="344883" cy="343387"/>
          </a:xfrm>
        </p:grpSpPr>
        <p:sp>
          <p:nvSpPr>
            <p:cNvPr id="207" name="Google Shape;11891;p79">
              <a:extLst>
                <a:ext uri="{FF2B5EF4-FFF2-40B4-BE49-F238E27FC236}">
                  <a16:creationId xmlns:a16="http://schemas.microsoft.com/office/drawing/2014/main" id="{F3709487-DE61-42FA-9D70-470E7A0461C1}"/>
                </a:ext>
              </a:extLst>
            </p:cNvPr>
            <p:cNvSpPr/>
            <p:nvPr/>
          </p:nvSpPr>
          <p:spPr>
            <a:xfrm>
              <a:off x="3151825" y="2465806"/>
              <a:ext cx="235746" cy="311146"/>
            </a:xfrm>
            <a:custGeom>
              <a:avLst/>
              <a:gdLst/>
              <a:ahLst/>
              <a:cxnLst/>
              <a:rect l="l" t="t" r="r" b="b"/>
              <a:pathLst>
                <a:path w="7407" h="9776" extrusionOk="0">
                  <a:moveTo>
                    <a:pt x="3703" y="322"/>
                  </a:moveTo>
                  <a:cubicBezTo>
                    <a:pt x="5573" y="322"/>
                    <a:pt x="7097" y="1846"/>
                    <a:pt x="7097" y="3715"/>
                  </a:cubicBezTo>
                  <a:cubicBezTo>
                    <a:pt x="7097" y="5239"/>
                    <a:pt x="6144" y="6728"/>
                    <a:pt x="5358" y="7704"/>
                  </a:cubicBezTo>
                  <a:cubicBezTo>
                    <a:pt x="4656" y="8573"/>
                    <a:pt x="3953" y="9192"/>
                    <a:pt x="3703" y="9418"/>
                  </a:cubicBezTo>
                  <a:cubicBezTo>
                    <a:pt x="3441" y="9192"/>
                    <a:pt x="2751" y="8573"/>
                    <a:pt x="2048" y="7704"/>
                  </a:cubicBezTo>
                  <a:cubicBezTo>
                    <a:pt x="1263" y="6728"/>
                    <a:pt x="310" y="5239"/>
                    <a:pt x="310" y="3715"/>
                  </a:cubicBezTo>
                  <a:cubicBezTo>
                    <a:pt x="310" y="1846"/>
                    <a:pt x="1822" y="322"/>
                    <a:pt x="3703" y="322"/>
                  </a:cubicBezTo>
                  <a:close/>
                  <a:moveTo>
                    <a:pt x="3703" y="1"/>
                  </a:moveTo>
                  <a:cubicBezTo>
                    <a:pt x="1667" y="1"/>
                    <a:pt x="0" y="1668"/>
                    <a:pt x="0" y="3704"/>
                  </a:cubicBezTo>
                  <a:cubicBezTo>
                    <a:pt x="0" y="4418"/>
                    <a:pt x="191" y="5192"/>
                    <a:pt x="560" y="5978"/>
                  </a:cubicBezTo>
                  <a:cubicBezTo>
                    <a:pt x="858" y="6609"/>
                    <a:pt x="1274" y="7263"/>
                    <a:pt x="1798" y="7894"/>
                  </a:cubicBezTo>
                  <a:cubicBezTo>
                    <a:pt x="2691" y="9002"/>
                    <a:pt x="3549" y="9716"/>
                    <a:pt x="3596" y="9740"/>
                  </a:cubicBezTo>
                  <a:cubicBezTo>
                    <a:pt x="3626" y="9764"/>
                    <a:pt x="3665" y="9776"/>
                    <a:pt x="3700" y="9776"/>
                  </a:cubicBezTo>
                  <a:cubicBezTo>
                    <a:pt x="3736" y="9776"/>
                    <a:pt x="3769" y="9764"/>
                    <a:pt x="3787" y="9740"/>
                  </a:cubicBezTo>
                  <a:cubicBezTo>
                    <a:pt x="3822" y="9716"/>
                    <a:pt x="4703" y="9002"/>
                    <a:pt x="5596" y="7894"/>
                  </a:cubicBezTo>
                  <a:cubicBezTo>
                    <a:pt x="6108" y="7252"/>
                    <a:pt x="6525" y="6609"/>
                    <a:pt x="6823" y="5978"/>
                  </a:cubicBezTo>
                  <a:cubicBezTo>
                    <a:pt x="7204" y="5192"/>
                    <a:pt x="7394" y="4418"/>
                    <a:pt x="7394" y="3704"/>
                  </a:cubicBezTo>
                  <a:cubicBezTo>
                    <a:pt x="7406" y="1668"/>
                    <a:pt x="5739" y="1"/>
                    <a:pt x="3703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8" name="Google Shape;11892;p79">
              <a:extLst>
                <a:ext uri="{FF2B5EF4-FFF2-40B4-BE49-F238E27FC236}">
                  <a16:creationId xmlns:a16="http://schemas.microsoft.com/office/drawing/2014/main" id="{F7EF1A00-70AE-47CD-859D-12D034721E04}"/>
                </a:ext>
              </a:extLst>
            </p:cNvPr>
            <p:cNvSpPr/>
            <p:nvPr/>
          </p:nvSpPr>
          <p:spPr>
            <a:xfrm>
              <a:off x="3179483" y="2492732"/>
              <a:ext cx="181926" cy="181894"/>
            </a:xfrm>
            <a:custGeom>
              <a:avLst/>
              <a:gdLst/>
              <a:ahLst/>
              <a:cxnLst/>
              <a:rect l="l" t="t" r="r" b="b"/>
              <a:pathLst>
                <a:path w="5716" h="5715" extrusionOk="0">
                  <a:moveTo>
                    <a:pt x="2858" y="0"/>
                  </a:moveTo>
                  <a:cubicBezTo>
                    <a:pt x="1286" y="0"/>
                    <a:pt x="1" y="1286"/>
                    <a:pt x="1" y="2858"/>
                  </a:cubicBezTo>
                  <a:cubicBezTo>
                    <a:pt x="1" y="4441"/>
                    <a:pt x="1286" y="5715"/>
                    <a:pt x="2858" y="5715"/>
                  </a:cubicBezTo>
                  <a:cubicBezTo>
                    <a:pt x="4442" y="5715"/>
                    <a:pt x="5716" y="4429"/>
                    <a:pt x="5716" y="2858"/>
                  </a:cubicBezTo>
                  <a:cubicBezTo>
                    <a:pt x="5692" y="2131"/>
                    <a:pt x="5418" y="1429"/>
                    <a:pt x="4918" y="893"/>
                  </a:cubicBezTo>
                  <a:cubicBezTo>
                    <a:pt x="4888" y="863"/>
                    <a:pt x="4846" y="848"/>
                    <a:pt x="4805" y="848"/>
                  </a:cubicBezTo>
                  <a:cubicBezTo>
                    <a:pt x="4763" y="848"/>
                    <a:pt x="4721" y="863"/>
                    <a:pt x="4692" y="893"/>
                  </a:cubicBezTo>
                  <a:cubicBezTo>
                    <a:pt x="4632" y="953"/>
                    <a:pt x="4632" y="1060"/>
                    <a:pt x="4692" y="1119"/>
                  </a:cubicBezTo>
                  <a:cubicBezTo>
                    <a:pt x="5144" y="1595"/>
                    <a:pt x="5394" y="2215"/>
                    <a:pt x="5394" y="2869"/>
                  </a:cubicBezTo>
                  <a:cubicBezTo>
                    <a:pt x="5394" y="4274"/>
                    <a:pt x="4251" y="5417"/>
                    <a:pt x="2846" y="5417"/>
                  </a:cubicBezTo>
                  <a:cubicBezTo>
                    <a:pt x="1453" y="5417"/>
                    <a:pt x="298" y="4274"/>
                    <a:pt x="298" y="2869"/>
                  </a:cubicBezTo>
                  <a:cubicBezTo>
                    <a:pt x="298" y="1476"/>
                    <a:pt x="1453" y="333"/>
                    <a:pt x="2846" y="333"/>
                  </a:cubicBezTo>
                  <a:cubicBezTo>
                    <a:pt x="3299" y="333"/>
                    <a:pt x="3739" y="452"/>
                    <a:pt x="4132" y="667"/>
                  </a:cubicBezTo>
                  <a:cubicBezTo>
                    <a:pt x="4157" y="683"/>
                    <a:pt x="4185" y="691"/>
                    <a:pt x="4214" y="691"/>
                  </a:cubicBezTo>
                  <a:cubicBezTo>
                    <a:pt x="4269" y="691"/>
                    <a:pt x="4323" y="662"/>
                    <a:pt x="4346" y="607"/>
                  </a:cubicBezTo>
                  <a:cubicBezTo>
                    <a:pt x="4394" y="536"/>
                    <a:pt x="4370" y="429"/>
                    <a:pt x="4287" y="393"/>
                  </a:cubicBezTo>
                  <a:cubicBezTo>
                    <a:pt x="3858" y="131"/>
                    <a:pt x="3370" y="0"/>
                    <a:pt x="2858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9" name="Google Shape;11893;p79">
              <a:extLst>
                <a:ext uri="{FF2B5EF4-FFF2-40B4-BE49-F238E27FC236}">
                  <a16:creationId xmlns:a16="http://schemas.microsoft.com/office/drawing/2014/main" id="{4AB27873-3809-4B9F-970C-C9EE386FE86A}"/>
                </a:ext>
              </a:extLst>
            </p:cNvPr>
            <p:cNvSpPr/>
            <p:nvPr/>
          </p:nvSpPr>
          <p:spPr>
            <a:xfrm>
              <a:off x="3242024" y="2524941"/>
              <a:ext cx="54202" cy="117857"/>
            </a:xfrm>
            <a:custGeom>
              <a:avLst/>
              <a:gdLst/>
              <a:ahLst/>
              <a:cxnLst/>
              <a:rect l="l" t="t" r="r" b="b"/>
              <a:pathLst>
                <a:path w="1703" h="3703" extrusionOk="0">
                  <a:moveTo>
                    <a:pt x="857" y="0"/>
                  </a:moveTo>
                  <a:cubicBezTo>
                    <a:pt x="762" y="0"/>
                    <a:pt x="691" y="71"/>
                    <a:pt x="691" y="167"/>
                  </a:cubicBezTo>
                  <a:lnTo>
                    <a:pt x="691" y="524"/>
                  </a:lnTo>
                  <a:cubicBezTo>
                    <a:pt x="322" y="560"/>
                    <a:pt x="24" y="881"/>
                    <a:pt x="24" y="1262"/>
                  </a:cubicBezTo>
                  <a:cubicBezTo>
                    <a:pt x="24" y="1679"/>
                    <a:pt x="357" y="2012"/>
                    <a:pt x="762" y="2012"/>
                  </a:cubicBezTo>
                  <a:lnTo>
                    <a:pt x="929" y="2012"/>
                  </a:lnTo>
                  <a:cubicBezTo>
                    <a:pt x="1167" y="2012"/>
                    <a:pt x="1357" y="2203"/>
                    <a:pt x="1357" y="2441"/>
                  </a:cubicBezTo>
                  <a:cubicBezTo>
                    <a:pt x="1357" y="2679"/>
                    <a:pt x="1167" y="2869"/>
                    <a:pt x="929" y="2869"/>
                  </a:cubicBezTo>
                  <a:lnTo>
                    <a:pt x="679" y="2869"/>
                  </a:lnTo>
                  <a:cubicBezTo>
                    <a:pt x="476" y="2869"/>
                    <a:pt x="334" y="2703"/>
                    <a:pt x="334" y="2524"/>
                  </a:cubicBezTo>
                  <a:cubicBezTo>
                    <a:pt x="334" y="2441"/>
                    <a:pt x="262" y="2369"/>
                    <a:pt x="167" y="2369"/>
                  </a:cubicBezTo>
                  <a:cubicBezTo>
                    <a:pt x="83" y="2369"/>
                    <a:pt x="0" y="2441"/>
                    <a:pt x="0" y="2524"/>
                  </a:cubicBezTo>
                  <a:cubicBezTo>
                    <a:pt x="0" y="2905"/>
                    <a:pt x="298" y="3203"/>
                    <a:pt x="679" y="3203"/>
                  </a:cubicBezTo>
                  <a:lnTo>
                    <a:pt x="691" y="3203"/>
                  </a:lnTo>
                  <a:lnTo>
                    <a:pt x="691" y="3536"/>
                  </a:lnTo>
                  <a:cubicBezTo>
                    <a:pt x="691" y="3631"/>
                    <a:pt x="762" y="3703"/>
                    <a:pt x="857" y="3703"/>
                  </a:cubicBezTo>
                  <a:cubicBezTo>
                    <a:pt x="941" y="3703"/>
                    <a:pt x="1012" y="3631"/>
                    <a:pt x="1012" y="3536"/>
                  </a:cubicBezTo>
                  <a:lnTo>
                    <a:pt x="1012" y="3179"/>
                  </a:lnTo>
                  <a:cubicBezTo>
                    <a:pt x="1393" y="3143"/>
                    <a:pt x="1691" y="2822"/>
                    <a:pt x="1691" y="2441"/>
                  </a:cubicBezTo>
                  <a:cubicBezTo>
                    <a:pt x="1691" y="2024"/>
                    <a:pt x="1346" y="1691"/>
                    <a:pt x="941" y="1691"/>
                  </a:cubicBezTo>
                  <a:lnTo>
                    <a:pt x="774" y="1691"/>
                  </a:lnTo>
                  <a:cubicBezTo>
                    <a:pt x="536" y="1691"/>
                    <a:pt x="345" y="1500"/>
                    <a:pt x="345" y="1262"/>
                  </a:cubicBezTo>
                  <a:cubicBezTo>
                    <a:pt x="345" y="1024"/>
                    <a:pt x="536" y="833"/>
                    <a:pt x="774" y="833"/>
                  </a:cubicBezTo>
                  <a:lnTo>
                    <a:pt x="1036" y="833"/>
                  </a:lnTo>
                  <a:cubicBezTo>
                    <a:pt x="1226" y="833"/>
                    <a:pt x="1369" y="1000"/>
                    <a:pt x="1369" y="1179"/>
                  </a:cubicBezTo>
                  <a:lnTo>
                    <a:pt x="1369" y="1345"/>
                  </a:lnTo>
                  <a:cubicBezTo>
                    <a:pt x="1393" y="1429"/>
                    <a:pt x="1453" y="1500"/>
                    <a:pt x="1536" y="1500"/>
                  </a:cubicBezTo>
                  <a:cubicBezTo>
                    <a:pt x="1631" y="1500"/>
                    <a:pt x="1703" y="1429"/>
                    <a:pt x="1703" y="1345"/>
                  </a:cubicBezTo>
                  <a:lnTo>
                    <a:pt x="1703" y="1179"/>
                  </a:lnTo>
                  <a:cubicBezTo>
                    <a:pt x="1703" y="810"/>
                    <a:pt x="1405" y="512"/>
                    <a:pt x="1036" y="512"/>
                  </a:cubicBezTo>
                  <a:lnTo>
                    <a:pt x="1012" y="512"/>
                  </a:lnTo>
                  <a:lnTo>
                    <a:pt x="1012" y="167"/>
                  </a:lnTo>
                  <a:cubicBezTo>
                    <a:pt x="1012" y="71"/>
                    <a:pt x="941" y="0"/>
                    <a:pt x="857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2" name="Google Shape;11894;p79">
              <a:extLst>
                <a:ext uri="{FF2B5EF4-FFF2-40B4-BE49-F238E27FC236}">
                  <a16:creationId xmlns:a16="http://schemas.microsoft.com/office/drawing/2014/main" id="{ECDFC13F-5C2E-4236-8A68-BA625F184B96}"/>
                </a:ext>
              </a:extLst>
            </p:cNvPr>
            <p:cNvSpPr/>
            <p:nvPr/>
          </p:nvSpPr>
          <p:spPr>
            <a:xfrm>
              <a:off x="3390945" y="2433724"/>
              <a:ext cx="51179" cy="85934"/>
            </a:xfrm>
            <a:custGeom>
              <a:avLst/>
              <a:gdLst/>
              <a:ahLst/>
              <a:cxnLst/>
              <a:rect l="l" t="t" r="r" b="b"/>
              <a:pathLst>
                <a:path w="1608" h="2700" extrusionOk="0">
                  <a:moveTo>
                    <a:pt x="182" y="1"/>
                  </a:moveTo>
                  <a:cubicBezTo>
                    <a:pt x="134" y="1"/>
                    <a:pt x="86" y="22"/>
                    <a:pt x="48" y="68"/>
                  </a:cubicBezTo>
                  <a:cubicBezTo>
                    <a:pt x="0" y="140"/>
                    <a:pt x="12" y="235"/>
                    <a:pt x="84" y="294"/>
                  </a:cubicBezTo>
                  <a:cubicBezTo>
                    <a:pt x="834" y="794"/>
                    <a:pt x="1274" y="1628"/>
                    <a:pt x="1274" y="2545"/>
                  </a:cubicBezTo>
                  <a:cubicBezTo>
                    <a:pt x="1274" y="2628"/>
                    <a:pt x="1358" y="2699"/>
                    <a:pt x="1441" y="2699"/>
                  </a:cubicBezTo>
                  <a:cubicBezTo>
                    <a:pt x="1536" y="2699"/>
                    <a:pt x="1608" y="2628"/>
                    <a:pt x="1608" y="2545"/>
                  </a:cubicBezTo>
                  <a:cubicBezTo>
                    <a:pt x="1596" y="1533"/>
                    <a:pt x="1096" y="592"/>
                    <a:pt x="262" y="20"/>
                  </a:cubicBezTo>
                  <a:cubicBezTo>
                    <a:pt x="237" y="8"/>
                    <a:pt x="209" y="1"/>
                    <a:pt x="182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3" name="Google Shape;11895;p79">
              <a:extLst>
                <a:ext uri="{FF2B5EF4-FFF2-40B4-BE49-F238E27FC236}">
                  <a16:creationId xmlns:a16="http://schemas.microsoft.com/office/drawing/2014/main" id="{949B6AF2-FF77-4D75-97B4-FF5AEF4C0E69}"/>
                </a:ext>
              </a:extLst>
            </p:cNvPr>
            <p:cNvSpPr/>
            <p:nvPr/>
          </p:nvSpPr>
          <p:spPr>
            <a:xfrm>
              <a:off x="3360613" y="2478187"/>
              <a:ext cx="27340" cy="41471"/>
            </a:xfrm>
            <a:custGeom>
              <a:avLst/>
              <a:gdLst/>
              <a:ahLst/>
              <a:cxnLst/>
              <a:rect l="l" t="t" r="r" b="b"/>
              <a:pathLst>
                <a:path w="859" h="1303" extrusionOk="0">
                  <a:moveTo>
                    <a:pt x="177" y="1"/>
                  </a:moveTo>
                  <a:cubicBezTo>
                    <a:pt x="131" y="1"/>
                    <a:pt x="85" y="25"/>
                    <a:pt x="48" y="76"/>
                  </a:cubicBezTo>
                  <a:cubicBezTo>
                    <a:pt x="1" y="147"/>
                    <a:pt x="13" y="231"/>
                    <a:pt x="84" y="290"/>
                  </a:cubicBezTo>
                  <a:cubicBezTo>
                    <a:pt x="370" y="493"/>
                    <a:pt x="537" y="802"/>
                    <a:pt x="537" y="1148"/>
                  </a:cubicBezTo>
                  <a:cubicBezTo>
                    <a:pt x="537" y="1231"/>
                    <a:pt x="608" y="1302"/>
                    <a:pt x="703" y="1302"/>
                  </a:cubicBezTo>
                  <a:cubicBezTo>
                    <a:pt x="787" y="1302"/>
                    <a:pt x="858" y="1231"/>
                    <a:pt x="858" y="1148"/>
                  </a:cubicBezTo>
                  <a:cubicBezTo>
                    <a:pt x="858" y="683"/>
                    <a:pt x="644" y="278"/>
                    <a:pt x="263" y="28"/>
                  </a:cubicBezTo>
                  <a:cubicBezTo>
                    <a:pt x="235" y="10"/>
                    <a:pt x="206" y="1"/>
                    <a:pt x="177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4" name="Google Shape;11896;p79">
              <a:extLst>
                <a:ext uri="{FF2B5EF4-FFF2-40B4-BE49-F238E27FC236}">
                  <a16:creationId xmlns:a16="http://schemas.microsoft.com/office/drawing/2014/main" id="{998A15B5-836A-4F7E-9153-9D880C8855E3}"/>
                </a:ext>
              </a:extLst>
            </p:cNvPr>
            <p:cNvSpPr/>
            <p:nvPr/>
          </p:nvSpPr>
          <p:spPr>
            <a:xfrm>
              <a:off x="3375795" y="2455939"/>
              <a:ext cx="39434" cy="63719"/>
            </a:xfrm>
            <a:custGeom>
              <a:avLst/>
              <a:gdLst/>
              <a:ahLst/>
              <a:cxnLst/>
              <a:rect l="l" t="t" r="r" b="b"/>
              <a:pathLst>
                <a:path w="1239" h="2002" extrusionOk="0">
                  <a:moveTo>
                    <a:pt x="183" y="0"/>
                  </a:moveTo>
                  <a:cubicBezTo>
                    <a:pt x="134" y="0"/>
                    <a:pt x="86" y="26"/>
                    <a:pt x="48" y="73"/>
                  </a:cubicBezTo>
                  <a:cubicBezTo>
                    <a:pt x="0" y="144"/>
                    <a:pt x="12" y="239"/>
                    <a:pt x="83" y="299"/>
                  </a:cubicBezTo>
                  <a:cubicBezTo>
                    <a:pt x="595" y="632"/>
                    <a:pt x="905" y="1216"/>
                    <a:pt x="905" y="1847"/>
                  </a:cubicBezTo>
                  <a:cubicBezTo>
                    <a:pt x="905" y="1930"/>
                    <a:pt x="976" y="2001"/>
                    <a:pt x="1072" y="2001"/>
                  </a:cubicBezTo>
                  <a:cubicBezTo>
                    <a:pt x="1155" y="2001"/>
                    <a:pt x="1238" y="1930"/>
                    <a:pt x="1238" y="1847"/>
                  </a:cubicBezTo>
                  <a:cubicBezTo>
                    <a:pt x="1238" y="1108"/>
                    <a:pt x="881" y="430"/>
                    <a:pt x="262" y="25"/>
                  </a:cubicBezTo>
                  <a:cubicBezTo>
                    <a:pt x="237" y="8"/>
                    <a:pt x="210" y="0"/>
                    <a:pt x="183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5" name="Google Shape;11897;p79">
              <a:extLst>
                <a:ext uri="{FF2B5EF4-FFF2-40B4-BE49-F238E27FC236}">
                  <a16:creationId xmlns:a16="http://schemas.microsoft.com/office/drawing/2014/main" id="{BB0CCC10-71D4-4E8B-B65E-187CD905A215}"/>
                </a:ext>
              </a:extLst>
            </p:cNvPr>
            <p:cNvSpPr/>
            <p:nvPr/>
          </p:nvSpPr>
          <p:spPr>
            <a:xfrm>
              <a:off x="3097241" y="2433564"/>
              <a:ext cx="50829" cy="85711"/>
            </a:xfrm>
            <a:custGeom>
              <a:avLst/>
              <a:gdLst/>
              <a:ahLst/>
              <a:cxnLst/>
              <a:rect l="l" t="t" r="r" b="b"/>
              <a:pathLst>
                <a:path w="1597" h="2693" extrusionOk="0">
                  <a:moveTo>
                    <a:pt x="1408" y="1"/>
                  </a:moveTo>
                  <a:cubicBezTo>
                    <a:pt x="1378" y="1"/>
                    <a:pt x="1348" y="9"/>
                    <a:pt x="1323" y="25"/>
                  </a:cubicBezTo>
                  <a:cubicBezTo>
                    <a:pt x="489" y="597"/>
                    <a:pt x="1" y="1538"/>
                    <a:pt x="1" y="2526"/>
                  </a:cubicBezTo>
                  <a:cubicBezTo>
                    <a:pt x="1" y="2621"/>
                    <a:pt x="72" y="2692"/>
                    <a:pt x="168" y="2692"/>
                  </a:cubicBezTo>
                  <a:cubicBezTo>
                    <a:pt x="251" y="2692"/>
                    <a:pt x="322" y="2621"/>
                    <a:pt x="322" y="2526"/>
                  </a:cubicBezTo>
                  <a:cubicBezTo>
                    <a:pt x="322" y="1633"/>
                    <a:pt x="775" y="787"/>
                    <a:pt x="1513" y="275"/>
                  </a:cubicBezTo>
                  <a:cubicBezTo>
                    <a:pt x="1573" y="240"/>
                    <a:pt x="1596" y="133"/>
                    <a:pt x="1549" y="73"/>
                  </a:cubicBezTo>
                  <a:cubicBezTo>
                    <a:pt x="1518" y="27"/>
                    <a:pt x="1462" y="1"/>
                    <a:pt x="1408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6" name="Google Shape;11898;p79">
              <a:extLst>
                <a:ext uri="{FF2B5EF4-FFF2-40B4-BE49-F238E27FC236}">
                  <a16:creationId xmlns:a16="http://schemas.microsoft.com/office/drawing/2014/main" id="{CA6CE223-D3CE-4F85-AE2E-0BD03A7C56EB}"/>
                </a:ext>
              </a:extLst>
            </p:cNvPr>
            <p:cNvSpPr/>
            <p:nvPr/>
          </p:nvSpPr>
          <p:spPr>
            <a:xfrm>
              <a:off x="3151061" y="2477773"/>
              <a:ext cx="27690" cy="41503"/>
            </a:xfrm>
            <a:custGeom>
              <a:avLst/>
              <a:gdLst/>
              <a:ahLst/>
              <a:cxnLst/>
              <a:rect l="l" t="t" r="r" b="b"/>
              <a:pathLst>
                <a:path w="870" h="1304" extrusionOk="0">
                  <a:moveTo>
                    <a:pt x="681" y="1"/>
                  </a:moveTo>
                  <a:cubicBezTo>
                    <a:pt x="647" y="1"/>
                    <a:pt x="613" y="10"/>
                    <a:pt x="584" y="29"/>
                  </a:cubicBezTo>
                  <a:cubicBezTo>
                    <a:pt x="215" y="280"/>
                    <a:pt x="1" y="696"/>
                    <a:pt x="1" y="1137"/>
                  </a:cubicBezTo>
                  <a:cubicBezTo>
                    <a:pt x="1" y="1232"/>
                    <a:pt x="84" y="1303"/>
                    <a:pt x="167" y="1303"/>
                  </a:cubicBezTo>
                  <a:cubicBezTo>
                    <a:pt x="263" y="1303"/>
                    <a:pt x="334" y="1232"/>
                    <a:pt x="334" y="1137"/>
                  </a:cubicBezTo>
                  <a:cubicBezTo>
                    <a:pt x="334" y="803"/>
                    <a:pt x="501" y="482"/>
                    <a:pt x="775" y="291"/>
                  </a:cubicBezTo>
                  <a:cubicBezTo>
                    <a:pt x="834" y="244"/>
                    <a:pt x="870" y="149"/>
                    <a:pt x="810" y="65"/>
                  </a:cubicBezTo>
                  <a:cubicBezTo>
                    <a:pt x="782" y="22"/>
                    <a:pt x="732" y="1"/>
                    <a:pt x="68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7" name="Google Shape;11899;p79">
              <a:extLst>
                <a:ext uri="{FF2B5EF4-FFF2-40B4-BE49-F238E27FC236}">
                  <a16:creationId xmlns:a16="http://schemas.microsoft.com/office/drawing/2014/main" id="{A60AE4BF-C9B9-44CF-9A6E-3C7B3EC13740}"/>
                </a:ext>
              </a:extLst>
            </p:cNvPr>
            <p:cNvSpPr/>
            <p:nvPr/>
          </p:nvSpPr>
          <p:spPr>
            <a:xfrm>
              <a:off x="3124167" y="2455939"/>
              <a:ext cx="39434" cy="63337"/>
            </a:xfrm>
            <a:custGeom>
              <a:avLst/>
              <a:gdLst/>
              <a:ahLst/>
              <a:cxnLst/>
              <a:rect l="l" t="t" r="r" b="b"/>
              <a:pathLst>
                <a:path w="1239" h="1990" extrusionOk="0">
                  <a:moveTo>
                    <a:pt x="1038" y="0"/>
                  </a:moveTo>
                  <a:cubicBezTo>
                    <a:pt x="1008" y="0"/>
                    <a:pt x="978" y="8"/>
                    <a:pt x="953" y="25"/>
                  </a:cubicBezTo>
                  <a:cubicBezTo>
                    <a:pt x="357" y="430"/>
                    <a:pt x="0" y="1108"/>
                    <a:pt x="0" y="1823"/>
                  </a:cubicBezTo>
                  <a:cubicBezTo>
                    <a:pt x="0" y="1918"/>
                    <a:pt x="72" y="1989"/>
                    <a:pt x="167" y="1989"/>
                  </a:cubicBezTo>
                  <a:cubicBezTo>
                    <a:pt x="250" y="1989"/>
                    <a:pt x="334" y="1918"/>
                    <a:pt x="334" y="1823"/>
                  </a:cubicBezTo>
                  <a:cubicBezTo>
                    <a:pt x="334" y="1204"/>
                    <a:pt x="643" y="632"/>
                    <a:pt x="1143" y="275"/>
                  </a:cubicBezTo>
                  <a:cubicBezTo>
                    <a:pt x="1203" y="239"/>
                    <a:pt x="1239" y="132"/>
                    <a:pt x="1179" y="73"/>
                  </a:cubicBezTo>
                  <a:cubicBezTo>
                    <a:pt x="1148" y="26"/>
                    <a:pt x="1093" y="0"/>
                    <a:pt x="1038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218" name="Google Shape;13244;p81">
            <a:extLst>
              <a:ext uri="{FF2B5EF4-FFF2-40B4-BE49-F238E27FC236}">
                <a16:creationId xmlns:a16="http://schemas.microsoft.com/office/drawing/2014/main" id="{4E5DAA60-6176-4521-8B5C-0F945ECCA7EE}"/>
              </a:ext>
            </a:extLst>
          </p:cNvPr>
          <p:cNvGrpSpPr/>
          <p:nvPr/>
        </p:nvGrpSpPr>
        <p:grpSpPr>
          <a:xfrm>
            <a:off x="4404608" y="1903982"/>
            <a:ext cx="365760" cy="365760"/>
            <a:chOff x="5343544" y="1509358"/>
            <a:chExt cx="244676" cy="351095"/>
          </a:xfrm>
        </p:grpSpPr>
        <p:sp>
          <p:nvSpPr>
            <p:cNvPr id="219" name="Google Shape;13245;p81">
              <a:extLst>
                <a:ext uri="{FF2B5EF4-FFF2-40B4-BE49-F238E27FC236}">
                  <a16:creationId xmlns:a16="http://schemas.microsoft.com/office/drawing/2014/main" id="{C7E47B86-C484-4278-8810-591A4AB009EE}"/>
                </a:ext>
              </a:extLst>
            </p:cNvPr>
            <p:cNvSpPr/>
            <p:nvPr/>
          </p:nvSpPr>
          <p:spPr>
            <a:xfrm>
              <a:off x="5430658" y="1574494"/>
              <a:ext cx="25031" cy="10655"/>
            </a:xfrm>
            <a:custGeom>
              <a:avLst/>
              <a:gdLst/>
              <a:ahLst/>
              <a:cxnLst/>
              <a:rect l="l" t="t" r="r" b="b"/>
              <a:pathLst>
                <a:path w="787" h="335" extrusionOk="0">
                  <a:moveTo>
                    <a:pt x="167" y="1"/>
                  </a:moveTo>
                  <a:cubicBezTo>
                    <a:pt x="72" y="1"/>
                    <a:pt x="0" y="72"/>
                    <a:pt x="0" y="168"/>
                  </a:cubicBezTo>
                  <a:cubicBezTo>
                    <a:pt x="0" y="263"/>
                    <a:pt x="72" y="334"/>
                    <a:pt x="167" y="334"/>
                  </a:cubicBezTo>
                  <a:lnTo>
                    <a:pt x="619" y="334"/>
                  </a:lnTo>
                  <a:cubicBezTo>
                    <a:pt x="715" y="334"/>
                    <a:pt x="786" y="263"/>
                    <a:pt x="786" y="168"/>
                  </a:cubicBezTo>
                  <a:cubicBezTo>
                    <a:pt x="786" y="72"/>
                    <a:pt x="715" y="1"/>
                    <a:pt x="619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0" name="Google Shape;13246;p81">
              <a:extLst>
                <a:ext uri="{FF2B5EF4-FFF2-40B4-BE49-F238E27FC236}">
                  <a16:creationId xmlns:a16="http://schemas.microsoft.com/office/drawing/2014/main" id="{A2D22488-EF36-49A1-BE13-E51EFFE469C8}"/>
                </a:ext>
              </a:extLst>
            </p:cNvPr>
            <p:cNvSpPr/>
            <p:nvPr/>
          </p:nvSpPr>
          <p:spPr>
            <a:xfrm>
              <a:off x="5447706" y="1613137"/>
              <a:ext cx="39025" cy="38643"/>
            </a:xfrm>
            <a:custGeom>
              <a:avLst/>
              <a:gdLst/>
              <a:ahLst/>
              <a:cxnLst/>
              <a:rect l="l" t="t" r="r" b="b"/>
              <a:pathLst>
                <a:path w="1227" h="1215" extrusionOk="0">
                  <a:moveTo>
                    <a:pt x="607" y="322"/>
                  </a:moveTo>
                  <a:cubicBezTo>
                    <a:pt x="774" y="322"/>
                    <a:pt x="893" y="453"/>
                    <a:pt x="893" y="608"/>
                  </a:cubicBezTo>
                  <a:cubicBezTo>
                    <a:pt x="893" y="750"/>
                    <a:pt x="774" y="893"/>
                    <a:pt x="607" y="893"/>
                  </a:cubicBezTo>
                  <a:cubicBezTo>
                    <a:pt x="453" y="893"/>
                    <a:pt x="322" y="750"/>
                    <a:pt x="322" y="608"/>
                  </a:cubicBezTo>
                  <a:cubicBezTo>
                    <a:pt x="322" y="453"/>
                    <a:pt x="464" y="322"/>
                    <a:pt x="607" y="322"/>
                  </a:cubicBezTo>
                  <a:close/>
                  <a:moveTo>
                    <a:pt x="607" y="0"/>
                  </a:moveTo>
                  <a:cubicBezTo>
                    <a:pt x="274" y="0"/>
                    <a:pt x="0" y="262"/>
                    <a:pt x="0" y="608"/>
                  </a:cubicBezTo>
                  <a:cubicBezTo>
                    <a:pt x="0" y="953"/>
                    <a:pt x="274" y="1215"/>
                    <a:pt x="607" y="1215"/>
                  </a:cubicBezTo>
                  <a:cubicBezTo>
                    <a:pt x="953" y="1215"/>
                    <a:pt x="1215" y="953"/>
                    <a:pt x="1215" y="608"/>
                  </a:cubicBezTo>
                  <a:cubicBezTo>
                    <a:pt x="1226" y="262"/>
                    <a:pt x="953" y="0"/>
                    <a:pt x="607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1" name="Google Shape;13247;p81">
              <a:extLst>
                <a:ext uri="{FF2B5EF4-FFF2-40B4-BE49-F238E27FC236}">
                  <a16:creationId xmlns:a16="http://schemas.microsoft.com/office/drawing/2014/main" id="{5DB6EA72-CDC6-4EA1-B0FB-6B8271FE4B68}"/>
                </a:ext>
              </a:extLst>
            </p:cNvPr>
            <p:cNvSpPr/>
            <p:nvPr/>
          </p:nvSpPr>
          <p:spPr>
            <a:xfrm>
              <a:off x="5343544" y="1509358"/>
              <a:ext cx="244676" cy="351095"/>
            </a:xfrm>
            <a:custGeom>
              <a:avLst/>
              <a:gdLst/>
              <a:ahLst/>
              <a:cxnLst/>
              <a:rect l="l" t="t" r="r" b="b"/>
              <a:pathLst>
                <a:path w="7693" h="11039" extrusionOk="0">
                  <a:moveTo>
                    <a:pt x="4728" y="311"/>
                  </a:moveTo>
                  <a:lnTo>
                    <a:pt x="4728" y="1192"/>
                  </a:lnTo>
                  <a:cubicBezTo>
                    <a:pt x="4728" y="1275"/>
                    <a:pt x="4811" y="1346"/>
                    <a:pt x="4894" y="1346"/>
                  </a:cubicBezTo>
                  <a:cubicBezTo>
                    <a:pt x="4990" y="1346"/>
                    <a:pt x="5061" y="1275"/>
                    <a:pt x="5061" y="1192"/>
                  </a:cubicBezTo>
                  <a:lnTo>
                    <a:pt x="5061" y="322"/>
                  </a:lnTo>
                  <a:cubicBezTo>
                    <a:pt x="5716" y="418"/>
                    <a:pt x="6216" y="965"/>
                    <a:pt x="6216" y="1644"/>
                  </a:cubicBezTo>
                  <a:lnTo>
                    <a:pt x="6216" y="2037"/>
                  </a:lnTo>
                  <a:lnTo>
                    <a:pt x="4418" y="2037"/>
                  </a:lnTo>
                  <a:cubicBezTo>
                    <a:pt x="4335" y="2037"/>
                    <a:pt x="4251" y="2108"/>
                    <a:pt x="4251" y="2204"/>
                  </a:cubicBezTo>
                  <a:cubicBezTo>
                    <a:pt x="4251" y="2287"/>
                    <a:pt x="4335" y="2358"/>
                    <a:pt x="4418" y="2358"/>
                  </a:cubicBezTo>
                  <a:lnTo>
                    <a:pt x="6216" y="2358"/>
                  </a:lnTo>
                  <a:lnTo>
                    <a:pt x="6216" y="2704"/>
                  </a:lnTo>
                  <a:lnTo>
                    <a:pt x="4418" y="2704"/>
                  </a:lnTo>
                  <a:cubicBezTo>
                    <a:pt x="4335" y="2704"/>
                    <a:pt x="4251" y="2775"/>
                    <a:pt x="4251" y="2870"/>
                  </a:cubicBezTo>
                  <a:cubicBezTo>
                    <a:pt x="4251" y="2966"/>
                    <a:pt x="4335" y="3037"/>
                    <a:pt x="4418" y="3037"/>
                  </a:cubicBezTo>
                  <a:lnTo>
                    <a:pt x="6216" y="3037"/>
                  </a:lnTo>
                  <a:lnTo>
                    <a:pt x="6216" y="3382"/>
                  </a:lnTo>
                  <a:lnTo>
                    <a:pt x="4894" y="3382"/>
                  </a:lnTo>
                  <a:cubicBezTo>
                    <a:pt x="4811" y="3382"/>
                    <a:pt x="4728" y="3454"/>
                    <a:pt x="4728" y="3537"/>
                  </a:cubicBezTo>
                  <a:cubicBezTo>
                    <a:pt x="4728" y="3632"/>
                    <a:pt x="4811" y="3704"/>
                    <a:pt x="4894" y="3704"/>
                  </a:cubicBezTo>
                  <a:lnTo>
                    <a:pt x="6216" y="3704"/>
                  </a:lnTo>
                  <a:lnTo>
                    <a:pt x="6216" y="4049"/>
                  </a:lnTo>
                  <a:lnTo>
                    <a:pt x="4894" y="4049"/>
                  </a:lnTo>
                  <a:cubicBezTo>
                    <a:pt x="4811" y="4049"/>
                    <a:pt x="4728" y="4121"/>
                    <a:pt x="4728" y="4216"/>
                  </a:cubicBezTo>
                  <a:cubicBezTo>
                    <a:pt x="4728" y="4299"/>
                    <a:pt x="4811" y="4371"/>
                    <a:pt x="4894" y="4371"/>
                  </a:cubicBezTo>
                  <a:lnTo>
                    <a:pt x="6216" y="4371"/>
                  </a:lnTo>
                  <a:lnTo>
                    <a:pt x="6216" y="4716"/>
                  </a:lnTo>
                  <a:lnTo>
                    <a:pt x="4418" y="4716"/>
                  </a:lnTo>
                  <a:cubicBezTo>
                    <a:pt x="4335" y="4716"/>
                    <a:pt x="4251" y="4787"/>
                    <a:pt x="4251" y="4883"/>
                  </a:cubicBezTo>
                  <a:cubicBezTo>
                    <a:pt x="4251" y="4966"/>
                    <a:pt x="4335" y="5049"/>
                    <a:pt x="4418" y="5049"/>
                  </a:cubicBezTo>
                  <a:lnTo>
                    <a:pt x="6216" y="5049"/>
                  </a:lnTo>
                  <a:lnTo>
                    <a:pt x="6216" y="5383"/>
                  </a:lnTo>
                  <a:lnTo>
                    <a:pt x="4418" y="5383"/>
                  </a:lnTo>
                  <a:cubicBezTo>
                    <a:pt x="4335" y="5383"/>
                    <a:pt x="4251" y="5466"/>
                    <a:pt x="4251" y="5549"/>
                  </a:cubicBezTo>
                  <a:cubicBezTo>
                    <a:pt x="4251" y="5645"/>
                    <a:pt x="4335" y="5716"/>
                    <a:pt x="4418" y="5716"/>
                  </a:cubicBezTo>
                  <a:lnTo>
                    <a:pt x="6216" y="5716"/>
                  </a:lnTo>
                  <a:lnTo>
                    <a:pt x="6216" y="6097"/>
                  </a:lnTo>
                  <a:cubicBezTo>
                    <a:pt x="6216" y="6788"/>
                    <a:pt x="5716" y="7335"/>
                    <a:pt x="5061" y="7430"/>
                  </a:cubicBezTo>
                  <a:lnTo>
                    <a:pt x="5061" y="6538"/>
                  </a:lnTo>
                  <a:cubicBezTo>
                    <a:pt x="5061" y="6442"/>
                    <a:pt x="4990" y="6371"/>
                    <a:pt x="4894" y="6371"/>
                  </a:cubicBezTo>
                  <a:cubicBezTo>
                    <a:pt x="4811" y="6371"/>
                    <a:pt x="4728" y="6442"/>
                    <a:pt x="4728" y="6538"/>
                  </a:cubicBezTo>
                  <a:lnTo>
                    <a:pt x="4728" y="7407"/>
                  </a:lnTo>
                  <a:lnTo>
                    <a:pt x="4394" y="7407"/>
                  </a:lnTo>
                  <a:lnTo>
                    <a:pt x="4394" y="6538"/>
                  </a:lnTo>
                  <a:cubicBezTo>
                    <a:pt x="4394" y="6442"/>
                    <a:pt x="4311" y="6371"/>
                    <a:pt x="4228" y="6371"/>
                  </a:cubicBezTo>
                  <a:cubicBezTo>
                    <a:pt x="4132" y="6371"/>
                    <a:pt x="4061" y="6442"/>
                    <a:pt x="4061" y="6538"/>
                  </a:cubicBezTo>
                  <a:lnTo>
                    <a:pt x="4061" y="7407"/>
                  </a:lnTo>
                  <a:lnTo>
                    <a:pt x="3716" y="7407"/>
                  </a:lnTo>
                  <a:lnTo>
                    <a:pt x="3716" y="6538"/>
                  </a:lnTo>
                  <a:cubicBezTo>
                    <a:pt x="3716" y="6442"/>
                    <a:pt x="3644" y="6371"/>
                    <a:pt x="3561" y="6371"/>
                  </a:cubicBezTo>
                  <a:cubicBezTo>
                    <a:pt x="3466" y="6371"/>
                    <a:pt x="3394" y="6442"/>
                    <a:pt x="3394" y="6538"/>
                  </a:cubicBezTo>
                  <a:lnTo>
                    <a:pt x="3394" y="7407"/>
                  </a:lnTo>
                  <a:lnTo>
                    <a:pt x="3049" y="7407"/>
                  </a:lnTo>
                  <a:lnTo>
                    <a:pt x="3049" y="6538"/>
                  </a:lnTo>
                  <a:cubicBezTo>
                    <a:pt x="3049" y="6442"/>
                    <a:pt x="2977" y="6371"/>
                    <a:pt x="2882" y="6371"/>
                  </a:cubicBezTo>
                  <a:cubicBezTo>
                    <a:pt x="2799" y="6371"/>
                    <a:pt x="2727" y="6442"/>
                    <a:pt x="2727" y="6538"/>
                  </a:cubicBezTo>
                  <a:lnTo>
                    <a:pt x="2727" y="7395"/>
                  </a:lnTo>
                  <a:cubicBezTo>
                    <a:pt x="2073" y="7311"/>
                    <a:pt x="1561" y="6752"/>
                    <a:pt x="1561" y="6073"/>
                  </a:cubicBezTo>
                  <a:lnTo>
                    <a:pt x="1561" y="5680"/>
                  </a:lnTo>
                  <a:lnTo>
                    <a:pt x="3358" y="5680"/>
                  </a:lnTo>
                  <a:cubicBezTo>
                    <a:pt x="3454" y="5680"/>
                    <a:pt x="3525" y="5609"/>
                    <a:pt x="3525" y="5525"/>
                  </a:cubicBezTo>
                  <a:cubicBezTo>
                    <a:pt x="3525" y="5430"/>
                    <a:pt x="3454" y="5359"/>
                    <a:pt x="3358" y="5359"/>
                  </a:cubicBezTo>
                  <a:lnTo>
                    <a:pt x="1561" y="5359"/>
                  </a:lnTo>
                  <a:lnTo>
                    <a:pt x="1561" y="5014"/>
                  </a:lnTo>
                  <a:lnTo>
                    <a:pt x="3358" y="5014"/>
                  </a:lnTo>
                  <a:cubicBezTo>
                    <a:pt x="3454" y="5014"/>
                    <a:pt x="3525" y="4942"/>
                    <a:pt x="3525" y="4847"/>
                  </a:cubicBezTo>
                  <a:cubicBezTo>
                    <a:pt x="3525" y="4763"/>
                    <a:pt x="3454" y="4680"/>
                    <a:pt x="3358" y="4680"/>
                  </a:cubicBezTo>
                  <a:lnTo>
                    <a:pt x="1561" y="4680"/>
                  </a:lnTo>
                  <a:lnTo>
                    <a:pt x="1561" y="4347"/>
                  </a:lnTo>
                  <a:lnTo>
                    <a:pt x="2894" y="4347"/>
                  </a:lnTo>
                  <a:cubicBezTo>
                    <a:pt x="2977" y="4347"/>
                    <a:pt x="3049" y="4263"/>
                    <a:pt x="3049" y="4180"/>
                  </a:cubicBezTo>
                  <a:cubicBezTo>
                    <a:pt x="3049" y="4085"/>
                    <a:pt x="2977" y="4013"/>
                    <a:pt x="2894" y="4013"/>
                  </a:cubicBezTo>
                  <a:lnTo>
                    <a:pt x="1561" y="4013"/>
                  </a:lnTo>
                  <a:lnTo>
                    <a:pt x="1561" y="3668"/>
                  </a:lnTo>
                  <a:lnTo>
                    <a:pt x="2894" y="3668"/>
                  </a:lnTo>
                  <a:cubicBezTo>
                    <a:pt x="2977" y="3668"/>
                    <a:pt x="3049" y="3597"/>
                    <a:pt x="3049" y="3513"/>
                  </a:cubicBezTo>
                  <a:cubicBezTo>
                    <a:pt x="3049" y="3418"/>
                    <a:pt x="2977" y="3347"/>
                    <a:pt x="2894" y="3347"/>
                  </a:cubicBezTo>
                  <a:lnTo>
                    <a:pt x="1561" y="3347"/>
                  </a:lnTo>
                  <a:lnTo>
                    <a:pt x="1561" y="3001"/>
                  </a:lnTo>
                  <a:lnTo>
                    <a:pt x="3358" y="3001"/>
                  </a:lnTo>
                  <a:cubicBezTo>
                    <a:pt x="3454" y="3001"/>
                    <a:pt x="3525" y="2930"/>
                    <a:pt x="3525" y="2835"/>
                  </a:cubicBezTo>
                  <a:cubicBezTo>
                    <a:pt x="3525" y="2751"/>
                    <a:pt x="3454" y="2680"/>
                    <a:pt x="3358" y="2680"/>
                  </a:cubicBezTo>
                  <a:lnTo>
                    <a:pt x="1561" y="2680"/>
                  </a:lnTo>
                  <a:lnTo>
                    <a:pt x="1561" y="2370"/>
                  </a:lnTo>
                  <a:lnTo>
                    <a:pt x="2156" y="2370"/>
                  </a:lnTo>
                  <a:cubicBezTo>
                    <a:pt x="2251" y="2370"/>
                    <a:pt x="2323" y="2287"/>
                    <a:pt x="2323" y="2204"/>
                  </a:cubicBezTo>
                  <a:cubicBezTo>
                    <a:pt x="2323" y="2108"/>
                    <a:pt x="2251" y="2037"/>
                    <a:pt x="2156" y="2037"/>
                  </a:cubicBezTo>
                  <a:lnTo>
                    <a:pt x="1561" y="2037"/>
                  </a:lnTo>
                  <a:lnTo>
                    <a:pt x="1561" y="1644"/>
                  </a:lnTo>
                  <a:cubicBezTo>
                    <a:pt x="1561" y="965"/>
                    <a:pt x="2073" y="418"/>
                    <a:pt x="2727" y="322"/>
                  </a:cubicBezTo>
                  <a:lnTo>
                    <a:pt x="2727" y="1192"/>
                  </a:lnTo>
                  <a:cubicBezTo>
                    <a:pt x="2727" y="1275"/>
                    <a:pt x="2799" y="1346"/>
                    <a:pt x="2882" y="1346"/>
                  </a:cubicBezTo>
                  <a:cubicBezTo>
                    <a:pt x="2977" y="1346"/>
                    <a:pt x="3049" y="1275"/>
                    <a:pt x="3049" y="1192"/>
                  </a:cubicBezTo>
                  <a:lnTo>
                    <a:pt x="3049" y="311"/>
                  </a:lnTo>
                  <a:lnTo>
                    <a:pt x="3394" y="311"/>
                  </a:lnTo>
                  <a:lnTo>
                    <a:pt x="3394" y="1192"/>
                  </a:lnTo>
                  <a:cubicBezTo>
                    <a:pt x="3394" y="1275"/>
                    <a:pt x="3466" y="1346"/>
                    <a:pt x="3561" y="1346"/>
                  </a:cubicBezTo>
                  <a:cubicBezTo>
                    <a:pt x="3644" y="1346"/>
                    <a:pt x="3716" y="1275"/>
                    <a:pt x="3716" y="1192"/>
                  </a:cubicBezTo>
                  <a:lnTo>
                    <a:pt x="3716" y="311"/>
                  </a:lnTo>
                  <a:lnTo>
                    <a:pt x="4061" y="311"/>
                  </a:lnTo>
                  <a:lnTo>
                    <a:pt x="4061" y="1192"/>
                  </a:lnTo>
                  <a:cubicBezTo>
                    <a:pt x="4061" y="1275"/>
                    <a:pt x="4132" y="1346"/>
                    <a:pt x="4228" y="1346"/>
                  </a:cubicBezTo>
                  <a:cubicBezTo>
                    <a:pt x="4311" y="1346"/>
                    <a:pt x="4394" y="1275"/>
                    <a:pt x="4394" y="1192"/>
                  </a:cubicBezTo>
                  <a:lnTo>
                    <a:pt x="4394" y="311"/>
                  </a:lnTo>
                  <a:close/>
                  <a:moveTo>
                    <a:pt x="6776" y="5025"/>
                  </a:moveTo>
                  <a:lnTo>
                    <a:pt x="6776" y="6192"/>
                  </a:lnTo>
                  <a:cubicBezTo>
                    <a:pt x="6776" y="7216"/>
                    <a:pt x="5942" y="8050"/>
                    <a:pt x="4906" y="8050"/>
                  </a:cubicBezTo>
                  <a:lnTo>
                    <a:pt x="2882" y="8050"/>
                  </a:lnTo>
                  <a:cubicBezTo>
                    <a:pt x="1858" y="8050"/>
                    <a:pt x="1025" y="7216"/>
                    <a:pt x="1025" y="6192"/>
                  </a:cubicBezTo>
                  <a:lnTo>
                    <a:pt x="1013" y="5025"/>
                  </a:lnTo>
                  <a:lnTo>
                    <a:pt x="1251" y="5025"/>
                  </a:lnTo>
                  <a:lnTo>
                    <a:pt x="1251" y="6085"/>
                  </a:lnTo>
                  <a:cubicBezTo>
                    <a:pt x="1251" y="6990"/>
                    <a:pt x="1977" y="7728"/>
                    <a:pt x="2882" y="7740"/>
                  </a:cubicBezTo>
                  <a:lnTo>
                    <a:pt x="4894" y="7740"/>
                  </a:lnTo>
                  <a:cubicBezTo>
                    <a:pt x="5799" y="7728"/>
                    <a:pt x="6537" y="6978"/>
                    <a:pt x="6537" y="6085"/>
                  </a:cubicBezTo>
                  <a:lnTo>
                    <a:pt x="6537" y="5025"/>
                  </a:lnTo>
                  <a:close/>
                  <a:moveTo>
                    <a:pt x="4144" y="8966"/>
                  </a:moveTo>
                  <a:lnTo>
                    <a:pt x="4144" y="9966"/>
                  </a:lnTo>
                  <a:lnTo>
                    <a:pt x="3620" y="9966"/>
                  </a:lnTo>
                  <a:lnTo>
                    <a:pt x="3620" y="8966"/>
                  </a:lnTo>
                  <a:close/>
                  <a:moveTo>
                    <a:pt x="6299" y="10300"/>
                  </a:moveTo>
                  <a:cubicBezTo>
                    <a:pt x="6561" y="10300"/>
                    <a:pt x="6787" y="10478"/>
                    <a:pt x="6859" y="10717"/>
                  </a:cubicBezTo>
                  <a:lnTo>
                    <a:pt x="918" y="10717"/>
                  </a:lnTo>
                  <a:cubicBezTo>
                    <a:pt x="1001" y="10478"/>
                    <a:pt x="1215" y="10300"/>
                    <a:pt x="1489" y="10300"/>
                  </a:cubicBezTo>
                  <a:close/>
                  <a:moveTo>
                    <a:pt x="2835" y="1"/>
                  </a:moveTo>
                  <a:cubicBezTo>
                    <a:pt x="1918" y="13"/>
                    <a:pt x="1191" y="763"/>
                    <a:pt x="1191" y="1656"/>
                  </a:cubicBezTo>
                  <a:lnTo>
                    <a:pt x="1191" y="4704"/>
                  </a:lnTo>
                  <a:lnTo>
                    <a:pt x="953" y="4704"/>
                  </a:lnTo>
                  <a:lnTo>
                    <a:pt x="953" y="4502"/>
                  </a:lnTo>
                  <a:cubicBezTo>
                    <a:pt x="953" y="4252"/>
                    <a:pt x="751" y="4037"/>
                    <a:pt x="477" y="4037"/>
                  </a:cubicBezTo>
                  <a:cubicBezTo>
                    <a:pt x="227" y="4037"/>
                    <a:pt x="1" y="4240"/>
                    <a:pt x="1" y="4502"/>
                  </a:cubicBezTo>
                  <a:lnTo>
                    <a:pt x="1" y="6168"/>
                  </a:lnTo>
                  <a:cubicBezTo>
                    <a:pt x="1" y="7716"/>
                    <a:pt x="1251" y="8966"/>
                    <a:pt x="2799" y="8966"/>
                  </a:cubicBezTo>
                  <a:lnTo>
                    <a:pt x="3227" y="8966"/>
                  </a:lnTo>
                  <a:lnTo>
                    <a:pt x="3227" y="9966"/>
                  </a:lnTo>
                  <a:lnTo>
                    <a:pt x="1406" y="9966"/>
                  </a:lnTo>
                  <a:cubicBezTo>
                    <a:pt x="906" y="9966"/>
                    <a:pt x="489" y="10371"/>
                    <a:pt x="489" y="10883"/>
                  </a:cubicBezTo>
                  <a:cubicBezTo>
                    <a:pt x="489" y="10967"/>
                    <a:pt x="572" y="11038"/>
                    <a:pt x="656" y="11038"/>
                  </a:cubicBezTo>
                  <a:lnTo>
                    <a:pt x="6966" y="11038"/>
                  </a:lnTo>
                  <a:cubicBezTo>
                    <a:pt x="7061" y="11038"/>
                    <a:pt x="7133" y="10967"/>
                    <a:pt x="7133" y="10883"/>
                  </a:cubicBezTo>
                  <a:cubicBezTo>
                    <a:pt x="7133" y="10383"/>
                    <a:pt x="6728" y="9966"/>
                    <a:pt x="6228" y="9966"/>
                  </a:cubicBezTo>
                  <a:lnTo>
                    <a:pt x="4466" y="9966"/>
                  </a:lnTo>
                  <a:lnTo>
                    <a:pt x="4466" y="8966"/>
                  </a:lnTo>
                  <a:lnTo>
                    <a:pt x="4894" y="8966"/>
                  </a:lnTo>
                  <a:cubicBezTo>
                    <a:pt x="6442" y="8966"/>
                    <a:pt x="7692" y="7728"/>
                    <a:pt x="7692" y="6168"/>
                  </a:cubicBezTo>
                  <a:lnTo>
                    <a:pt x="7692" y="5978"/>
                  </a:lnTo>
                  <a:cubicBezTo>
                    <a:pt x="7692" y="5895"/>
                    <a:pt x="7621" y="5811"/>
                    <a:pt x="7538" y="5811"/>
                  </a:cubicBezTo>
                  <a:cubicBezTo>
                    <a:pt x="7442" y="5811"/>
                    <a:pt x="7371" y="5895"/>
                    <a:pt x="7371" y="5978"/>
                  </a:cubicBezTo>
                  <a:lnTo>
                    <a:pt x="7371" y="6168"/>
                  </a:lnTo>
                  <a:cubicBezTo>
                    <a:pt x="7371" y="7538"/>
                    <a:pt x="6252" y="8657"/>
                    <a:pt x="4882" y="8657"/>
                  </a:cubicBezTo>
                  <a:lnTo>
                    <a:pt x="2858" y="8657"/>
                  </a:lnTo>
                  <a:cubicBezTo>
                    <a:pt x="1489" y="8657"/>
                    <a:pt x="370" y="7538"/>
                    <a:pt x="370" y="6168"/>
                  </a:cubicBezTo>
                  <a:lnTo>
                    <a:pt x="370" y="4502"/>
                  </a:lnTo>
                  <a:cubicBezTo>
                    <a:pt x="370" y="4418"/>
                    <a:pt x="453" y="4359"/>
                    <a:pt x="525" y="4359"/>
                  </a:cubicBezTo>
                  <a:cubicBezTo>
                    <a:pt x="596" y="4359"/>
                    <a:pt x="668" y="4430"/>
                    <a:pt x="668" y="4502"/>
                  </a:cubicBezTo>
                  <a:lnTo>
                    <a:pt x="668" y="6168"/>
                  </a:lnTo>
                  <a:cubicBezTo>
                    <a:pt x="668" y="7383"/>
                    <a:pt x="1656" y="8347"/>
                    <a:pt x="2846" y="8347"/>
                  </a:cubicBezTo>
                  <a:lnTo>
                    <a:pt x="4871" y="8347"/>
                  </a:lnTo>
                  <a:cubicBezTo>
                    <a:pt x="6073" y="8347"/>
                    <a:pt x="7037" y="7359"/>
                    <a:pt x="7037" y="6168"/>
                  </a:cubicBezTo>
                  <a:lnTo>
                    <a:pt x="7037" y="4502"/>
                  </a:lnTo>
                  <a:cubicBezTo>
                    <a:pt x="7037" y="4418"/>
                    <a:pt x="7121" y="4359"/>
                    <a:pt x="7192" y="4359"/>
                  </a:cubicBezTo>
                  <a:cubicBezTo>
                    <a:pt x="7276" y="4359"/>
                    <a:pt x="7335" y="4430"/>
                    <a:pt x="7335" y="4502"/>
                  </a:cubicBezTo>
                  <a:lnTo>
                    <a:pt x="7335" y="5252"/>
                  </a:lnTo>
                  <a:cubicBezTo>
                    <a:pt x="7335" y="5347"/>
                    <a:pt x="7418" y="5418"/>
                    <a:pt x="7502" y="5418"/>
                  </a:cubicBezTo>
                  <a:cubicBezTo>
                    <a:pt x="7585" y="5418"/>
                    <a:pt x="7668" y="5347"/>
                    <a:pt x="7668" y="5252"/>
                  </a:cubicBezTo>
                  <a:lnTo>
                    <a:pt x="7668" y="4502"/>
                  </a:lnTo>
                  <a:cubicBezTo>
                    <a:pt x="7668" y="4252"/>
                    <a:pt x="7454" y="4037"/>
                    <a:pt x="7192" y="4037"/>
                  </a:cubicBezTo>
                  <a:cubicBezTo>
                    <a:pt x="6930" y="4037"/>
                    <a:pt x="6716" y="4240"/>
                    <a:pt x="6716" y="4502"/>
                  </a:cubicBezTo>
                  <a:lnTo>
                    <a:pt x="6716" y="4704"/>
                  </a:lnTo>
                  <a:lnTo>
                    <a:pt x="6478" y="4704"/>
                  </a:lnTo>
                  <a:lnTo>
                    <a:pt x="6478" y="1656"/>
                  </a:lnTo>
                  <a:cubicBezTo>
                    <a:pt x="6478" y="739"/>
                    <a:pt x="5740" y="13"/>
                    <a:pt x="4835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237" name="Google Shape;1321;p39">
            <a:extLst>
              <a:ext uri="{FF2B5EF4-FFF2-40B4-BE49-F238E27FC236}">
                <a16:creationId xmlns:a16="http://schemas.microsoft.com/office/drawing/2014/main" id="{19F4D4D3-6912-49AC-9805-8687F38E28F7}"/>
              </a:ext>
            </a:extLst>
          </p:cNvPr>
          <p:cNvSpPr/>
          <p:nvPr/>
        </p:nvSpPr>
        <p:spPr>
          <a:xfrm rot="5400000">
            <a:off x="1454336" y="5387018"/>
            <a:ext cx="956100" cy="8286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002E8A">
              <a:alpha val="33000"/>
            </a:srgbClr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D4732A1A-07DB-4ED9-A3B3-7CF26E4A4D5E}"/>
              </a:ext>
            </a:extLst>
          </p:cNvPr>
          <p:cNvSpPr txBox="1"/>
          <p:nvPr/>
        </p:nvSpPr>
        <p:spPr>
          <a:xfrm>
            <a:off x="904916" y="6432504"/>
            <a:ext cx="209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a-IR" sz="1800" dirty="0">
                <a:solidFill>
                  <a:schemeClr val="tx1"/>
                </a:solidFill>
                <a:cs typeface="Yekan" pitchFamily="2" charset="-78"/>
              </a:rPr>
              <a:t>هوش مصنوعی</a:t>
            </a:r>
            <a:endParaRPr lang="en-US" sz="1800" dirty="0">
              <a:solidFill>
                <a:schemeClr val="tx1"/>
              </a:solidFill>
              <a:cs typeface="Yekan" pitchFamily="2" charset="-78"/>
            </a:endParaRPr>
          </a:p>
        </p:txBody>
      </p:sp>
      <p:grpSp>
        <p:nvGrpSpPr>
          <p:cNvPr id="239" name="Google Shape;13344;p81">
            <a:extLst>
              <a:ext uri="{FF2B5EF4-FFF2-40B4-BE49-F238E27FC236}">
                <a16:creationId xmlns:a16="http://schemas.microsoft.com/office/drawing/2014/main" id="{024D3ABC-08B8-49B4-8642-B2A7690DFC5A}"/>
              </a:ext>
            </a:extLst>
          </p:cNvPr>
          <p:cNvGrpSpPr/>
          <p:nvPr/>
        </p:nvGrpSpPr>
        <p:grpSpPr>
          <a:xfrm>
            <a:off x="1686254" y="5550186"/>
            <a:ext cx="457200" cy="548640"/>
            <a:chOff x="1367060" y="2422129"/>
            <a:chExt cx="269261" cy="352050"/>
          </a:xfrm>
        </p:grpSpPr>
        <p:sp>
          <p:nvSpPr>
            <p:cNvPr id="240" name="Google Shape;13345;p81">
              <a:extLst>
                <a:ext uri="{FF2B5EF4-FFF2-40B4-BE49-F238E27FC236}">
                  <a16:creationId xmlns:a16="http://schemas.microsoft.com/office/drawing/2014/main" id="{0825BD2C-F44E-40EF-BBEB-8DB8A713B2C5}"/>
                </a:ext>
              </a:extLst>
            </p:cNvPr>
            <p:cNvSpPr/>
            <p:nvPr/>
          </p:nvSpPr>
          <p:spPr>
            <a:xfrm>
              <a:off x="1392059" y="2651857"/>
              <a:ext cx="129160" cy="122322"/>
            </a:xfrm>
            <a:custGeom>
              <a:avLst/>
              <a:gdLst/>
              <a:ahLst/>
              <a:cxnLst/>
              <a:rect l="l" t="t" r="r" b="b"/>
              <a:pathLst>
                <a:path w="4061" h="3846" extrusionOk="0">
                  <a:moveTo>
                    <a:pt x="167" y="0"/>
                  </a:moveTo>
                  <a:cubicBezTo>
                    <a:pt x="72" y="0"/>
                    <a:pt x="0" y="83"/>
                    <a:pt x="0" y="167"/>
                  </a:cubicBezTo>
                  <a:cubicBezTo>
                    <a:pt x="0" y="262"/>
                    <a:pt x="72" y="333"/>
                    <a:pt x="167" y="333"/>
                  </a:cubicBezTo>
                  <a:lnTo>
                    <a:pt x="357" y="333"/>
                  </a:lnTo>
                  <a:lnTo>
                    <a:pt x="357" y="1691"/>
                  </a:lnTo>
                  <a:cubicBezTo>
                    <a:pt x="357" y="2179"/>
                    <a:pt x="762" y="2584"/>
                    <a:pt x="1250" y="2584"/>
                  </a:cubicBezTo>
                  <a:cubicBezTo>
                    <a:pt x="1286" y="2584"/>
                    <a:pt x="1226" y="2584"/>
                    <a:pt x="2310" y="2405"/>
                  </a:cubicBezTo>
                  <a:lnTo>
                    <a:pt x="2310" y="3453"/>
                  </a:lnTo>
                  <a:cubicBezTo>
                    <a:pt x="2310" y="3667"/>
                    <a:pt x="2489" y="3846"/>
                    <a:pt x="2691" y="3846"/>
                  </a:cubicBezTo>
                  <a:lnTo>
                    <a:pt x="3905" y="3846"/>
                  </a:lnTo>
                  <a:cubicBezTo>
                    <a:pt x="3989" y="3846"/>
                    <a:pt x="4060" y="3774"/>
                    <a:pt x="4060" y="3679"/>
                  </a:cubicBezTo>
                  <a:cubicBezTo>
                    <a:pt x="4060" y="3596"/>
                    <a:pt x="3989" y="3500"/>
                    <a:pt x="3893" y="3500"/>
                  </a:cubicBezTo>
                  <a:lnTo>
                    <a:pt x="2691" y="3500"/>
                  </a:lnTo>
                  <a:cubicBezTo>
                    <a:pt x="2667" y="3500"/>
                    <a:pt x="2631" y="3465"/>
                    <a:pt x="2631" y="3441"/>
                  </a:cubicBezTo>
                  <a:lnTo>
                    <a:pt x="2631" y="2191"/>
                  </a:lnTo>
                  <a:cubicBezTo>
                    <a:pt x="2631" y="2143"/>
                    <a:pt x="2620" y="2107"/>
                    <a:pt x="2572" y="2072"/>
                  </a:cubicBezTo>
                  <a:cubicBezTo>
                    <a:pt x="2555" y="2055"/>
                    <a:pt x="2520" y="2038"/>
                    <a:pt x="2485" y="2038"/>
                  </a:cubicBezTo>
                  <a:cubicBezTo>
                    <a:pt x="2470" y="2038"/>
                    <a:pt x="2455" y="2041"/>
                    <a:pt x="2441" y="2048"/>
                  </a:cubicBezTo>
                  <a:lnTo>
                    <a:pt x="1238" y="2250"/>
                  </a:lnTo>
                  <a:cubicBezTo>
                    <a:pt x="917" y="2250"/>
                    <a:pt x="691" y="2000"/>
                    <a:pt x="691" y="1691"/>
                  </a:cubicBezTo>
                  <a:lnTo>
                    <a:pt x="691" y="167"/>
                  </a:lnTo>
                  <a:cubicBezTo>
                    <a:pt x="691" y="83"/>
                    <a:pt x="607" y="0"/>
                    <a:pt x="524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1" name="Google Shape;13346;p81">
              <a:extLst>
                <a:ext uri="{FF2B5EF4-FFF2-40B4-BE49-F238E27FC236}">
                  <a16:creationId xmlns:a16="http://schemas.microsoft.com/office/drawing/2014/main" id="{94197CCA-99D1-42BA-9908-5F296239015D}"/>
                </a:ext>
              </a:extLst>
            </p:cNvPr>
            <p:cNvSpPr/>
            <p:nvPr/>
          </p:nvSpPr>
          <p:spPr>
            <a:xfrm>
              <a:off x="1367060" y="2441912"/>
              <a:ext cx="82184" cy="212139"/>
            </a:xfrm>
            <a:custGeom>
              <a:avLst/>
              <a:gdLst/>
              <a:ahLst/>
              <a:cxnLst/>
              <a:rect l="l" t="t" r="r" b="b"/>
              <a:pathLst>
                <a:path w="2584" h="6670" extrusionOk="0">
                  <a:moveTo>
                    <a:pt x="2415" y="1"/>
                  </a:moveTo>
                  <a:cubicBezTo>
                    <a:pt x="2382" y="1"/>
                    <a:pt x="2350" y="10"/>
                    <a:pt x="2322" y="29"/>
                  </a:cubicBezTo>
                  <a:cubicBezTo>
                    <a:pt x="1274" y="731"/>
                    <a:pt x="655" y="1898"/>
                    <a:pt x="655" y="3148"/>
                  </a:cubicBezTo>
                  <a:cubicBezTo>
                    <a:pt x="655" y="3351"/>
                    <a:pt x="667" y="3541"/>
                    <a:pt x="703" y="3732"/>
                  </a:cubicBezTo>
                  <a:cubicBezTo>
                    <a:pt x="48" y="5708"/>
                    <a:pt x="0" y="5696"/>
                    <a:pt x="0" y="5970"/>
                  </a:cubicBezTo>
                  <a:cubicBezTo>
                    <a:pt x="0" y="6208"/>
                    <a:pt x="84" y="6446"/>
                    <a:pt x="262" y="6625"/>
                  </a:cubicBezTo>
                  <a:cubicBezTo>
                    <a:pt x="295" y="6651"/>
                    <a:pt x="342" y="6670"/>
                    <a:pt x="389" y="6670"/>
                  </a:cubicBezTo>
                  <a:cubicBezTo>
                    <a:pt x="429" y="6670"/>
                    <a:pt x="468" y="6657"/>
                    <a:pt x="500" y="6625"/>
                  </a:cubicBezTo>
                  <a:cubicBezTo>
                    <a:pt x="560" y="6565"/>
                    <a:pt x="584" y="6458"/>
                    <a:pt x="500" y="6375"/>
                  </a:cubicBezTo>
                  <a:cubicBezTo>
                    <a:pt x="358" y="6220"/>
                    <a:pt x="298" y="5982"/>
                    <a:pt x="369" y="5756"/>
                  </a:cubicBezTo>
                  <a:lnTo>
                    <a:pt x="1036" y="3791"/>
                  </a:lnTo>
                  <a:cubicBezTo>
                    <a:pt x="1060" y="3767"/>
                    <a:pt x="1060" y="3732"/>
                    <a:pt x="1036" y="3720"/>
                  </a:cubicBezTo>
                  <a:cubicBezTo>
                    <a:pt x="1012" y="3517"/>
                    <a:pt x="1000" y="3327"/>
                    <a:pt x="1000" y="3148"/>
                  </a:cubicBezTo>
                  <a:cubicBezTo>
                    <a:pt x="1000" y="2005"/>
                    <a:pt x="1560" y="934"/>
                    <a:pt x="2513" y="291"/>
                  </a:cubicBezTo>
                  <a:cubicBezTo>
                    <a:pt x="2572" y="255"/>
                    <a:pt x="2584" y="148"/>
                    <a:pt x="2548" y="76"/>
                  </a:cubicBezTo>
                  <a:cubicBezTo>
                    <a:pt x="2519" y="25"/>
                    <a:pt x="2467" y="1"/>
                    <a:pt x="2415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2" name="Google Shape;13347;p81">
              <a:extLst>
                <a:ext uri="{FF2B5EF4-FFF2-40B4-BE49-F238E27FC236}">
                  <a16:creationId xmlns:a16="http://schemas.microsoft.com/office/drawing/2014/main" id="{D657192B-BD52-4C47-8630-5FD265C36374}"/>
                </a:ext>
              </a:extLst>
            </p:cNvPr>
            <p:cNvSpPr/>
            <p:nvPr/>
          </p:nvSpPr>
          <p:spPr>
            <a:xfrm>
              <a:off x="1456051" y="2422129"/>
              <a:ext cx="180271" cy="162937"/>
            </a:xfrm>
            <a:custGeom>
              <a:avLst/>
              <a:gdLst/>
              <a:ahLst/>
              <a:cxnLst/>
              <a:rect l="l" t="t" r="r" b="b"/>
              <a:pathLst>
                <a:path w="5668" h="5123" extrusionOk="0">
                  <a:moveTo>
                    <a:pt x="1621" y="1"/>
                  </a:moveTo>
                  <a:cubicBezTo>
                    <a:pt x="1104" y="1"/>
                    <a:pt x="591" y="107"/>
                    <a:pt x="119" y="317"/>
                  </a:cubicBezTo>
                  <a:cubicBezTo>
                    <a:pt x="24" y="353"/>
                    <a:pt x="0" y="448"/>
                    <a:pt x="24" y="544"/>
                  </a:cubicBezTo>
                  <a:cubicBezTo>
                    <a:pt x="51" y="616"/>
                    <a:pt x="113" y="648"/>
                    <a:pt x="184" y="648"/>
                  </a:cubicBezTo>
                  <a:cubicBezTo>
                    <a:pt x="205" y="648"/>
                    <a:pt x="228" y="645"/>
                    <a:pt x="250" y="639"/>
                  </a:cubicBezTo>
                  <a:cubicBezTo>
                    <a:pt x="965" y="317"/>
                    <a:pt x="1536" y="365"/>
                    <a:pt x="1643" y="353"/>
                  </a:cubicBezTo>
                  <a:cubicBezTo>
                    <a:pt x="3941" y="365"/>
                    <a:pt x="5644" y="2556"/>
                    <a:pt x="4894" y="4901"/>
                  </a:cubicBezTo>
                  <a:cubicBezTo>
                    <a:pt x="4870" y="4997"/>
                    <a:pt x="4906" y="5080"/>
                    <a:pt x="5001" y="5116"/>
                  </a:cubicBezTo>
                  <a:cubicBezTo>
                    <a:pt x="5018" y="5120"/>
                    <a:pt x="5035" y="5123"/>
                    <a:pt x="5052" y="5123"/>
                  </a:cubicBezTo>
                  <a:cubicBezTo>
                    <a:pt x="5119" y="5123"/>
                    <a:pt x="5184" y="5085"/>
                    <a:pt x="5203" y="5009"/>
                  </a:cubicBezTo>
                  <a:cubicBezTo>
                    <a:pt x="5668" y="3508"/>
                    <a:pt x="5239" y="2044"/>
                    <a:pt x="4263" y="1079"/>
                  </a:cubicBezTo>
                  <a:cubicBezTo>
                    <a:pt x="3524" y="356"/>
                    <a:pt x="2566" y="1"/>
                    <a:pt x="162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3" name="Google Shape;13348;p81">
              <a:extLst>
                <a:ext uri="{FF2B5EF4-FFF2-40B4-BE49-F238E27FC236}">
                  <a16:creationId xmlns:a16="http://schemas.microsoft.com/office/drawing/2014/main" id="{A891CC02-1662-423B-9A6A-CE0C9C0C00BB}"/>
                </a:ext>
              </a:extLst>
            </p:cNvPr>
            <p:cNvSpPr/>
            <p:nvPr/>
          </p:nvSpPr>
          <p:spPr>
            <a:xfrm>
              <a:off x="1532160" y="2593590"/>
              <a:ext cx="81834" cy="180207"/>
            </a:xfrm>
            <a:custGeom>
              <a:avLst/>
              <a:gdLst/>
              <a:ahLst/>
              <a:cxnLst/>
              <a:rect l="l" t="t" r="r" b="b"/>
              <a:pathLst>
                <a:path w="2573" h="5666" extrusionOk="0">
                  <a:moveTo>
                    <a:pt x="2399" y="1"/>
                  </a:moveTo>
                  <a:cubicBezTo>
                    <a:pt x="2340" y="1"/>
                    <a:pt x="2284" y="36"/>
                    <a:pt x="2251" y="94"/>
                  </a:cubicBezTo>
                  <a:cubicBezTo>
                    <a:pt x="2096" y="380"/>
                    <a:pt x="1715" y="856"/>
                    <a:pt x="1715" y="1737"/>
                  </a:cubicBezTo>
                  <a:lnTo>
                    <a:pt x="1715" y="5273"/>
                  </a:lnTo>
                  <a:cubicBezTo>
                    <a:pt x="1715" y="5309"/>
                    <a:pt x="1679" y="5332"/>
                    <a:pt x="1655" y="5332"/>
                  </a:cubicBezTo>
                  <a:lnTo>
                    <a:pt x="167" y="5332"/>
                  </a:lnTo>
                  <a:cubicBezTo>
                    <a:pt x="72" y="5332"/>
                    <a:pt x="0" y="5404"/>
                    <a:pt x="0" y="5499"/>
                  </a:cubicBezTo>
                  <a:cubicBezTo>
                    <a:pt x="0" y="5583"/>
                    <a:pt x="72" y="5666"/>
                    <a:pt x="167" y="5666"/>
                  </a:cubicBezTo>
                  <a:lnTo>
                    <a:pt x="1655" y="5666"/>
                  </a:lnTo>
                  <a:cubicBezTo>
                    <a:pt x="1858" y="5666"/>
                    <a:pt x="2036" y="5487"/>
                    <a:pt x="2036" y="5273"/>
                  </a:cubicBezTo>
                  <a:lnTo>
                    <a:pt x="2036" y="1737"/>
                  </a:lnTo>
                  <a:cubicBezTo>
                    <a:pt x="2036" y="963"/>
                    <a:pt x="2382" y="558"/>
                    <a:pt x="2548" y="249"/>
                  </a:cubicBezTo>
                  <a:cubicBezTo>
                    <a:pt x="2572" y="153"/>
                    <a:pt x="2548" y="70"/>
                    <a:pt x="2477" y="22"/>
                  </a:cubicBezTo>
                  <a:cubicBezTo>
                    <a:pt x="2451" y="8"/>
                    <a:pt x="2425" y="1"/>
                    <a:pt x="2399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4" name="Google Shape;13349;p81">
              <a:extLst>
                <a:ext uri="{FF2B5EF4-FFF2-40B4-BE49-F238E27FC236}">
                  <a16:creationId xmlns:a16="http://schemas.microsoft.com/office/drawing/2014/main" id="{43D65DBD-5787-48C7-97C4-78EF8EFB6FF9}"/>
                </a:ext>
              </a:extLst>
            </p:cNvPr>
            <p:cNvSpPr/>
            <p:nvPr/>
          </p:nvSpPr>
          <p:spPr>
            <a:xfrm>
              <a:off x="1425359" y="2572313"/>
              <a:ext cx="24267" cy="17843"/>
            </a:xfrm>
            <a:custGeom>
              <a:avLst/>
              <a:gdLst/>
              <a:ahLst/>
              <a:cxnLst/>
              <a:rect l="l" t="t" r="r" b="b"/>
              <a:pathLst>
                <a:path w="763" h="561" extrusionOk="0">
                  <a:moveTo>
                    <a:pt x="583" y="0"/>
                  </a:moveTo>
                  <a:cubicBezTo>
                    <a:pt x="554" y="0"/>
                    <a:pt x="525" y="8"/>
                    <a:pt x="501" y="25"/>
                  </a:cubicBezTo>
                  <a:lnTo>
                    <a:pt x="96" y="239"/>
                  </a:lnTo>
                  <a:cubicBezTo>
                    <a:pt x="25" y="287"/>
                    <a:pt x="1" y="394"/>
                    <a:pt x="37" y="465"/>
                  </a:cubicBezTo>
                  <a:cubicBezTo>
                    <a:pt x="72" y="525"/>
                    <a:pt x="132" y="560"/>
                    <a:pt x="191" y="560"/>
                  </a:cubicBezTo>
                  <a:cubicBezTo>
                    <a:pt x="215" y="560"/>
                    <a:pt x="251" y="560"/>
                    <a:pt x="275" y="537"/>
                  </a:cubicBezTo>
                  <a:lnTo>
                    <a:pt x="680" y="322"/>
                  </a:lnTo>
                  <a:cubicBezTo>
                    <a:pt x="739" y="263"/>
                    <a:pt x="763" y="156"/>
                    <a:pt x="727" y="84"/>
                  </a:cubicBezTo>
                  <a:cubicBezTo>
                    <a:pt x="696" y="29"/>
                    <a:pt x="639" y="0"/>
                    <a:pt x="583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5" name="Google Shape;13350;p81">
              <a:extLst>
                <a:ext uri="{FF2B5EF4-FFF2-40B4-BE49-F238E27FC236}">
                  <a16:creationId xmlns:a16="http://schemas.microsoft.com/office/drawing/2014/main" id="{9336655D-5C59-4FAE-BECF-B4C3227F8BFC}"/>
                </a:ext>
              </a:extLst>
            </p:cNvPr>
            <p:cNvSpPr/>
            <p:nvPr/>
          </p:nvSpPr>
          <p:spPr>
            <a:xfrm>
              <a:off x="1562820" y="2573680"/>
              <a:ext cx="26176" cy="17620"/>
            </a:xfrm>
            <a:custGeom>
              <a:avLst/>
              <a:gdLst/>
              <a:ahLst/>
              <a:cxnLst/>
              <a:rect l="l" t="t" r="r" b="b"/>
              <a:pathLst>
                <a:path w="823" h="554" extrusionOk="0">
                  <a:moveTo>
                    <a:pt x="201" y="1"/>
                  </a:moveTo>
                  <a:cubicBezTo>
                    <a:pt x="143" y="1"/>
                    <a:pt x="81" y="28"/>
                    <a:pt x="48" y="77"/>
                  </a:cubicBezTo>
                  <a:cubicBezTo>
                    <a:pt x="1" y="160"/>
                    <a:pt x="37" y="255"/>
                    <a:pt x="108" y="303"/>
                  </a:cubicBezTo>
                  <a:cubicBezTo>
                    <a:pt x="513" y="529"/>
                    <a:pt x="513" y="553"/>
                    <a:pt x="584" y="553"/>
                  </a:cubicBezTo>
                  <a:cubicBezTo>
                    <a:pt x="763" y="541"/>
                    <a:pt x="822" y="315"/>
                    <a:pt x="680" y="244"/>
                  </a:cubicBezTo>
                  <a:lnTo>
                    <a:pt x="275" y="17"/>
                  </a:lnTo>
                  <a:cubicBezTo>
                    <a:pt x="253" y="6"/>
                    <a:pt x="227" y="1"/>
                    <a:pt x="20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6" name="Google Shape;13351;p81">
              <a:extLst>
                <a:ext uri="{FF2B5EF4-FFF2-40B4-BE49-F238E27FC236}">
                  <a16:creationId xmlns:a16="http://schemas.microsoft.com/office/drawing/2014/main" id="{3B9B6382-B3E5-4FA0-BD3E-7421C05B60CF}"/>
                </a:ext>
              </a:extLst>
            </p:cNvPr>
            <p:cNvSpPr/>
            <p:nvPr/>
          </p:nvSpPr>
          <p:spPr>
            <a:xfrm>
              <a:off x="1448100" y="2481414"/>
              <a:ext cx="125375" cy="191275"/>
            </a:xfrm>
            <a:custGeom>
              <a:avLst/>
              <a:gdLst/>
              <a:ahLst/>
              <a:cxnLst/>
              <a:rect l="l" t="t" r="r" b="b"/>
              <a:pathLst>
                <a:path w="3942" h="6014" extrusionOk="0">
                  <a:moveTo>
                    <a:pt x="1280" y="1498"/>
                  </a:moveTo>
                  <a:cubicBezTo>
                    <a:pt x="1355" y="1498"/>
                    <a:pt x="1429" y="1543"/>
                    <a:pt x="1429" y="1632"/>
                  </a:cubicBezTo>
                  <a:lnTo>
                    <a:pt x="1429" y="1763"/>
                  </a:lnTo>
                  <a:lnTo>
                    <a:pt x="1262" y="1763"/>
                  </a:lnTo>
                  <a:cubicBezTo>
                    <a:pt x="1191" y="1763"/>
                    <a:pt x="1131" y="1704"/>
                    <a:pt x="1131" y="1632"/>
                  </a:cubicBezTo>
                  <a:cubicBezTo>
                    <a:pt x="1131" y="1543"/>
                    <a:pt x="1206" y="1498"/>
                    <a:pt x="1280" y="1498"/>
                  </a:cubicBezTo>
                  <a:close/>
                  <a:moveTo>
                    <a:pt x="2483" y="1498"/>
                  </a:moveTo>
                  <a:cubicBezTo>
                    <a:pt x="2557" y="1498"/>
                    <a:pt x="2632" y="1543"/>
                    <a:pt x="2632" y="1632"/>
                  </a:cubicBezTo>
                  <a:cubicBezTo>
                    <a:pt x="2632" y="1704"/>
                    <a:pt x="2572" y="1763"/>
                    <a:pt x="2501" y="1763"/>
                  </a:cubicBezTo>
                  <a:lnTo>
                    <a:pt x="2334" y="1763"/>
                  </a:lnTo>
                  <a:lnTo>
                    <a:pt x="2334" y="1632"/>
                  </a:lnTo>
                  <a:cubicBezTo>
                    <a:pt x="2334" y="1543"/>
                    <a:pt x="2408" y="1498"/>
                    <a:pt x="2483" y="1498"/>
                  </a:cubicBezTo>
                  <a:close/>
                  <a:moveTo>
                    <a:pt x="1989" y="2085"/>
                  </a:moveTo>
                  <a:lnTo>
                    <a:pt x="1989" y="3776"/>
                  </a:lnTo>
                  <a:lnTo>
                    <a:pt x="1739" y="3776"/>
                  </a:lnTo>
                  <a:lnTo>
                    <a:pt x="1739" y="2085"/>
                  </a:lnTo>
                  <a:close/>
                  <a:moveTo>
                    <a:pt x="2524" y="4097"/>
                  </a:moveTo>
                  <a:lnTo>
                    <a:pt x="2524" y="4430"/>
                  </a:lnTo>
                  <a:lnTo>
                    <a:pt x="1215" y="4430"/>
                  </a:lnTo>
                  <a:lnTo>
                    <a:pt x="1215" y="4097"/>
                  </a:lnTo>
                  <a:close/>
                  <a:moveTo>
                    <a:pt x="2512" y="4752"/>
                  </a:moveTo>
                  <a:lnTo>
                    <a:pt x="2512" y="4942"/>
                  </a:lnTo>
                  <a:lnTo>
                    <a:pt x="2524" y="4942"/>
                  </a:lnTo>
                  <a:cubicBezTo>
                    <a:pt x="2524" y="5026"/>
                    <a:pt x="2465" y="5085"/>
                    <a:pt x="2393" y="5085"/>
                  </a:cubicBezTo>
                  <a:lnTo>
                    <a:pt x="1334" y="5085"/>
                  </a:lnTo>
                  <a:cubicBezTo>
                    <a:pt x="1262" y="5085"/>
                    <a:pt x="1203" y="5026"/>
                    <a:pt x="1203" y="4942"/>
                  </a:cubicBezTo>
                  <a:lnTo>
                    <a:pt x="1203" y="4752"/>
                  </a:lnTo>
                  <a:close/>
                  <a:moveTo>
                    <a:pt x="2227" y="5395"/>
                  </a:moveTo>
                  <a:cubicBezTo>
                    <a:pt x="2203" y="5561"/>
                    <a:pt x="2048" y="5681"/>
                    <a:pt x="1870" y="5681"/>
                  </a:cubicBezTo>
                  <a:cubicBezTo>
                    <a:pt x="1691" y="5681"/>
                    <a:pt x="1548" y="5561"/>
                    <a:pt x="1500" y="5395"/>
                  </a:cubicBezTo>
                  <a:close/>
                  <a:moveTo>
                    <a:pt x="1874" y="1"/>
                  </a:moveTo>
                  <a:cubicBezTo>
                    <a:pt x="834" y="1"/>
                    <a:pt x="0" y="837"/>
                    <a:pt x="0" y="1882"/>
                  </a:cubicBezTo>
                  <a:cubicBezTo>
                    <a:pt x="0" y="2406"/>
                    <a:pt x="215" y="2906"/>
                    <a:pt x="607" y="3264"/>
                  </a:cubicBezTo>
                  <a:cubicBezTo>
                    <a:pt x="786" y="3418"/>
                    <a:pt x="869" y="3656"/>
                    <a:pt x="869" y="3895"/>
                  </a:cubicBezTo>
                  <a:lnTo>
                    <a:pt x="869" y="4942"/>
                  </a:lnTo>
                  <a:cubicBezTo>
                    <a:pt x="869" y="5145"/>
                    <a:pt x="988" y="5300"/>
                    <a:pt x="1155" y="5359"/>
                  </a:cubicBezTo>
                  <a:cubicBezTo>
                    <a:pt x="1191" y="5716"/>
                    <a:pt x="1489" y="6014"/>
                    <a:pt x="1858" y="6014"/>
                  </a:cubicBezTo>
                  <a:cubicBezTo>
                    <a:pt x="2227" y="6014"/>
                    <a:pt x="2524" y="5740"/>
                    <a:pt x="2560" y="5359"/>
                  </a:cubicBezTo>
                  <a:cubicBezTo>
                    <a:pt x="2715" y="5288"/>
                    <a:pt x="2834" y="5121"/>
                    <a:pt x="2834" y="4942"/>
                  </a:cubicBezTo>
                  <a:lnTo>
                    <a:pt x="2834" y="3871"/>
                  </a:lnTo>
                  <a:cubicBezTo>
                    <a:pt x="2834" y="3811"/>
                    <a:pt x="2834" y="3752"/>
                    <a:pt x="2858" y="3692"/>
                  </a:cubicBezTo>
                  <a:cubicBezTo>
                    <a:pt x="2870" y="3609"/>
                    <a:pt x="2822" y="3514"/>
                    <a:pt x="2727" y="3502"/>
                  </a:cubicBezTo>
                  <a:cubicBezTo>
                    <a:pt x="2718" y="3500"/>
                    <a:pt x="2710" y="3500"/>
                    <a:pt x="2701" y="3500"/>
                  </a:cubicBezTo>
                  <a:cubicBezTo>
                    <a:pt x="2627" y="3500"/>
                    <a:pt x="2558" y="3546"/>
                    <a:pt x="2536" y="3621"/>
                  </a:cubicBezTo>
                  <a:cubicBezTo>
                    <a:pt x="2524" y="3668"/>
                    <a:pt x="2524" y="3728"/>
                    <a:pt x="2512" y="3776"/>
                  </a:cubicBezTo>
                  <a:lnTo>
                    <a:pt x="2298" y="3776"/>
                  </a:lnTo>
                  <a:lnTo>
                    <a:pt x="2298" y="2085"/>
                  </a:lnTo>
                  <a:lnTo>
                    <a:pt x="2465" y="2085"/>
                  </a:lnTo>
                  <a:cubicBezTo>
                    <a:pt x="2715" y="2085"/>
                    <a:pt x="2929" y="1882"/>
                    <a:pt x="2929" y="1632"/>
                  </a:cubicBezTo>
                  <a:cubicBezTo>
                    <a:pt x="2929" y="1370"/>
                    <a:pt x="2715" y="1168"/>
                    <a:pt x="2465" y="1168"/>
                  </a:cubicBezTo>
                  <a:lnTo>
                    <a:pt x="2441" y="1168"/>
                  </a:lnTo>
                  <a:cubicBezTo>
                    <a:pt x="2179" y="1168"/>
                    <a:pt x="1977" y="1370"/>
                    <a:pt x="1977" y="1632"/>
                  </a:cubicBezTo>
                  <a:lnTo>
                    <a:pt x="1977" y="1763"/>
                  </a:lnTo>
                  <a:lnTo>
                    <a:pt x="1727" y="1763"/>
                  </a:lnTo>
                  <a:lnTo>
                    <a:pt x="1727" y="1632"/>
                  </a:lnTo>
                  <a:cubicBezTo>
                    <a:pt x="1727" y="1370"/>
                    <a:pt x="1512" y="1168"/>
                    <a:pt x="1262" y="1168"/>
                  </a:cubicBezTo>
                  <a:lnTo>
                    <a:pt x="1227" y="1168"/>
                  </a:lnTo>
                  <a:cubicBezTo>
                    <a:pt x="977" y="1168"/>
                    <a:pt x="774" y="1370"/>
                    <a:pt x="774" y="1632"/>
                  </a:cubicBezTo>
                  <a:cubicBezTo>
                    <a:pt x="774" y="1882"/>
                    <a:pt x="977" y="2085"/>
                    <a:pt x="1227" y="2085"/>
                  </a:cubicBezTo>
                  <a:lnTo>
                    <a:pt x="1393" y="2085"/>
                  </a:lnTo>
                  <a:lnTo>
                    <a:pt x="1393" y="3776"/>
                  </a:lnTo>
                  <a:lnTo>
                    <a:pt x="1191" y="3776"/>
                  </a:lnTo>
                  <a:cubicBezTo>
                    <a:pt x="1155" y="3478"/>
                    <a:pt x="1024" y="3204"/>
                    <a:pt x="810" y="3014"/>
                  </a:cubicBezTo>
                  <a:cubicBezTo>
                    <a:pt x="488" y="2716"/>
                    <a:pt x="310" y="2299"/>
                    <a:pt x="310" y="1871"/>
                  </a:cubicBezTo>
                  <a:cubicBezTo>
                    <a:pt x="310" y="1013"/>
                    <a:pt x="988" y="323"/>
                    <a:pt x="1858" y="323"/>
                  </a:cubicBezTo>
                  <a:lnTo>
                    <a:pt x="1905" y="323"/>
                  </a:lnTo>
                  <a:cubicBezTo>
                    <a:pt x="2715" y="335"/>
                    <a:pt x="3394" y="1013"/>
                    <a:pt x="3405" y="1835"/>
                  </a:cubicBezTo>
                  <a:lnTo>
                    <a:pt x="3405" y="1847"/>
                  </a:lnTo>
                  <a:cubicBezTo>
                    <a:pt x="3405" y="2287"/>
                    <a:pt x="3239" y="2668"/>
                    <a:pt x="2929" y="2966"/>
                  </a:cubicBezTo>
                  <a:cubicBezTo>
                    <a:pt x="2870" y="3025"/>
                    <a:pt x="2858" y="3133"/>
                    <a:pt x="2929" y="3204"/>
                  </a:cubicBezTo>
                  <a:cubicBezTo>
                    <a:pt x="2965" y="3240"/>
                    <a:pt x="3007" y="3258"/>
                    <a:pt x="3048" y="3258"/>
                  </a:cubicBezTo>
                  <a:cubicBezTo>
                    <a:pt x="3090" y="3258"/>
                    <a:pt x="3132" y="3240"/>
                    <a:pt x="3167" y="3204"/>
                  </a:cubicBezTo>
                  <a:cubicBezTo>
                    <a:pt x="3906" y="2502"/>
                    <a:pt x="3941" y="1299"/>
                    <a:pt x="3191" y="561"/>
                  </a:cubicBezTo>
                  <a:cubicBezTo>
                    <a:pt x="2858" y="216"/>
                    <a:pt x="2393" y="1"/>
                    <a:pt x="1917" y="1"/>
                  </a:cubicBezTo>
                  <a:cubicBezTo>
                    <a:pt x="1903" y="1"/>
                    <a:pt x="1888" y="1"/>
                    <a:pt x="1874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7" name="Google Shape;13352;p81">
              <a:extLst>
                <a:ext uri="{FF2B5EF4-FFF2-40B4-BE49-F238E27FC236}">
                  <a16:creationId xmlns:a16="http://schemas.microsoft.com/office/drawing/2014/main" id="{40BAE285-BA0D-4378-B7A7-5A6A9B1EF869}"/>
                </a:ext>
              </a:extLst>
            </p:cNvPr>
            <p:cNvSpPr/>
            <p:nvPr/>
          </p:nvSpPr>
          <p:spPr>
            <a:xfrm>
              <a:off x="1502232" y="2449259"/>
              <a:ext cx="10655" cy="25380"/>
            </a:xfrm>
            <a:custGeom>
              <a:avLst/>
              <a:gdLst/>
              <a:ahLst/>
              <a:cxnLst/>
              <a:rect l="l" t="t" r="r" b="b"/>
              <a:pathLst>
                <a:path w="335" h="798" extrusionOk="0">
                  <a:moveTo>
                    <a:pt x="168" y="0"/>
                  </a:moveTo>
                  <a:cubicBezTo>
                    <a:pt x="84" y="0"/>
                    <a:pt x="1" y="84"/>
                    <a:pt x="1" y="167"/>
                  </a:cubicBezTo>
                  <a:lnTo>
                    <a:pt x="1" y="631"/>
                  </a:lnTo>
                  <a:cubicBezTo>
                    <a:pt x="1" y="715"/>
                    <a:pt x="84" y="798"/>
                    <a:pt x="168" y="798"/>
                  </a:cubicBezTo>
                  <a:cubicBezTo>
                    <a:pt x="263" y="798"/>
                    <a:pt x="334" y="715"/>
                    <a:pt x="334" y="631"/>
                  </a:cubicBezTo>
                  <a:lnTo>
                    <a:pt x="334" y="167"/>
                  </a:lnTo>
                  <a:cubicBezTo>
                    <a:pt x="334" y="84"/>
                    <a:pt x="263" y="0"/>
                    <a:pt x="168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8" name="Google Shape;13353;p81">
              <a:extLst>
                <a:ext uri="{FF2B5EF4-FFF2-40B4-BE49-F238E27FC236}">
                  <a16:creationId xmlns:a16="http://schemas.microsoft.com/office/drawing/2014/main" id="{FBB8C792-8B24-470A-B939-0190763E5520}"/>
                </a:ext>
              </a:extLst>
            </p:cNvPr>
            <p:cNvSpPr/>
            <p:nvPr/>
          </p:nvSpPr>
          <p:spPr>
            <a:xfrm>
              <a:off x="1458309" y="2460582"/>
              <a:ext cx="18988" cy="23090"/>
            </a:xfrm>
            <a:custGeom>
              <a:avLst/>
              <a:gdLst/>
              <a:ahLst/>
              <a:cxnLst/>
              <a:rect l="l" t="t" r="r" b="b"/>
              <a:pathLst>
                <a:path w="597" h="726" extrusionOk="0">
                  <a:moveTo>
                    <a:pt x="190" y="1"/>
                  </a:moveTo>
                  <a:cubicBezTo>
                    <a:pt x="161" y="1"/>
                    <a:pt x="132" y="9"/>
                    <a:pt x="108" y="25"/>
                  </a:cubicBezTo>
                  <a:cubicBezTo>
                    <a:pt x="25" y="61"/>
                    <a:pt x="1" y="168"/>
                    <a:pt x="48" y="240"/>
                  </a:cubicBezTo>
                  <a:lnTo>
                    <a:pt x="275" y="644"/>
                  </a:lnTo>
                  <a:cubicBezTo>
                    <a:pt x="299" y="693"/>
                    <a:pt x="357" y="726"/>
                    <a:pt x="414" y="726"/>
                  </a:cubicBezTo>
                  <a:cubicBezTo>
                    <a:pt x="441" y="726"/>
                    <a:pt x="466" y="719"/>
                    <a:pt x="489" y="704"/>
                  </a:cubicBezTo>
                  <a:cubicBezTo>
                    <a:pt x="572" y="656"/>
                    <a:pt x="596" y="573"/>
                    <a:pt x="548" y="478"/>
                  </a:cubicBezTo>
                  <a:lnTo>
                    <a:pt x="322" y="85"/>
                  </a:lnTo>
                  <a:cubicBezTo>
                    <a:pt x="299" y="30"/>
                    <a:pt x="244" y="1"/>
                    <a:pt x="190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9" name="Google Shape;13354;p81">
              <a:extLst>
                <a:ext uri="{FF2B5EF4-FFF2-40B4-BE49-F238E27FC236}">
                  <a16:creationId xmlns:a16="http://schemas.microsoft.com/office/drawing/2014/main" id="{0767ED6F-2799-4E1B-B8B5-4B0DB56D5AFB}"/>
                </a:ext>
              </a:extLst>
            </p:cNvPr>
            <p:cNvSpPr/>
            <p:nvPr/>
          </p:nvSpPr>
          <p:spPr>
            <a:xfrm>
              <a:off x="1425741" y="2492768"/>
              <a:ext cx="25031" cy="17874"/>
            </a:xfrm>
            <a:custGeom>
              <a:avLst/>
              <a:gdLst/>
              <a:ahLst/>
              <a:cxnLst/>
              <a:rect l="l" t="t" r="r" b="b"/>
              <a:pathLst>
                <a:path w="787" h="562" extrusionOk="0">
                  <a:moveTo>
                    <a:pt x="181" y="1"/>
                  </a:moveTo>
                  <a:cubicBezTo>
                    <a:pt x="126" y="1"/>
                    <a:pt x="72" y="30"/>
                    <a:pt x="48" y="85"/>
                  </a:cubicBezTo>
                  <a:cubicBezTo>
                    <a:pt x="1" y="156"/>
                    <a:pt x="25" y="263"/>
                    <a:pt x="108" y="299"/>
                  </a:cubicBezTo>
                  <a:cubicBezTo>
                    <a:pt x="501" y="525"/>
                    <a:pt x="501" y="561"/>
                    <a:pt x="584" y="561"/>
                  </a:cubicBezTo>
                  <a:cubicBezTo>
                    <a:pt x="632" y="561"/>
                    <a:pt x="703" y="525"/>
                    <a:pt x="727" y="466"/>
                  </a:cubicBezTo>
                  <a:cubicBezTo>
                    <a:pt x="787" y="394"/>
                    <a:pt x="751" y="287"/>
                    <a:pt x="668" y="240"/>
                  </a:cubicBezTo>
                  <a:lnTo>
                    <a:pt x="263" y="25"/>
                  </a:lnTo>
                  <a:cubicBezTo>
                    <a:pt x="238" y="9"/>
                    <a:pt x="209" y="1"/>
                    <a:pt x="18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0" name="Google Shape;13355;p81">
              <a:extLst>
                <a:ext uri="{FF2B5EF4-FFF2-40B4-BE49-F238E27FC236}">
                  <a16:creationId xmlns:a16="http://schemas.microsoft.com/office/drawing/2014/main" id="{B660B3C7-6AC5-492C-A34D-472D934FFFFD}"/>
                </a:ext>
              </a:extLst>
            </p:cNvPr>
            <p:cNvSpPr/>
            <p:nvPr/>
          </p:nvSpPr>
          <p:spPr>
            <a:xfrm>
              <a:off x="1414768" y="2535959"/>
              <a:ext cx="25031" cy="10655"/>
            </a:xfrm>
            <a:custGeom>
              <a:avLst/>
              <a:gdLst/>
              <a:ahLst/>
              <a:cxnLst/>
              <a:rect l="l" t="t" r="r" b="b"/>
              <a:pathLst>
                <a:path w="787" h="335" extrusionOk="0">
                  <a:moveTo>
                    <a:pt x="167" y="1"/>
                  </a:moveTo>
                  <a:cubicBezTo>
                    <a:pt x="72" y="1"/>
                    <a:pt x="1" y="72"/>
                    <a:pt x="1" y="167"/>
                  </a:cubicBezTo>
                  <a:cubicBezTo>
                    <a:pt x="1" y="251"/>
                    <a:pt x="72" y="334"/>
                    <a:pt x="167" y="334"/>
                  </a:cubicBezTo>
                  <a:lnTo>
                    <a:pt x="632" y="334"/>
                  </a:lnTo>
                  <a:cubicBezTo>
                    <a:pt x="715" y="334"/>
                    <a:pt x="786" y="251"/>
                    <a:pt x="786" y="167"/>
                  </a:cubicBezTo>
                  <a:cubicBezTo>
                    <a:pt x="786" y="72"/>
                    <a:pt x="715" y="1"/>
                    <a:pt x="632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1" name="Google Shape;13356;p81">
              <a:extLst>
                <a:ext uri="{FF2B5EF4-FFF2-40B4-BE49-F238E27FC236}">
                  <a16:creationId xmlns:a16="http://schemas.microsoft.com/office/drawing/2014/main" id="{A0E13A45-2F47-4482-8C61-46B636363358}"/>
                </a:ext>
              </a:extLst>
            </p:cNvPr>
            <p:cNvSpPr/>
            <p:nvPr/>
          </p:nvSpPr>
          <p:spPr>
            <a:xfrm>
              <a:off x="1573825" y="2537104"/>
              <a:ext cx="24999" cy="10241"/>
            </a:xfrm>
            <a:custGeom>
              <a:avLst/>
              <a:gdLst/>
              <a:ahLst/>
              <a:cxnLst/>
              <a:rect l="l" t="t" r="r" b="b"/>
              <a:pathLst>
                <a:path w="786" h="322" extrusionOk="0">
                  <a:moveTo>
                    <a:pt x="167" y="0"/>
                  </a:moveTo>
                  <a:cubicBezTo>
                    <a:pt x="72" y="0"/>
                    <a:pt x="0" y="72"/>
                    <a:pt x="0" y="155"/>
                  </a:cubicBezTo>
                  <a:cubicBezTo>
                    <a:pt x="0" y="251"/>
                    <a:pt x="72" y="322"/>
                    <a:pt x="167" y="322"/>
                  </a:cubicBezTo>
                  <a:lnTo>
                    <a:pt x="631" y="322"/>
                  </a:lnTo>
                  <a:cubicBezTo>
                    <a:pt x="715" y="322"/>
                    <a:pt x="786" y="251"/>
                    <a:pt x="786" y="155"/>
                  </a:cubicBezTo>
                  <a:cubicBezTo>
                    <a:pt x="786" y="72"/>
                    <a:pt x="715" y="0"/>
                    <a:pt x="631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2" name="Google Shape;13357;p81">
              <a:extLst>
                <a:ext uri="{FF2B5EF4-FFF2-40B4-BE49-F238E27FC236}">
                  <a16:creationId xmlns:a16="http://schemas.microsoft.com/office/drawing/2014/main" id="{07C79EE0-1505-4201-99ED-ADD777D847BD}"/>
                </a:ext>
              </a:extLst>
            </p:cNvPr>
            <p:cNvSpPr/>
            <p:nvPr/>
          </p:nvSpPr>
          <p:spPr>
            <a:xfrm>
              <a:off x="1563965" y="2493627"/>
              <a:ext cx="24649" cy="17525"/>
            </a:xfrm>
            <a:custGeom>
              <a:avLst/>
              <a:gdLst/>
              <a:ahLst/>
              <a:cxnLst/>
              <a:rect l="l" t="t" r="r" b="b"/>
              <a:pathLst>
                <a:path w="775" h="551" extrusionOk="0">
                  <a:moveTo>
                    <a:pt x="576" y="0"/>
                  </a:moveTo>
                  <a:cubicBezTo>
                    <a:pt x="549" y="0"/>
                    <a:pt x="523" y="7"/>
                    <a:pt x="501" y="22"/>
                  </a:cubicBezTo>
                  <a:lnTo>
                    <a:pt x="108" y="248"/>
                  </a:lnTo>
                  <a:cubicBezTo>
                    <a:pt x="24" y="296"/>
                    <a:pt x="1" y="391"/>
                    <a:pt x="48" y="475"/>
                  </a:cubicBezTo>
                  <a:cubicBezTo>
                    <a:pt x="73" y="524"/>
                    <a:pt x="132" y="550"/>
                    <a:pt x="189" y="550"/>
                  </a:cubicBezTo>
                  <a:cubicBezTo>
                    <a:pt x="215" y="550"/>
                    <a:pt x="240" y="545"/>
                    <a:pt x="263" y="534"/>
                  </a:cubicBezTo>
                  <a:lnTo>
                    <a:pt x="667" y="308"/>
                  </a:lnTo>
                  <a:cubicBezTo>
                    <a:pt x="739" y="260"/>
                    <a:pt x="774" y="153"/>
                    <a:pt x="727" y="82"/>
                  </a:cubicBezTo>
                  <a:cubicBezTo>
                    <a:pt x="694" y="33"/>
                    <a:pt x="633" y="0"/>
                    <a:pt x="576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3" name="Google Shape;13358;p81">
              <a:extLst>
                <a:ext uri="{FF2B5EF4-FFF2-40B4-BE49-F238E27FC236}">
                  <a16:creationId xmlns:a16="http://schemas.microsoft.com/office/drawing/2014/main" id="{52616643-6FA2-44BD-BCE6-F74ED7427C6F}"/>
                </a:ext>
              </a:extLst>
            </p:cNvPr>
            <p:cNvSpPr/>
            <p:nvPr/>
          </p:nvSpPr>
          <p:spPr>
            <a:xfrm>
              <a:off x="1537853" y="2461440"/>
              <a:ext cx="18956" cy="23090"/>
            </a:xfrm>
            <a:custGeom>
              <a:avLst/>
              <a:gdLst/>
              <a:ahLst/>
              <a:cxnLst/>
              <a:rect l="l" t="t" r="r" b="b"/>
              <a:pathLst>
                <a:path w="596" h="726" extrusionOk="0">
                  <a:moveTo>
                    <a:pt x="414" y="0"/>
                  </a:moveTo>
                  <a:cubicBezTo>
                    <a:pt x="357" y="0"/>
                    <a:pt x="298" y="33"/>
                    <a:pt x="274" y="82"/>
                  </a:cubicBezTo>
                  <a:lnTo>
                    <a:pt x="48" y="486"/>
                  </a:lnTo>
                  <a:cubicBezTo>
                    <a:pt x="0" y="558"/>
                    <a:pt x="36" y="665"/>
                    <a:pt x="107" y="701"/>
                  </a:cubicBezTo>
                  <a:cubicBezTo>
                    <a:pt x="132" y="718"/>
                    <a:pt x="162" y="725"/>
                    <a:pt x="192" y="725"/>
                  </a:cubicBezTo>
                  <a:cubicBezTo>
                    <a:pt x="247" y="725"/>
                    <a:pt x="303" y="699"/>
                    <a:pt x="333" y="653"/>
                  </a:cubicBezTo>
                  <a:lnTo>
                    <a:pt x="548" y="248"/>
                  </a:lnTo>
                  <a:cubicBezTo>
                    <a:pt x="595" y="177"/>
                    <a:pt x="572" y="70"/>
                    <a:pt x="488" y="22"/>
                  </a:cubicBezTo>
                  <a:cubicBezTo>
                    <a:pt x="466" y="7"/>
                    <a:pt x="440" y="0"/>
                    <a:pt x="414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0372DC54-C34A-4415-8AEE-0C0859E4F9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5558" y="1592353"/>
            <a:ext cx="2011680" cy="11944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800FABD-304E-4F1B-9F00-A229BA0A117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37838" y="1567827"/>
            <a:ext cx="2194560" cy="1460381"/>
          </a:xfrm>
          <a:prstGeom prst="heart">
            <a:avLst/>
          </a:prstGeom>
        </p:spPr>
      </p:pic>
      <p:sp>
        <p:nvSpPr>
          <p:cNvPr id="258" name="Google Shape;11889;p79">
            <a:extLst>
              <a:ext uri="{FF2B5EF4-FFF2-40B4-BE49-F238E27FC236}">
                <a16:creationId xmlns:a16="http://schemas.microsoft.com/office/drawing/2014/main" id="{AA1DC59F-ADF4-40CD-A26E-7D4A7431C447}"/>
              </a:ext>
            </a:extLst>
          </p:cNvPr>
          <p:cNvSpPr/>
          <p:nvPr/>
        </p:nvSpPr>
        <p:spPr>
          <a:xfrm>
            <a:off x="102759" y="2094266"/>
            <a:ext cx="399435" cy="365698"/>
          </a:xfrm>
          <a:custGeom>
            <a:avLst/>
            <a:gdLst/>
            <a:ahLst/>
            <a:cxnLst/>
            <a:rect l="l" t="t" r="r" b="b"/>
            <a:pathLst>
              <a:path w="12550" h="11490" extrusionOk="0">
                <a:moveTo>
                  <a:pt x="4323" y="2143"/>
                </a:moveTo>
                <a:lnTo>
                  <a:pt x="4323" y="3215"/>
                </a:lnTo>
                <a:lnTo>
                  <a:pt x="3585" y="3215"/>
                </a:lnTo>
                <a:lnTo>
                  <a:pt x="3216" y="2143"/>
                </a:lnTo>
                <a:close/>
                <a:moveTo>
                  <a:pt x="5787" y="2143"/>
                </a:moveTo>
                <a:lnTo>
                  <a:pt x="5787" y="3215"/>
                </a:lnTo>
                <a:lnTo>
                  <a:pt x="4692" y="3215"/>
                </a:lnTo>
                <a:lnTo>
                  <a:pt x="4692" y="2143"/>
                </a:lnTo>
                <a:close/>
                <a:moveTo>
                  <a:pt x="7252" y="2143"/>
                </a:moveTo>
                <a:lnTo>
                  <a:pt x="7252" y="3215"/>
                </a:lnTo>
                <a:lnTo>
                  <a:pt x="6144" y="3215"/>
                </a:lnTo>
                <a:lnTo>
                  <a:pt x="6144" y="2143"/>
                </a:lnTo>
                <a:close/>
                <a:moveTo>
                  <a:pt x="8704" y="2143"/>
                </a:moveTo>
                <a:lnTo>
                  <a:pt x="8704" y="3215"/>
                </a:lnTo>
                <a:lnTo>
                  <a:pt x="7609" y="3215"/>
                </a:lnTo>
                <a:lnTo>
                  <a:pt x="7609" y="2143"/>
                </a:lnTo>
                <a:close/>
                <a:moveTo>
                  <a:pt x="10169" y="2143"/>
                </a:moveTo>
                <a:lnTo>
                  <a:pt x="10169" y="3215"/>
                </a:lnTo>
                <a:lnTo>
                  <a:pt x="9061" y="3215"/>
                </a:lnTo>
                <a:lnTo>
                  <a:pt x="9061" y="2143"/>
                </a:lnTo>
                <a:close/>
                <a:moveTo>
                  <a:pt x="11050" y="2143"/>
                </a:moveTo>
                <a:lnTo>
                  <a:pt x="10788" y="3215"/>
                </a:lnTo>
                <a:lnTo>
                  <a:pt x="10538" y="3215"/>
                </a:lnTo>
                <a:lnTo>
                  <a:pt x="10538" y="2143"/>
                </a:lnTo>
                <a:close/>
                <a:moveTo>
                  <a:pt x="10716" y="3572"/>
                </a:moveTo>
                <a:lnTo>
                  <a:pt x="10538" y="4334"/>
                </a:lnTo>
                <a:lnTo>
                  <a:pt x="10538" y="3572"/>
                </a:lnTo>
                <a:close/>
                <a:moveTo>
                  <a:pt x="4323" y="3572"/>
                </a:moveTo>
                <a:lnTo>
                  <a:pt x="4323" y="4680"/>
                </a:lnTo>
                <a:lnTo>
                  <a:pt x="4108" y="4680"/>
                </a:lnTo>
                <a:lnTo>
                  <a:pt x="3727" y="3572"/>
                </a:lnTo>
                <a:close/>
                <a:moveTo>
                  <a:pt x="5787" y="3572"/>
                </a:moveTo>
                <a:lnTo>
                  <a:pt x="5787" y="4680"/>
                </a:lnTo>
                <a:lnTo>
                  <a:pt x="4692" y="4680"/>
                </a:lnTo>
                <a:lnTo>
                  <a:pt x="4692" y="3572"/>
                </a:lnTo>
                <a:close/>
                <a:moveTo>
                  <a:pt x="7252" y="3572"/>
                </a:moveTo>
                <a:lnTo>
                  <a:pt x="7252" y="4680"/>
                </a:lnTo>
                <a:lnTo>
                  <a:pt x="6144" y="4680"/>
                </a:lnTo>
                <a:lnTo>
                  <a:pt x="6144" y="3572"/>
                </a:lnTo>
                <a:close/>
                <a:moveTo>
                  <a:pt x="8704" y="3572"/>
                </a:moveTo>
                <a:lnTo>
                  <a:pt x="8704" y="4680"/>
                </a:lnTo>
                <a:lnTo>
                  <a:pt x="7609" y="4680"/>
                </a:lnTo>
                <a:lnTo>
                  <a:pt x="7609" y="3572"/>
                </a:lnTo>
                <a:close/>
                <a:moveTo>
                  <a:pt x="10169" y="3572"/>
                </a:moveTo>
                <a:lnTo>
                  <a:pt x="10169" y="4680"/>
                </a:lnTo>
                <a:lnTo>
                  <a:pt x="9061" y="4680"/>
                </a:lnTo>
                <a:lnTo>
                  <a:pt x="9061" y="3572"/>
                </a:lnTo>
                <a:close/>
                <a:moveTo>
                  <a:pt x="4335" y="5037"/>
                </a:moveTo>
                <a:lnTo>
                  <a:pt x="4335" y="5275"/>
                </a:lnTo>
                <a:lnTo>
                  <a:pt x="4239" y="5037"/>
                </a:lnTo>
                <a:close/>
                <a:moveTo>
                  <a:pt x="5787" y="5037"/>
                </a:moveTo>
                <a:lnTo>
                  <a:pt x="5787" y="5894"/>
                </a:lnTo>
                <a:cubicBezTo>
                  <a:pt x="5706" y="5890"/>
                  <a:pt x="5631" y="5889"/>
                  <a:pt x="5561" y="5889"/>
                </a:cubicBezTo>
                <a:cubicBezTo>
                  <a:pt x="5443" y="5889"/>
                  <a:pt x="5341" y="5892"/>
                  <a:pt x="5248" y="5892"/>
                </a:cubicBezTo>
                <a:cubicBezTo>
                  <a:pt x="5036" y="5892"/>
                  <a:pt x="4874" y="5875"/>
                  <a:pt x="4692" y="5763"/>
                </a:cubicBezTo>
                <a:lnTo>
                  <a:pt x="4692" y="5037"/>
                </a:lnTo>
                <a:close/>
                <a:moveTo>
                  <a:pt x="7252" y="5037"/>
                </a:moveTo>
                <a:lnTo>
                  <a:pt x="7252" y="5894"/>
                </a:lnTo>
                <a:lnTo>
                  <a:pt x="6144" y="5894"/>
                </a:lnTo>
                <a:lnTo>
                  <a:pt x="6144" y="5037"/>
                </a:lnTo>
                <a:close/>
                <a:moveTo>
                  <a:pt x="8704" y="5037"/>
                </a:moveTo>
                <a:lnTo>
                  <a:pt x="8704" y="5894"/>
                </a:lnTo>
                <a:lnTo>
                  <a:pt x="7609" y="5894"/>
                </a:lnTo>
                <a:lnTo>
                  <a:pt x="7609" y="5037"/>
                </a:lnTo>
                <a:close/>
                <a:moveTo>
                  <a:pt x="10169" y="5037"/>
                </a:moveTo>
                <a:lnTo>
                  <a:pt x="10169" y="5894"/>
                </a:lnTo>
                <a:lnTo>
                  <a:pt x="9061" y="5894"/>
                </a:lnTo>
                <a:lnTo>
                  <a:pt x="9061" y="5037"/>
                </a:lnTo>
                <a:close/>
                <a:moveTo>
                  <a:pt x="4882" y="9240"/>
                </a:moveTo>
                <a:cubicBezTo>
                  <a:pt x="5406" y="9240"/>
                  <a:pt x="5823" y="9680"/>
                  <a:pt x="5823" y="10180"/>
                </a:cubicBezTo>
                <a:cubicBezTo>
                  <a:pt x="5823" y="10704"/>
                  <a:pt x="5406" y="11121"/>
                  <a:pt x="4882" y="11121"/>
                </a:cubicBezTo>
                <a:cubicBezTo>
                  <a:pt x="4359" y="11121"/>
                  <a:pt x="3942" y="10704"/>
                  <a:pt x="3942" y="10180"/>
                </a:cubicBezTo>
                <a:cubicBezTo>
                  <a:pt x="3942" y="9656"/>
                  <a:pt x="4359" y="9240"/>
                  <a:pt x="4882" y="9240"/>
                </a:cubicBezTo>
                <a:close/>
                <a:moveTo>
                  <a:pt x="9300" y="9240"/>
                </a:moveTo>
                <a:cubicBezTo>
                  <a:pt x="9823" y="9263"/>
                  <a:pt x="10240" y="9680"/>
                  <a:pt x="10240" y="10180"/>
                </a:cubicBezTo>
                <a:cubicBezTo>
                  <a:pt x="10240" y="10704"/>
                  <a:pt x="9823" y="11121"/>
                  <a:pt x="9300" y="11121"/>
                </a:cubicBezTo>
                <a:cubicBezTo>
                  <a:pt x="8788" y="11121"/>
                  <a:pt x="8371" y="10704"/>
                  <a:pt x="8371" y="10180"/>
                </a:cubicBezTo>
                <a:cubicBezTo>
                  <a:pt x="8371" y="9656"/>
                  <a:pt x="8788" y="9240"/>
                  <a:pt x="9300" y="9240"/>
                </a:cubicBezTo>
                <a:close/>
                <a:moveTo>
                  <a:pt x="668" y="0"/>
                </a:moveTo>
                <a:cubicBezTo>
                  <a:pt x="298" y="0"/>
                  <a:pt x="1" y="298"/>
                  <a:pt x="1" y="667"/>
                </a:cubicBezTo>
                <a:cubicBezTo>
                  <a:pt x="1" y="1048"/>
                  <a:pt x="298" y="1346"/>
                  <a:pt x="668" y="1346"/>
                </a:cubicBezTo>
                <a:lnTo>
                  <a:pt x="1489" y="1346"/>
                </a:lnTo>
                <a:lnTo>
                  <a:pt x="2513" y="4227"/>
                </a:lnTo>
                <a:cubicBezTo>
                  <a:pt x="2540" y="4299"/>
                  <a:pt x="2608" y="4351"/>
                  <a:pt x="2681" y="4351"/>
                </a:cubicBezTo>
                <a:cubicBezTo>
                  <a:pt x="2704" y="4351"/>
                  <a:pt x="2728" y="4346"/>
                  <a:pt x="2751" y="4334"/>
                </a:cubicBezTo>
                <a:cubicBezTo>
                  <a:pt x="2846" y="4299"/>
                  <a:pt x="2906" y="4203"/>
                  <a:pt x="2858" y="4096"/>
                </a:cubicBezTo>
                <a:cubicBezTo>
                  <a:pt x="1858" y="1262"/>
                  <a:pt x="1822" y="1143"/>
                  <a:pt x="1822" y="1143"/>
                </a:cubicBezTo>
                <a:cubicBezTo>
                  <a:pt x="1775" y="1048"/>
                  <a:pt x="1668" y="965"/>
                  <a:pt x="1549" y="965"/>
                </a:cubicBezTo>
                <a:lnTo>
                  <a:pt x="668" y="965"/>
                </a:lnTo>
                <a:cubicBezTo>
                  <a:pt x="513" y="965"/>
                  <a:pt x="370" y="834"/>
                  <a:pt x="370" y="667"/>
                </a:cubicBezTo>
                <a:cubicBezTo>
                  <a:pt x="370" y="500"/>
                  <a:pt x="513" y="369"/>
                  <a:pt x="668" y="369"/>
                </a:cubicBezTo>
                <a:lnTo>
                  <a:pt x="1549" y="369"/>
                </a:lnTo>
                <a:cubicBezTo>
                  <a:pt x="1906" y="369"/>
                  <a:pt x="2215" y="584"/>
                  <a:pt x="2370" y="905"/>
                </a:cubicBezTo>
                <a:cubicBezTo>
                  <a:pt x="2596" y="1524"/>
                  <a:pt x="3811" y="5001"/>
                  <a:pt x="4001" y="5525"/>
                </a:cubicBezTo>
                <a:cubicBezTo>
                  <a:pt x="4144" y="5894"/>
                  <a:pt x="4573" y="6251"/>
                  <a:pt x="5109" y="6251"/>
                </a:cubicBezTo>
                <a:lnTo>
                  <a:pt x="11717" y="6251"/>
                </a:lnTo>
                <a:cubicBezTo>
                  <a:pt x="11883" y="6251"/>
                  <a:pt x="12014" y="6382"/>
                  <a:pt x="12014" y="6549"/>
                </a:cubicBezTo>
                <a:cubicBezTo>
                  <a:pt x="12014" y="6715"/>
                  <a:pt x="11883" y="6846"/>
                  <a:pt x="11717" y="6846"/>
                </a:cubicBezTo>
                <a:lnTo>
                  <a:pt x="5109" y="6846"/>
                </a:lnTo>
                <a:cubicBezTo>
                  <a:pt x="4394" y="6846"/>
                  <a:pt x="3739" y="6418"/>
                  <a:pt x="3466" y="5763"/>
                </a:cubicBezTo>
                <a:lnTo>
                  <a:pt x="3096" y="4715"/>
                </a:lnTo>
                <a:cubicBezTo>
                  <a:pt x="3078" y="4652"/>
                  <a:pt x="3013" y="4603"/>
                  <a:pt x="2936" y="4603"/>
                </a:cubicBezTo>
                <a:cubicBezTo>
                  <a:pt x="2911" y="4603"/>
                  <a:pt x="2885" y="4608"/>
                  <a:pt x="2858" y="4620"/>
                </a:cubicBezTo>
                <a:cubicBezTo>
                  <a:pt x="2751" y="4656"/>
                  <a:pt x="2715" y="4751"/>
                  <a:pt x="2751" y="4858"/>
                </a:cubicBezTo>
                <a:cubicBezTo>
                  <a:pt x="3049" y="5596"/>
                  <a:pt x="3073" y="5942"/>
                  <a:pt x="3406" y="6406"/>
                </a:cubicBezTo>
                <a:lnTo>
                  <a:pt x="3013" y="7001"/>
                </a:lnTo>
                <a:cubicBezTo>
                  <a:pt x="2394" y="7894"/>
                  <a:pt x="2930" y="9097"/>
                  <a:pt x="3989" y="9240"/>
                </a:cubicBezTo>
                <a:cubicBezTo>
                  <a:pt x="3144" y="10049"/>
                  <a:pt x="3692" y="11490"/>
                  <a:pt x="4870" y="11490"/>
                </a:cubicBezTo>
                <a:cubicBezTo>
                  <a:pt x="6025" y="11490"/>
                  <a:pt x="6597" y="10061"/>
                  <a:pt x="5763" y="9251"/>
                </a:cubicBezTo>
                <a:lnTo>
                  <a:pt x="8383" y="9251"/>
                </a:lnTo>
                <a:cubicBezTo>
                  <a:pt x="7549" y="10061"/>
                  <a:pt x="8109" y="11490"/>
                  <a:pt x="9276" y="11490"/>
                </a:cubicBezTo>
                <a:cubicBezTo>
                  <a:pt x="10431" y="11490"/>
                  <a:pt x="11002" y="10061"/>
                  <a:pt x="10169" y="9251"/>
                </a:cubicBezTo>
                <a:lnTo>
                  <a:pt x="10407" y="9251"/>
                </a:lnTo>
                <a:cubicBezTo>
                  <a:pt x="10776" y="9251"/>
                  <a:pt x="11074" y="8954"/>
                  <a:pt x="11074" y="8585"/>
                </a:cubicBezTo>
                <a:cubicBezTo>
                  <a:pt x="11074" y="8216"/>
                  <a:pt x="10776" y="7918"/>
                  <a:pt x="10407" y="7918"/>
                </a:cubicBezTo>
                <a:lnTo>
                  <a:pt x="8788" y="7918"/>
                </a:lnTo>
                <a:cubicBezTo>
                  <a:pt x="8680" y="7918"/>
                  <a:pt x="8609" y="7989"/>
                  <a:pt x="8609" y="8097"/>
                </a:cubicBezTo>
                <a:cubicBezTo>
                  <a:pt x="8609" y="8204"/>
                  <a:pt x="8680" y="8275"/>
                  <a:pt x="8788" y="8275"/>
                </a:cubicBezTo>
                <a:lnTo>
                  <a:pt x="10431" y="8275"/>
                </a:lnTo>
                <a:cubicBezTo>
                  <a:pt x="10597" y="8275"/>
                  <a:pt x="10728" y="8406"/>
                  <a:pt x="10728" y="8573"/>
                </a:cubicBezTo>
                <a:cubicBezTo>
                  <a:pt x="10728" y="8740"/>
                  <a:pt x="10597" y="8871"/>
                  <a:pt x="10431" y="8871"/>
                </a:cubicBezTo>
                <a:lnTo>
                  <a:pt x="4204" y="8871"/>
                </a:lnTo>
                <a:cubicBezTo>
                  <a:pt x="3323" y="8871"/>
                  <a:pt x="2811" y="7882"/>
                  <a:pt x="3311" y="7168"/>
                </a:cubicBezTo>
                <a:lnTo>
                  <a:pt x="3668" y="6656"/>
                </a:lnTo>
                <a:cubicBezTo>
                  <a:pt x="3811" y="6787"/>
                  <a:pt x="3978" y="6906"/>
                  <a:pt x="4168" y="7001"/>
                </a:cubicBezTo>
                <a:lnTo>
                  <a:pt x="3799" y="7537"/>
                </a:lnTo>
                <a:cubicBezTo>
                  <a:pt x="3573" y="7847"/>
                  <a:pt x="3799" y="8275"/>
                  <a:pt x="4180" y="8275"/>
                </a:cubicBezTo>
                <a:lnTo>
                  <a:pt x="8085" y="8275"/>
                </a:lnTo>
                <a:cubicBezTo>
                  <a:pt x="8192" y="8275"/>
                  <a:pt x="8264" y="8204"/>
                  <a:pt x="8264" y="8097"/>
                </a:cubicBezTo>
                <a:cubicBezTo>
                  <a:pt x="8264" y="7989"/>
                  <a:pt x="8192" y="7918"/>
                  <a:pt x="8085" y="7918"/>
                </a:cubicBezTo>
                <a:lnTo>
                  <a:pt x="4180" y="7918"/>
                </a:lnTo>
                <a:cubicBezTo>
                  <a:pt x="4097" y="7918"/>
                  <a:pt x="4037" y="7811"/>
                  <a:pt x="4097" y="7739"/>
                </a:cubicBezTo>
                <a:lnTo>
                  <a:pt x="4513" y="7132"/>
                </a:lnTo>
                <a:cubicBezTo>
                  <a:pt x="4753" y="7201"/>
                  <a:pt x="4820" y="7217"/>
                  <a:pt x="5587" y="7217"/>
                </a:cubicBezTo>
                <a:cubicBezTo>
                  <a:pt x="6309" y="7217"/>
                  <a:pt x="7651" y="7202"/>
                  <a:pt x="10341" y="7202"/>
                </a:cubicBezTo>
                <a:cubicBezTo>
                  <a:pt x="10765" y="7202"/>
                  <a:pt x="11223" y="7203"/>
                  <a:pt x="11717" y="7204"/>
                </a:cubicBezTo>
                <a:cubicBezTo>
                  <a:pt x="12086" y="7204"/>
                  <a:pt x="12383" y="6906"/>
                  <a:pt x="12383" y="6537"/>
                </a:cubicBezTo>
                <a:cubicBezTo>
                  <a:pt x="12383" y="6168"/>
                  <a:pt x="12098" y="5894"/>
                  <a:pt x="11728" y="5894"/>
                </a:cubicBezTo>
                <a:lnTo>
                  <a:pt x="11538" y="5894"/>
                </a:lnTo>
                <a:lnTo>
                  <a:pt x="12383" y="2191"/>
                </a:lnTo>
                <a:cubicBezTo>
                  <a:pt x="12550" y="1489"/>
                  <a:pt x="12014" y="822"/>
                  <a:pt x="11300" y="822"/>
                </a:cubicBezTo>
                <a:lnTo>
                  <a:pt x="7752" y="822"/>
                </a:lnTo>
                <a:cubicBezTo>
                  <a:pt x="7657" y="822"/>
                  <a:pt x="7573" y="893"/>
                  <a:pt x="7573" y="1000"/>
                </a:cubicBezTo>
                <a:cubicBezTo>
                  <a:pt x="7573" y="1108"/>
                  <a:pt x="7657" y="1179"/>
                  <a:pt x="7752" y="1179"/>
                </a:cubicBezTo>
                <a:lnTo>
                  <a:pt x="11300" y="1179"/>
                </a:lnTo>
                <a:cubicBezTo>
                  <a:pt x="11788" y="1179"/>
                  <a:pt x="12145" y="1620"/>
                  <a:pt x="12026" y="2096"/>
                </a:cubicBezTo>
                <a:lnTo>
                  <a:pt x="11145" y="5894"/>
                </a:lnTo>
                <a:lnTo>
                  <a:pt x="10526" y="5894"/>
                </a:lnTo>
                <a:cubicBezTo>
                  <a:pt x="10609" y="5489"/>
                  <a:pt x="11300" y="2548"/>
                  <a:pt x="11419" y="2001"/>
                </a:cubicBezTo>
                <a:cubicBezTo>
                  <a:pt x="11443" y="1882"/>
                  <a:pt x="11359" y="1774"/>
                  <a:pt x="11240" y="1774"/>
                </a:cubicBezTo>
                <a:lnTo>
                  <a:pt x="3073" y="1774"/>
                </a:lnTo>
                <a:lnTo>
                  <a:pt x="2858" y="1167"/>
                </a:lnTo>
                <a:lnTo>
                  <a:pt x="7073" y="1167"/>
                </a:lnTo>
                <a:cubicBezTo>
                  <a:pt x="7180" y="1167"/>
                  <a:pt x="7252" y="1084"/>
                  <a:pt x="7252" y="989"/>
                </a:cubicBezTo>
                <a:cubicBezTo>
                  <a:pt x="7252" y="881"/>
                  <a:pt x="7180" y="810"/>
                  <a:pt x="7073" y="810"/>
                </a:cubicBezTo>
                <a:lnTo>
                  <a:pt x="2727" y="810"/>
                </a:lnTo>
                <a:cubicBezTo>
                  <a:pt x="2561" y="346"/>
                  <a:pt x="2096" y="0"/>
                  <a:pt x="1549" y="0"/>
                </a:cubicBezTo>
                <a:close/>
              </a:path>
            </a:pathLst>
          </a:custGeom>
          <a:solidFill>
            <a:srgbClr val="657E9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698131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742;p51">
            <a:extLst>
              <a:ext uri="{FF2B5EF4-FFF2-40B4-BE49-F238E27FC236}">
                <a16:creationId xmlns:a16="http://schemas.microsoft.com/office/drawing/2014/main" id="{5FF06B13-226F-4512-A42C-6CA38F97306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24331" t="5721" r="23342" b="4591"/>
          <a:stretch/>
        </p:blipFill>
        <p:spPr>
          <a:xfrm rot="2268302">
            <a:off x="4823029" y="3112333"/>
            <a:ext cx="1857374" cy="1790699"/>
          </a:xfrm>
          <a:prstGeom prst="rect">
            <a:avLst/>
          </a:prstGeom>
          <a:noFill/>
          <a:ln>
            <a:noFill/>
          </a:ln>
        </p:spPr>
      </p:pic>
      <p:sp>
        <p:nvSpPr>
          <p:cNvPr id="1321" name="Google Shape;1321;p39"/>
          <p:cNvSpPr/>
          <p:nvPr/>
        </p:nvSpPr>
        <p:spPr>
          <a:xfrm rot="5400000">
            <a:off x="1496540" y="1679966"/>
            <a:ext cx="956100" cy="8286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002E8A">
              <a:alpha val="33000"/>
            </a:srgbClr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22" name="Google Shape;1322;p39"/>
          <p:cNvSpPr/>
          <p:nvPr/>
        </p:nvSpPr>
        <p:spPr>
          <a:xfrm rot="5400000">
            <a:off x="4093949" y="1679966"/>
            <a:ext cx="956100" cy="8286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002E8A">
              <a:alpha val="33000"/>
            </a:srgbClr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23" name="Google Shape;1323;p39"/>
          <p:cNvSpPr/>
          <p:nvPr/>
        </p:nvSpPr>
        <p:spPr>
          <a:xfrm rot="5400000">
            <a:off x="6691361" y="1679967"/>
            <a:ext cx="956100" cy="8286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002E8A">
              <a:alpha val="33000"/>
            </a:srgbClr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1369" name="Google Shape;1369;p39"/>
          <p:cNvGrpSpPr/>
          <p:nvPr/>
        </p:nvGrpSpPr>
        <p:grpSpPr>
          <a:xfrm>
            <a:off x="8219800" y="2094550"/>
            <a:ext cx="76825" cy="76800"/>
            <a:chOff x="3104875" y="1099400"/>
            <a:chExt cx="76825" cy="76800"/>
          </a:xfrm>
        </p:grpSpPr>
        <p:sp>
          <p:nvSpPr>
            <p:cNvPr id="1370" name="Google Shape;1370;p39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71" name="Google Shape;1371;p39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375" name="Google Shape;1375;p39"/>
          <p:cNvGrpSpPr/>
          <p:nvPr/>
        </p:nvGrpSpPr>
        <p:grpSpPr>
          <a:xfrm>
            <a:off x="3152500" y="1391963"/>
            <a:ext cx="76825" cy="76800"/>
            <a:chOff x="3104875" y="1099400"/>
            <a:chExt cx="76825" cy="76800"/>
          </a:xfrm>
        </p:grpSpPr>
        <p:sp>
          <p:nvSpPr>
            <p:cNvPr id="1376" name="Google Shape;1376;p39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77" name="Google Shape;1377;p39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pic>
        <p:nvPicPr>
          <p:cNvPr id="1378" name="Google Shape;1378;p39"/>
          <p:cNvPicPr preferRelativeResize="0"/>
          <p:nvPr/>
        </p:nvPicPr>
        <p:blipFill rotWithShape="1">
          <a:blip r:embed="rId4">
            <a:alphaModFix/>
          </a:blip>
          <a:srcRect l="22009" r="18455"/>
          <a:stretch/>
        </p:blipFill>
        <p:spPr>
          <a:xfrm rot="1203247">
            <a:off x="7912229" y="3946308"/>
            <a:ext cx="903665" cy="85381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Rectangle: Rounded Corners 109">
            <a:extLst>
              <a:ext uri="{FF2B5EF4-FFF2-40B4-BE49-F238E27FC236}">
                <a16:creationId xmlns:a16="http://schemas.microsoft.com/office/drawing/2014/main" id="{3CEC278C-804A-49DC-BA70-A8AC46AF60A8}"/>
              </a:ext>
            </a:extLst>
          </p:cNvPr>
          <p:cNvSpPr/>
          <p:nvPr/>
        </p:nvSpPr>
        <p:spPr>
          <a:xfrm>
            <a:off x="6559094" y="219548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F17CDC78-5AFC-4A7E-8ECE-C7060F99E46D}"/>
              </a:ext>
            </a:extLst>
          </p:cNvPr>
          <p:cNvSpPr txBox="1"/>
          <p:nvPr/>
        </p:nvSpPr>
        <p:spPr>
          <a:xfrm>
            <a:off x="6557498" y="320319"/>
            <a:ext cx="194638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معرفی ماشین های خودران</a:t>
            </a:r>
            <a:endParaRPr lang="en-US" sz="1200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112" name="Rectangle: Rounded Corners 111">
            <a:extLst>
              <a:ext uri="{FF2B5EF4-FFF2-40B4-BE49-F238E27FC236}">
                <a16:creationId xmlns:a16="http://schemas.microsoft.com/office/drawing/2014/main" id="{AD560B99-39AB-4846-B527-67B1A7AFA020}"/>
              </a:ext>
            </a:extLst>
          </p:cNvPr>
          <p:cNvSpPr/>
          <p:nvPr/>
        </p:nvSpPr>
        <p:spPr>
          <a:xfrm>
            <a:off x="4556240" y="229094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3CC37295-4CDC-43B9-9037-F730E83FEC94}"/>
              </a:ext>
            </a:extLst>
          </p:cNvPr>
          <p:cNvSpPr txBox="1"/>
          <p:nvPr/>
        </p:nvSpPr>
        <p:spPr>
          <a:xfrm>
            <a:off x="4553048" y="371065"/>
            <a:ext cx="1946382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تاریخچه و تکامل</a:t>
            </a:r>
            <a:endParaRPr lang="en-US" sz="1200" dirty="0">
              <a:solidFill>
                <a:schemeClr val="tx1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  <a:p>
            <a:pPr algn="ctr"/>
            <a:endParaRPr lang="en-US" sz="1200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114" name="Rectangle: Rounded Corners 113">
            <a:extLst>
              <a:ext uri="{FF2B5EF4-FFF2-40B4-BE49-F238E27FC236}">
                <a16:creationId xmlns:a16="http://schemas.microsoft.com/office/drawing/2014/main" id="{01528015-6B78-427C-9995-B0C407409CAD}"/>
              </a:ext>
            </a:extLst>
          </p:cNvPr>
          <p:cNvSpPr/>
          <p:nvPr/>
        </p:nvSpPr>
        <p:spPr>
          <a:xfrm>
            <a:off x="2550992" y="222971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8592109F-7540-4086-ABD4-911F77C08929}"/>
              </a:ext>
            </a:extLst>
          </p:cNvPr>
          <p:cNvSpPr txBox="1"/>
          <p:nvPr/>
        </p:nvSpPr>
        <p:spPr>
          <a:xfrm>
            <a:off x="2550194" y="320319"/>
            <a:ext cx="194638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b="1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چرا ماشین های خودران؟</a:t>
            </a:r>
            <a:endParaRPr lang="en-US" b="1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116" name="Rectangle: Rounded Corners 115">
            <a:extLst>
              <a:ext uri="{FF2B5EF4-FFF2-40B4-BE49-F238E27FC236}">
                <a16:creationId xmlns:a16="http://schemas.microsoft.com/office/drawing/2014/main" id="{F852B690-4C65-4B43-B140-93CBDAADE44F}"/>
              </a:ext>
            </a:extLst>
          </p:cNvPr>
          <p:cNvSpPr/>
          <p:nvPr/>
        </p:nvSpPr>
        <p:spPr>
          <a:xfrm>
            <a:off x="545744" y="215859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E95D4D82-E4F2-4EFB-97BD-7054C786D89A}"/>
              </a:ext>
            </a:extLst>
          </p:cNvPr>
          <p:cNvSpPr txBox="1"/>
          <p:nvPr/>
        </p:nvSpPr>
        <p:spPr>
          <a:xfrm>
            <a:off x="544148" y="316630"/>
            <a:ext cx="194638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Segoe UI Variable Text Semiligh" pitchFamily="2" charset="0"/>
                <a:ea typeface="Source Sans Pro" panose="020B0503030403020204" pitchFamily="34" charset="0"/>
                <a:cs typeface="Vazir" panose="020B0603030804020204" pitchFamily="34" charset="-78"/>
              </a:rPr>
              <a:t>اجزای اصلی</a:t>
            </a:r>
            <a:endParaRPr lang="en-US" sz="1200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118" name="Rectangle: Rounded Corners 117">
            <a:extLst>
              <a:ext uri="{FF2B5EF4-FFF2-40B4-BE49-F238E27FC236}">
                <a16:creationId xmlns:a16="http://schemas.microsoft.com/office/drawing/2014/main" id="{104E379F-AA33-451A-B55E-E57E408734C4}"/>
              </a:ext>
            </a:extLst>
          </p:cNvPr>
          <p:cNvSpPr/>
          <p:nvPr/>
        </p:nvSpPr>
        <p:spPr>
          <a:xfrm>
            <a:off x="6559094" y="797982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FC6ED3A2-651F-4A9F-BF36-3A6798C4EFDF}"/>
              </a:ext>
            </a:extLst>
          </p:cNvPr>
          <p:cNvSpPr txBox="1"/>
          <p:nvPr/>
        </p:nvSpPr>
        <p:spPr>
          <a:xfrm>
            <a:off x="6557498" y="898753"/>
            <a:ext cx="194638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نحوه عملکرد</a:t>
            </a:r>
            <a:endParaRPr lang="en-US" sz="1200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120" name="Rectangle: Rounded Corners 119">
            <a:extLst>
              <a:ext uri="{FF2B5EF4-FFF2-40B4-BE49-F238E27FC236}">
                <a16:creationId xmlns:a16="http://schemas.microsoft.com/office/drawing/2014/main" id="{21C8D5FA-BE95-4B6A-8309-552F85FF54FF}"/>
              </a:ext>
            </a:extLst>
          </p:cNvPr>
          <p:cNvSpPr/>
          <p:nvPr/>
        </p:nvSpPr>
        <p:spPr>
          <a:xfrm>
            <a:off x="4556240" y="807528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4C9A4F05-6C0C-46A4-9374-776F9FF7BF6D}"/>
              </a:ext>
            </a:extLst>
          </p:cNvPr>
          <p:cNvSpPr txBox="1"/>
          <p:nvPr/>
        </p:nvSpPr>
        <p:spPr>
          <a:xfrm>
            <a:off x="4554644" y="908299"/>
            <a:ext cx="194638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چالش ها و موانع</a:t>
            </a:r>
            <a:endParaRPr lang="en-US" sz="1200" dirty="0">
              <a:solidFill>
                <a:schemeClr val="tx1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</p:txBody>
      </p:sp>
      <p:sp>
        <p:nvSpPr>
          <p:cNvPr id="122" name="Rectangle: Rounded Corners 121">
            <a:extLst>
              <a:ext uri="{FF2B5EF4-FFF2-40B4-BE49-F238E27FC236}">
                <a16:creationId xmlns:a16="http://schemas.microsoft.com/office/drawing/2014/main" id="{6210408A-B27F-4C78-BC80-C99201793416}"/>
              </a:ext>
            </a:extLst>
          </p:cNvPr>
          <p:cNvSpPr/>
          <p:nvPr/>
        </p:nvSpPr>
        <p:spPr>
          <a:xfrm>
            <a:off x="2551790" y="797982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58B60014-B102-4E1C-BBD1-5C2ECB513AA9}"/>
              </a:ext>
            </a:extLst>
          </p:cNvPr>
          <p:cNvSpPr txBox="1"/>
          <p:nvPr/>
        </p:nvSpPr>
        <p:spPr>
          <a:xfrm>
            <a:off x="2550194" y="898753"/>
            <a:ext cx="194638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آینده ماشین های خودران</a:t>
            </a:r>
            <a:endParaRPr lang="en-US" sz="1200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124" name="Rectangle: Rounded Corners 123">
            <a:extLst>
              <a:ext uri="{FF2B5EF4-FFF2-40B4-BE49-F238E27FC236}">
                <a16:creationId xmlns:a16="http://schemas.microsoft.com/office/drawing/2014/main" id="{67D76EB8-FC27-4D92-95AD-77E683052878}"/>
              </a:ext>
            </a:extLst>
          </p:cNvPr>
          <p:cNvSpPr/>
          <p:nvPr/>
        </p:nvSpPr>
        <p:spPr>
          <a:xfrm>
            <a:off x="545744" y="794293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CA655A86-4BD3-42DF-B1A7-8E9D3A8D0ADB}"/>
              </a:ext>
            </a:extLst>
          </p:cNvPr>
          <p:cNvSpPr txBox="1"/>
          <p:nvPr/>
        </p:nvSpPr>
        <p:spPr>
          <a:xfrm>
            <a:off x="544148" y="895064"/>
            <a:ext cx="194638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منابع</a:t>
            </a:r>
            <a:endParaRPr lang="en-US" sz="1200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F81A1E-E2E0-4B98-AB5D-99C719708236}"/>
              </a:ext>
            </a:extLst>
          </p:cNvPr>
          <p:cNvSpPr txBox="1"/>
          <p:nvPr/>
        </p:nvSpPr>
        <p:spPr>
          <a:xfrm>
            <a:off x="947120" y="2725452"/>
            <a:ext cx="209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a-IR" sz="1800" dirty="0">
                <a:solidFill>
                  <a:schemeClr val="tx1"/>
                </a:solidFill>
                <a:cs typeface="Yekan" pitchFamily="2" charset="-78"/>
              </a:rPr>
              <a:t>هوش مصنوعی</a:t>
            </a:r>
            <a:endParaRPr lang="en-US" sz="1800" dirty="0">
              <a:solidFill>
                <a:schemeClr val="tx1"/>
              </a:solidFill>
              <a:cs typeface="Yekan" pitchFamily="2" charset="-78"/>
            </a:endParaRP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29A2B92B-B0D6-4243-B396-75D9A8E866C8}"/>
              </a:ext>
            </a:extLst>
          </p:cNvPr>
          <p:cNvSpPr txBox="1"/>
          <p:nvPr/>
        </p:nvSpPr>
        <p:spPr>
          <a:xfrm>
            <a:off x="3539888" y="2741892"/>
            <a:ext cx="209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a-IR" sz="1800" dirty="0">
                <a:solidFill>
                  <a:schemeClr val="tx1"/>
                </a:solidFill>
                <a:cs typeface="Yekan" pitchFamily="2" charset="-78"/>
              </a:rPr>
              <a:t>ضمیمه کردن خدمات</a:t>
            </a:r>
            <a:endParaRPr lang="en-US" sz="1800" dirty="0">
              <a:solidFill>
                <a:schemeClr val="tx1"/>
              </a:solidFill>
              <a:cs typeface="Yekan" pitchFamily="2" charset="-78"/>
            </a:endParaRP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EAB80953-1D30-46A1-ADE7-0597549351C1}"/>
              </a:ext>
            </a:extLst>
          </p:cNvPr>
          <p:cNvSpPr txBox="1"/>
          <p:nvPr/>
        </p:nvSpPr>
        <p:spPr>
          <a:xfrm>
            <a:off x="6137052" y="2721456"/>
            <a:ext cx="209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a-IR" sz="1800" dirty="0">
                <a:solidFill>
                  <a:schemeClr val="tx1"/>
                </a:solidFill>
                <a:cs typeface="Yekan" pitchFamily="2" charset="-78"/>
              </a:rPr>
              <a:t>دلایل اقتصادی</a:t>
            </a:r>
            <a:endParaRPr lang="en-US" sz="1800" dirty="0">
              <a:solidFill>
                <a:schemeClr val="tx1"/>
              </a:solidFill>
              <a:cs typeface="Yekan" pitchFamily="2" charset="-78"/>
            </a:endParaRPr>
          </a:p>
        </p:txBody>
      </p:sp>
      <p:grpSp>
        <p:nvGrpSpPr>
          <p:cNvPr id="137" name="Google Shape;11890;p79">
            <a:extLst>
              <a:ext uri="{FF2B5EF4-FFF2-40B4-BE49-F238E27FC236}">
                <a16:creationId xmlns:a16="http://schemas.microsoft.com/office/drawing/2014/main" id="{10212200-A78A-4F49-86B0-AA764EB91E7E}"/>
              </a:ext>
            </a:extLst>
          </p:cNvPr>
          <p:cNvGrpSpPr/>
          <p:nvPr/>
        </p:nvGrpSpPr>
        <p:grpSpPr>
          <a:xfrm>
            <a:off x="6909686" y="1835511"/>
            <a:ext cx="548640" cy="548640"/>
            <a:chOff x="3097241" y="2433564"/>
            <a:chExt cx="344883" cy="343387"/>
          </a:xfrm>
        </p:grpSpPr>
        <p:sp>
          <p:nvSpPr>
            <p:cNvPr id="138" name="Google Shape;11891;p79">
              <a:extLst>
                <a:ext uri="{FF2B5EF4-FFF2-40B4-BE49-F238E27FC236}">
                  <a16:creationId xmlns:a16="http://schemas.microsoft.com/office/drawing/2014/main" id="{69CC9B83-98AF-43CF-8D5E-A1C8BE1FFBB6}"/>
                </a:ext>
              </a:extLst>
            </p:cNvPr>
            <p:cNvSpPr/>
            <p:nvPr/>
          </p:nvSpPr>
          <p:spPr>
            <a:xfrm>
              <a:off x="3151825" y="2465806"/>
              <a:ext cx="235746" cy="311146"/>
            </a:xfrm>
            <a:custGeom>
              <a:avLst/>
              <a:gdLst/>
              <a:ahLst/>
              <a:cxnLst/>
              <a:rect l="l" t="t" r="r" b="b"/>
              <a:pathLst>
                <a:path w="7407" h="9776" extrusionOk="0">
                  <a:moveTo>
                    <a:pt x="3703" y="322"/>
                  </a:moveTo>
                  <a:cubicBezTo>
                    <a:pt x="5573" y="322"/>
                    <a:pt x="7097" y="1846"/>
                    <a:pt x="7097" y="3715"/>
                  </a:cubicBezTo>
                  <a:cubicBezTo>
                    <a:pt x="7097" y="5239"/>
                    <a:pt x="6144" y="6728"/>
                    <a:pt x="5358" y="7704"/>
                  </a:cubicBezTo>
                  <a:cubicBezTo>
                    <a:pt x="4656" y="8573"/>
                    <a:pt x="3953" y="9192"/>
                    <a:pt x="3703" y="9418"/>
                  </a:cubicBezTo>
                  <a:cubicBezTo>
                    <a:pt x="3441" y="9192"/>
                    <a:pt x="2751" y="8573"/>
                    <a:pt x="2048" y="7704"/>
                  </a:cubicBezTo>
                  <a:cubicBezTo>
                    <a:pt x="1263" y="6728"/>
                    <a:pt x="310" y="5239"/>
                    <a:pt x="310" y="3715"/>
                  </a:cubicBezTo>
                  <a:cubicBezTo>
                    <a:pt x="310" y="1846"/>
                    <a:pt x="1822" y="322"/>
                    <a:pt x="3703" y="322"/>
                  </a:cubicBezTo>
                  <a:close/>
                  <a:moveTo>
                    <a:pt x="3703" y="1"/>
                  </a:moveTo>
                  <a:cubicBezTo>
                    <a:pt x="1667" y="1"/>
                    <a:pt x="0" y="1668"/>
                    <a:pt x="0" y="3704"/>
                  </a:cubicBezTo>
                  <a:cubicBezTo>
                    <a:pt x="0" y="4418"/>
                    <a:pt x="191" y="5192"/>
                    <a:pt x="560" y="5978"/>
                  </a:cubicBezTo>
                  <a:cubicBezTo>
                    <a:pt x="858" y="6609"/>
                    <a:pt x="1274" y="7263"/>
                    <a:pt x="1798" y="7894"/>
                  </a:cubicBezTo>
                  <a:cubicBezTo>
                    <a:pt x="2691" y="9002"/>
                    <a:pt x="3549" y="9716"/>
                    <a:pt x="3596" y="9740"/>
                  </a:cubicBezTo>
                  <a:cubicBezTo>
                    <a:pt x="3626" y="9764"/>
                    <a:pt x="3665" y="9776"/>
                    <a:pt x="3700" y="9776"/>
                  </a:cubicBezTo>
                  <a:cubicBezTo>
                    <a:pt x="3736" y="9776"/>
                    <a:pt x="3769" y="9764"/>
                    <a:pt x="3787" y="9740"/>
                  </a:cubicBezTo>
                  <a:cubicBezTo>
                    <a:pt x="3822" y="9716"/>
                    <a:pt x="4703" y="9002"/>
                    <a:pt x="5596" y="7894"/>
                  </a:cubicBezTo>
                  <a:cubicBezTo>
                    <a:pt x="6108" y="7252"/>
                    <a:pt x="6525" y="6609"/>
                    <a:pt x="6823" y="5978"/>
                  </a:cubicBezTo>
                  <a:cubicBezTo>
                    <a:pt x="7204" y="5192"/>
                    <a:pt x="7394" y="4418"/>
                    <a:pt x="7394" y="3704"/>
                  </a:cubicBezTo>
                  <a:cubicBezTo>
                    <a:pt x="7406" y="1668"/>
                    <a:pt x="5739" y="1"/>
                    <a:pt x="3703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9" name="Google Shape;11892;p79">
              <a:extLst>
                <a:ext uri="{FF2B5EF4-FFF2-40B4-BE49-F238E27FC236}">
                  <a16:creationId xmlns:a16="http://schemas.microsoft.com/office/drawing/2014/main" id="{F4FB37C6-BB3C-41C3-BB40-36E98B3EF15F}"/>
                </a:ext>
              </a:extLst>
            </p:cNvPr>
            <p:cNvSpPr/>
            <p:nvPr/>
          </p:nvSpPr>
          <p:spPr>
            <a:xfrm>
              <a:off x="3179483" y="2492732"/>
              <a:ext cx="181926" cy="181894"/>
            </a:xfrm>
            <a:custGeom>
              <a:avLst/>
              <a:gdLst/>
              <a:ahLst/>
              <a:cxnLst/>
              <a:rect l="l" t="t" r="r" b="b"/>
              <a:pathLst>
                <a:path w="5716" h="5715" extrusionOk="0">
                  <a:moveTo>
                    <a:pt x="2858" y="0"/>
                  </a:moveTo>
                  <a:cubicBezTo>
                    <a:pt x="1286" y="0"/>
                    <a:pt x="1" y="1286"/>
                    <a:pt x="1" y="2858"/>
                  </a:cubicBezTo>
                  <a:cubicBezTo>
                    <a:pt x="1" y="4441"/>
                    <a:pt x="1286" y="5715"/>
                    <a:pt x="2858" y="5715"/>
                  </a:cubicBezTo>
                  <a:cubicBezTo>
                    <a:pt x="4442" y="5715"/>
                    <a:pt x="5716" y="4429"/>
                    <a:pt x="5716" y="2858"/>
                  </a:cubicBezTo>
                  <a:cubicBezTo>
                    <a:pt x="5692" y="2131"/>
                    <a:pt x="5418" y="1429"/>
                    <a:pt x="4918" y="893"/>
                  </a:cubicBezTo>
                  <a:cubicBezTo>
                    <a:pt x="4888" y="863"/>
                    <a:pt x="4846" y="848"/>
                    <a:pt x="4805" y="848"/>
                  </a:cubicBezTo>
                  <a:cubicBezTo>
                    <a:pt x="4763" y="848"/>
                    <a:pt x="4721" y="863"/>
                    <a:pt x="4692" y="893"/>
                  </a:cubicBezTo>
                  <a:cubicBezTo>
                    <a:pt x="4632" y="953"/>
                    <a:pt x="4632" y="1060"/>
                    <a:pt x="4692" y="1119"/>
                  </a:cubicBezTo>
                  <a:cubicBezTo>
                    <a:pt x="5144" y="1595"/>
                    <a:pt x="5394" y="2215"/>
                    <a:pt x="5394" y="2869"/>
                  </a:cubicBezTo>
                  <a:cubicBezTo>
                    <a:pt x="5394" y="4274"/>
                    <a:pt x="4251" y="5417"/>
                    <a:pt x="2846" y="5417"/>
                  </a:cubicBezTo>
                  <a:cubicBezTo>
                    <a:pt x="1453" y="5417"/>
                    <a:pt x="298" y="4274"/>
                    <a:pt x="298" y="2869"/>
                  </a:cubicBezTo>
                  <a:cubicBezTo>
                    <a:pt x="298" y="1476"/>
                    <a:pt x="1453" y="333"/>
                    <a:pt x="2846" y="333"/>
                  </a:cubicBezTo>
                  <a:cubicBezTo>
                    <a:pt x="3299" y="333"/>
                    <a:pt x="3739" y="452"/>
                    <a:pt x="4132" y="667"/>
                  </a:cubicBezTo>
                  <a:cubicBezTo>
                    <a:pt x="4157" y="683"/>
                    <a:pt x="4185" y="691"/>
                    <a:pt x="4214" y="691"/>
                  </a:cubicBezTo>
                  <a:cubicBezTo>
                    <a:pt x="4269" y="691"/>
                    <a:pt x="4323" y="662"/>
                    <a:pt x="4346" y="607"/>
                  </a:cubicBezTo>
                  <a:cubicBezTo>
                    <a:pt x="4394" y="536"/>
                    <a:pt x="4370" y="429"/>
                    <a:pt x="4287" y="393"/>
                  </a:cubicBezTo>
                  <a:cubicBezTo>
                    <a:pt x="3858" y="131"/>
                    <a:pt x="3370" y="0"/>
                    <a:pt x="2858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0" name="Google Shape;11893;p79">
              <a:extLst>
                <a:ext uri="{FF2B5EF4-FFF2-40B4-BE49-F238E27FC236}">
                  <a16:creationId xmlns:a16="http://schemas.microsoft.com/office/drawing/2014/main" id="{6FACBDDC-74BE-461E-AF48-885E62DA8EEE}"/>
                </a:ext>
              </a:extLst>
            </p:cNvPr>
            <p:cNvSpPr/>
            <p:nvPr/>
          </p:nvSpPr>
          <p:spPr>
            <a:xfrm>
              <a:off x="3242024" y="2524941"/>
              <a:ext cx="54202" cy="117857"/>
            </a:xfrm>
            <a:custGeom>
              <a:avLst/>
              <a:gdLst/>
              <a:ahLst/>
              <a:cxnLst/>
              <a:rect l="l" t="t" r="r" b="b"/>
              <a:pathLst>
                <a:path w="1703" h="3703" extrusionOk="0">
                  <a:moveTo>
                    <a:pt x="857" y="0"/>
                  </a:moveTo>
                  <a:cubicBezTo>
                    <a:pt x="762" y="0"/>
                    <a:pt x="691" y="71"/>
                    <a:pt x="691" y="167"/>
                  </a:cubicBezTo>
                  <a:lnTo>
                    <a:pt x="691" y="524"/>
                  </a:lnTo>
                  <a:cubicBezTo>
                    <a:pt x="322" y="560"/>
                    <a:pt x="24" y="881"/>
                    <a:pt x="24" y="1262"/>
                  </a:cubicBezTo>
                  <a:cubicBezTo>
                    <a:pt x="24" y="1679"/>
                    <a:pt x="357" y="2012"/>
                    <a:pt x="762" y="2012"/>
                  </a:cubicBezTo>
                  <a:lnTo>
                    <a:pt x="929" y="2012"/>
                  </a:lnTo>
                  <a:cubicBezTo>
                    <a:pt x="1167" y="2012"/>
                    <a:pt x="1357" y="2203"/>
                    <a:pt x="1357" y="2441"/>
                  </a:cubicBezTo>
                  <a:cubicBezTo>
                    <a:pt x="1357" y="2679"/>
                    <a:pt x="1167" y="2869"/>
                    <a:pt x="929" y="2869"/>
                  </a:cubicBezTo>
                  <a:lnTo>
                    <a:pt x="679" y="2869"/>
                  </a:lnTo>
                  <a:cubicBezTo>
                    <a:pt x="476" y="2869"/>
                    <a:pt x="334" y="2703"/>
                    <a:pt x="334" y="2524"/>
                  </a:cubicBezTo>
                  <a:cubicBezTo>
                    <a:pt x="334" y="2441"/>
                    <a:pt x="262" y="2369"/>
                    <a:pt x="167" y="2369"/>
                  </a:cubicBezTo>
                  <a:cubicBezTo>
                    <a:pt x="83" y="2369"/>
                    <a:pt x="0" y="2441"/>
                    <a:pt x="0" y="2524"/>
                  </a:cubicBezTo>
                  <a:cubicBezTo>
                    <a:pt x="0" y="2905"/>
                    <a:pt x="298" y="3203"/>
                    <a:pt x="679" y="3203"/>
                  </a:cubicBezTo>
                  <a:lnTo>
                    <a:pt x="691" y="3203"/>
                  </a:lnTo>
                  <a:lnTo>
                    <a:pt x="691" y="3536"/>
                  </a:lnTo>
                  <a:cubicBezTo>
                    <a:pt x="691" y="3631"/>
                    <a:pt x="762" y="3703"/>
                    <a:pt x="857" y="3703"/>
                  </a:cubicBezTo>
                  <a:cubicBezTo>
                    <a:pt x="941" y="3703"/>
                    <a:pt x="1012" y="3631"/>
                    <a:pt x="1012" y="3536"/>
                  </a:cubicBezTo>
                  <a:lnTo>
                    <a:pt x="1012" y="3179"/>
                  </a:lnTo>
                  <a:cubicBezTo>
                    <a:pt x="1393" y="3143"/>
                    <a:pt x="1691" y="2822"/>
                    <a:pt x="1691" y="2441"/>
                  </a:cubicBezTo>
                  <a:cubicBezTo>
                    <a:pt x="1691" y="2024"/>
                    <a:pt x="1346" y="1691"/>
                    <a:pt x="941" y="1691"/>
                  </a:cubicBezTo>
                  <a:lnTo>
                    <a:pt x="774" y="1691"/>
                  </a:lnTo>
                  <a:cubicBezTo>
                    <a:pt x="536" y="1691"/>
                    <a:pt x="345" y="1500"/>
                    <a:pt x="345" y="1262"/>
                  </a:cubicBezTo>
                  <a:cubicBezTo>
                    <a:pt x="345" y="1024"/>
                    <a:pt x="536" y="833"/>
                    <a:pt x="774" y="833"/>
                  </a:cubicBezTo>
                  <a:lnTo>
                    <a:pt x="1036" y="833"/>
                  </a:lnTo>
                  <a:cubicBezTo>
                    <a:pt x="1226" y="833"/>
                    <a:pt x="1369" y="1000"/>
                    <a:pt x="1369" y="1179"/>
                  </a:cubicBezTo>
                  <a:lnTo>
                    <a:pt x="1369" y="1345"/>
                  </a:lnTo>
                  <a:cubicBezTo>
                    <a:pt x="1393" y="1429"/>
                    <a:pt x="1453" y="1500"/>
                    <a:pt x="1536" y="1500"/>
                  </a:cubicBezTo>
                  <a:cubicBezTo>
                    <a:pt x="1631" y="1500"/>
                    <a:pt x="1703" y="1429"/>
                    <a:pt x="1703" y="1345"/>
                  </a:cubicBezTo>
                  <a:lnTo>
                    <a:pt x="1703" y="1179"/>
                  </a:lnTo>
                  <a:cubicBezTo>
                    <a:pt x="1703" y="810"/>
                    <a:pt x="1405" y="512"/>
                    <a:pt x="1036" y="512"/>
                  </a:cubicBezTo>
                  <a:lnTo>
                    <a:pt x="1012" y="512"/>
                  </a:lnTo>
                  <a:lnTo>
                    <a:pt x="1012" y="167"/>
                  </a:lnTo>
                  <a:cubicBezTo>
                    <a:pt x="1012" y="71"/>
                    <a:pt x="941" y="0"/>
                    <a:pt x="857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1" name="Google Shape;11894;p79">
              <a:extLst>
                <a:ext uri="{FF2B5EF4-FFF2-40B4-BE49-F238E27FC236}">
                  <a16:creationId xmlns:a16="http://schemas.microsoft.com/office/drawing/2014/main" id="{172F5C4F-FE0B-4ECB-B8B9-01B3CFFAE86A}"/>
                </a:ext>
              </a:extLst>
            </p:cNvPr>
            <p:cNvSpPr/>
            <p:nvPr/>
          </p:nvSpPr>
          <p:spPr>
            <a:xfrm>
              <a:off x="3390945" y="2433724"/>
              <a:ext cx="51179" cy="85934"/>
            </a:xfrm>
            <a:custGeom>
              <a:avLst/>
              <a:gdLst/>
              <a:ahLst/>
              <a:cxnLst/>
              <a:rect l="l" t="t" r="r" b="b"/>
              <a:pathLst>
                <a:path w="1608" h="2700" extrusionOk="0">
                  <a:moveTo>
                    <a:pt x="182" y="1"/>
                  </a:moveTo>
                  <a:cubicBezTo>
                    <a:pt x="134" y="1"/>
                    <a:pt x="86" y="22"/>
                    <a:pt x="48" y="68"/>
                  </a:cubicBezTo>
                  <a:cubicBezTo>
                    <a:pt x="0" y="140"/>
                    <a:pt x="12" y="235"/>
                    <a:pt x="84" y="294"/>
                  </a:cubicBezTo>
                  <a:cubicBezTo>
                    <a:pt x="834" y="794"/>
                    <a:pt x="1274" y="1628"/>
                    <a:pt x="1274" y="2545"/>
                  </a:cubicBezTo>
                  <a:cubicBezTo>
                    <a:pt x="1274" y="2628"/>
                    <a:pt x="1358" y="2699"/>
                    <a:pt x="1441" y="2699"/>
                  </a:cubicBezTo>
                  <a:cubicBezTo>
                    <a:pt x="1536" y="2699"/>
                    <a:pt x="1608" y="2628"/>
                    <a:pt x="1608" y="2545"/>
                  </a:cubicBezTo>
                  <a:cubicBezTo>
                    <a:pt x="1596" y="1533"/>
                    <a:pt x="1096" y="592"/>
                    <a:pt x="262" y="20"/>
                  </a:cubicBezTo>
                  <a:cubicBezTo>
                    <a:pt x="237" y="8"/>
                    <a:pt x="209" y="1"/>
                    <a:pt x="182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2" name="Google Shape;11895;p79">
              <a:extLst>
                <a:ext uri="{FF2B5EF4-FFF2-40B4-BE49-F238E27FC236}">
                  <a16:creationId xmlns:a16="http://schemas.microsoft.com/office/drawing/2014/main" id="{28F8C636-6C20-465C-813D-A81231060A96}"/>
                </a:ext>
              </a:extLst>
            </p:cNvPr>
            <p:cNvSpPr/>
            <p:nvPr/>
          </p:nvSpPr>
          <p:spPr>
            <a:xfrm>
              <a:off x="3360613" y="2478187"/>
              <a:ext cx="27340" cy="41471"/>
            </a:xfrm>
            <a:custGeom>
              <a:avLst/>
              <a:gdLst/>
              <a:ahLst/>
              <a:cxnLst/>
              <a:rect l="l" t="t" r="r" b="b"/>
              <a:pathLst>
                <a:path w="859" h="1303" extrusionOk="0">
                  <a:moveTo>
                    <a:pt x="177" y="1"/>
                  </a:moveTo>
                  <a:cubicBezTo>
                    <a:pt x="131" y="1"/>
                    <a:pt x="85" y="25"/>
                    <a:pt x="48" y="76"/>
                  </a:cubicBezTo>
                  <a:cubicBezTo>
                    <a:pt x="1" y="147"/>
                    <a:pt x="13" y="231"/>
                    <a:pt x="84" y="290"/>
                  </a:cubicBezTo>
                  <a:cubicBezTo>
                    <a:pt x="370" y="493"/>
                    <a:pt x="537" y="802"/>
                    <a:pt x="537" y="1148"/>
                  </a:cubicBezTo>
                  <a:cubicBezTo>
                    <a:pt x="537" y="1231"/>
                    <a:pt x="608" y="1302"/>
                    <a:pt x="703" y="1302"/>
                  </a:cubicBezTo>
                  <a:cubicBezTo>
                    <a:pt x="787" y="1302"/>
                    <a:pt x="858" y="1231"/>
                    <a:pt x="858" y="1148"/>
                  </a:cubicBezTo>
                  <a:cubicBezTo>
                    <a:pt x="858" y="683"/>
                    <a:pt x="644" y="278"/>
                    <a:pt x="263" y="28"/>
                  </a:cubicBezTo>
                  <a:cubicBezTo>
                    <a:pt x="235" y="10"/>
                    <a:pt x="206" y="1"/>
                    <a:pt x="177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3" name="Google Shape;11896;p79">
              <a:extLst>
                <a:ext uri="{FF2B5EF4-FFF2-40B4-BE49-F238E27FC236}">
                  <a16:creationId xmlns:a16="http://schemas.microsoft.com/office/drawing/2014/main" id="{CD4D3B78-798D-4654-8940-37F1311829B2}"/>
                </a:ext>
              </a:extLst>
            </p:cNvPr>
            <p:cNvSpPr/>
            <p:nvPr/>
          </p:nvSpPr>
          <p:spPr>
            <a:xfrm>
              <a:off x="3375795" y="2455939"/>
              <a:ext cx="39434" cy="63719"/>
            </a:xfrm>
            <a:custGeom>
              <a:avLst/>
              <a:gdLst/>
              <a:ahLst/>
              <a:cxnLst/>
              <a:rect l="l" t="t" r="r" b="b"/>
              <a:pathLst>
                <a:path w="1239" h="2002" extrusionOk="0">
                  <a:moveTo>
                    <a:pt x="183" y="0"/>
                  </a:moveTo>
                  <a:cubicBezTo>
                    <a:pt x="134" y="0"/>
                    <a:pt x="86" y="26"/>
                    <a:pt x="48" y="73"/>
                  </a:cubicBezTo>
                  <a:cubicBezTo>
                    <a:pt x="0" y="144"/>
                    <a:pt x="12" y="239"/>
                    <a:pt x="83" y="299"/>
                  </a:cubicBezTo>
                  <a:cubicBezTo>
                    <a:pt x="595" y="632"/>
                    <a:pt x="905" y="1216"/>
                    <a:pt x="905" y="1847"/>
                  </a:cubicBezTo>
                  <a:cubicBezTo>
                    <a:pt x="905" y="1930"/>
                    <a:pt x="976" y="2001"/>
                    <a:pt x="1072" y="2001"/>
                  </a:cubicBezTo>
                  <a:cubicBezTo>
                    <a:pt x="1155" y="2001"/>
                    <a:pt x="1238" y="1930"/>
                    <a:pt x="1238" y="1847"/>
                  </a:cubicBezTo>
                  <a:cubicBezTo>
                    <a:pt x="1238" y="1108"/>
                    <a:pt x="881" y="430"/>
                    <a:pt x="262" y="25"/>
                  </a:cubicBezTo>
                  <a:cubicBezTo>
                    <a:pt x="237" y="8"/>
                    <a:pt x="210" y="0"/>
                    <a:pt x="183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4" name="Google Shape;11897;p79">
              <a:extLst>
                <a:ext uri="{FF2B5EF4-FFF2-40B4-BE49-F238E27FC236}">
                  <a16:creationId xmlns:a16="http://schemas.microsoft.com/office/drawing/2014/main" id="{F26D57A1-1A40-4442-84F4-DDD78A544C34}"/>
                </a:ext>
              </a:extLst>
            </p:cNvPr>
            <p:cNvSpPr/>
            <p:nvPr/>
          </p:nvSpPr>
          <p:spPr>
            <a:xfrm>
              <a:off x="3097241" y="2433564"/>
              <a:ext cx="50829" cy="85711"/>
            </a:xfrm>
            <a:custGeom>
              <a:avLst/>
              <a:gdLst/>
              <a:ahLst/>
              <a:cxnLst/>
              <a:rect l="l" t="t" r="r" b="b"/>
              <a:pathLst>
                <a:path w="1597" h="2693" extrusionOk="0">
                  <a:moveTo>
                    <a:pt x="1408" y="1"/>
                  </a:moveTo>
                  <a:cubicBezTo>
                    <a:pt x="1378" y="1"/>
                    <a:pt x="1348" y="9"/>
                    <a:pt x="1323" y="25"/>
                  </a:cubicBezTo>
                  <a:cubicBezTo>
                    <a:pt x="489" y="597"/>
                    <a:pt x="1" y="1538"/>
                    <a:pt x="1" y="2526"/>
                  </a:cubicBezTo>
                  <a:cubicBezTo>
                    <a:pt x="1" y="2621"/>
                    <a:pt x="72" y="2692"/>
                    <a:pt x="168" y="2692"/>
                  </a:cubicBezTo>
                  <a:cubicBezTo>
                    <a:pt x="251" y="2692"/>
                    <a:pt x="322" y="2621"/>
                    <a:pt x="322" y="2526"/>
                  </a:cubicBezTo>
                  <a:cubicBezTo>
                    <a:pt x="322" y="1633"/>
                    <a:pt x="775" y="787"/>
                    <a:pt x="1513" y="275"/>
                  </a:cubicBezTo>
                  <a:cubicBezTo>
                    <a:pt x="1573" y="240"/>
                    <a:pt x="1596" y="133"/>
                    <a:pt x="1549" y="73"/>
                  </a:cubicBezTo>
                  <a:cubicBezTo>
                    <a:pt x="1518" y="27"/>
                    <a:pt x="1462" y="1"/>
                    <a:pt x="1408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5" name="Google Shape;11898;p79">
              <a:extLst>
                <a:ext uri="{FF2B5EF4-FFF2-40B4-BE49-F238E27FC236}">
                  <a16:creationId xmlns:a16="http://schemas.microsoft.com/office/drawing/2014/main" id="{B0EBCE3F-DC3E-4276-BBBF-DB3188B1D07C}"/>
                </a:ext>
              </a:extLst>
            </p:cNvPr>
            <p:cNvSpPr/>
            <p:nvPr/>
          </p:nvSpPr>
          <p:spPr>
            <a:xfrm>
              <a:off x="3151061" y="2477773"/>
              <a:ext cx="27690" cy="41503"/>
            </a:xfrm>
            <a:custGeom>
              <a:avLst/>
              <a:gdLst/>
              <a:ahLst/>
              <a:cxnLst/>
              <a:rect l="l" t="t" r="r" b="b"/>
              <a:pathLst>
                <a:path w="870" h="1304" extrusionOk="0">
                  <a:moveTo>
                    <a:pt x="681" y="1"/>
                  </a:moveTo>
                  <a:cubicBezTo>
                    <a:pt x="647" y="1"/>
                    <a:pt x="613" y="10"/>
                    <a:pt x="584" y="29"/>
                  </a:cubicBezTo>
                  <a:cubicBezTo>
                    <a:pt x="215" y="280"/>
                    <a:pt x="1" y="696"/>
                    <a:pt x="1" y="1137"/>
                  </a:cubicBezTo>
                  <a:cubicBezTo>
                    <a:pt x="1" y="1232"/>
                    <a:pt x="84" y="1303"/>
                    <a:pt x="167" y="1303"/>
                  </a:cubicBezTo>
                  <a:cubicBezTo>
                    <a:pt x="263" y="1303"/>
                    <a:pt x="334" y="1232"/>
                    <a:pt x="334" y="1137"/>
                  </a:cubicBezTo>
                  <a:cubicBezTo>
                    <a:pt x="334" y="803"/>
                    <a:pt x="501" y="482"/>
                    <a:pt x="775" y="291"/>
                  </a:cubicBezTo>
                  <a:cubicBezTo>
                    <a:pt x="834" y="244"/>
                    <a:pt x="870" y="149"/>
                    <a:pt x="810" y="65"/>
                  </a:cubicBezTo>
                  <a:cubicBezTo>
                    <a:pt x="782" y="22"/>
                    <a:pt x="732" y="1"/>
                    <a:pt x="68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6" name="Google Shape;11899;p79">
              <a:extLst>
                <a:ext uri="{FF2B5EF4-FFF2-40B4-BE49-F238E27FC236}">
                  <a16:creationId xmlns:a16="http://schemas.microsoft.com/office/drawing/2014/main" id="{821C47C2-313D-47DA-A749-FDDEDDA854B2}"/>
                </a:ext>
              </a:extLst>
            </p:cNvPr>
            <p:cNvSpPr/>
            <p:nvPr/>
          </p:nvSpPr>
          <p:spPr>
            <a:xfrm>
              <a:off x="3124167" y="2455939"/>
              <a:ext cx="39434" cy="63337"/>
            </a:xfrm>
            <a:custGeom>
              <a:avLst/>
              <a:gdLst/>
              <a:ahLst/>
              <a:cxnLst/>
              <a:rect l="l" t="t" r="r" b="b"/>
              <a:pathLst>
                <a:path w="1239" h="1990" extrusionOk="0">
                  <a:moveTo>
                    <a:pt x="1038" y="0"/>
                  </a:moveTo>
                  <a:cubicBezTo>
                    <a:pt x="1008" y="0"/>
                    <a:pt x="978" y="8"/>
                    <a:pt x="953" y="25"/>
                  </a:cubicBezTo>
                  <a:cubicBezTo>
                    <a:pt x="357" y="430"/>
                    <a:pt x="0" y="1108"/>
                    <a:pt x="0" y="1823"/>
                  </a:cubicBezTo>
                  <a:cubicBezTo>
                    <a:pt x="0" y="1918"/>
                    <a:pt x="72" y="1989"/>
                    <a:pt x="167" y="1989"/>
                  </a:cubicBezTo>
                  <a:cubicBezTo>
                    <a:pt x="250" y="1989"/>
                    <a:pt x="334" y="1918"/>
                    <a:pt x="334" y="1823"/>
                  </a:cubicBezTo>
                  <a:cubicBezTo>
                    <a:pt x="334" y="1204"/>
                    <a:pt x="643" y="632"/>
                    <a:pt x="1143" y="275"/>
                  </a:cubicBezTo>
                  <a:cubicBezTo>
                    <a:pt x="1203" y="239"/>
                    <a:pt x="1239" y="132"/>
                    <a:pt x="1179" y="73"/>
                  </a:cubicBezTo>
                  <a:cubicBezTo>
                    <a:pt x="1148" y="26"/>
                    <a:pt x="1093" y="0"/>
                    <a:pt x="1038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47" name="Google Shape;2328;p64">
            <a:extLst>
              <a:ext uri="{FF2B5EF4-FFF2-40B4-BE49-F238E27FC236}">
                <a16:creationId xmlns:a16="http://schemas.microsoft.com/office/drawing/2014/main" id="{A3DB77BC-B1C0-42D5-9DFA-47D1656D2FCB}"/>
              </a:ext>
            </a:extLst>
          </p:cNvPr>
          <p:cNvGrpSpPr/>
          <p:nvPr/>
        </p:nvGrpSpPr>
        <p:grpSpPr>
          <a:xfrm>
            <a:off x="5390745" y="3640894"/>
            <a:ext cx="914400" cy="822960"/>
            <a:chOff x="1902821" y="1455690"/>
            <a:chExt cx="602023" cy="553698"/>
          </a:xfrm>
        </p:grpSpPr>
        <p:sp>
          <p:nvSpPr>
            <p:cNvPr id="148" name="Google Shape;2329;p64">
              <a:extLst>
                <a:ext uri="{FF2B5EF4-FFF2-40B4-BE49-F238E27FC236}">
                  <a16:creationId xmlns:a16="http://schemas.microsoft.com/office/drawing/2014/main" id="{8C2958C8-70B5-4D9C-9764-BF2C7FBC4827}"/>
                </a:ext>
              </a:extLst>
            </p:cNvPr>
            <p:cNvSpPr/>
            <p:nvPr/>
          </p:nvSpPr>
          <p:spPr>
            <a:xfrm>
              <a:off x="2268526" y="1496088"/>
              <a:ext cx="51774" cy="61990"/>
            </a:xfrm>
            <a:custGeom>
              <a:avLst/>
              <a:gdLst/>
              <a:ahLst/>
              <a:cxnLst/>
              <a:rect l="l" t="t" r="r" b="b"/>
              <a:pathLst>
                <a:path w="1561" h="1869" extrusionOk="0">
                  <a:moveTo>
                    <a:pt x="780" y="533"/>
                  </a:moveTo>
                  <a:cubicBezTo>
                    <a:pt x="918" y="533"/>
                    <a:pt x="1029" y="644"/>
                    <a:pt x="1029" y="781"/>
                  </a:cubicBezTo>
                  <a:lnTo>
                    <a:pt x="1029" y="1087"/>
                  </a:lnTo>
                  <a:cubicBezTo>
                    <a:pt x="1029" y="1225"/>
                    <a:pt x="918" y="1337"/>
                    <a:pt x="780" y="1337"/>
                  </a:cubicBezTo>
                  <a:cubicBezTo>
                    <a:pt x="644" y="1337"/>
                    <a:pt x="532" y="1225"/>
                    <a:pt x="532" y="1087"/>
                  </a:cubicBezTo>
                  <a:lnTo>
                    <a:pt x="532" y="781"/>
                  </a:lnTo>
                  <a:cubicBezTo>
                    <a:pt x="532" y="644"/>
                    <a:pt x="644" y="533"/>
                    <a:pt x="780" y="533"/>
                  </a:cubicBezTo>
                  <a:close/>
                  <a:moveTo>
                    <a:pt x="780" y="1"/>
                  </a:moveTo>
                  <a:cubicBezTo>
                    <a:pt x="350" y="1"/>
                    <a:pt x="0" y="351"/>
                    <a:pt x="0" y="782"/>
                  </a:cubicBezTo>
                  <a:lnTo>
                    <a:pt x="0" y="1087"/>
                  </a:lnTo>
                  <a:cubicBezTo>
                    <a:pt x="0" y="1518"/>
                    <a:pt x="350" y="1869"/>
                    <a:pt x="780" y="1869"/>
                  </a:cubicBezTo>
                  <a:cubicBezTo>
                    <a:pt x="1211" y="1869"/>
                    <a:pt x="1561" y="1518"/>
                    <a:pt x="1561" y="1087"/>
                  </a:cubicBezTo>
                  <a:lnTo>
                    <a:pt x="1561" y="782"/>
                  </a:lnTo>
                  <a:cubicBezTo>
                    <a:pt x="1561" y="351"/>
                    <a:pt x="1211" y="1"/>
                    <a:pt x="7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9" name="Google Shape;2330;p64">
              <a:extLst>
                <a:ext uri="{FF2B5EF4-FFF2-40B4-BE49-F238E27FC236}">
                  <a16:creationId xmlns:a16="http://schemas.microsoft.com/office/drawing/2014/main" id="{A5D7AF34-2C64-41EA-818F-D4F9BD5F0D11}"/>
                </a:ext>
              </a:extLst>
            </p:cNvPr>
            <p:cNvSpPr/>
            <p:nvPr/>
          </p:nvSpPr>
          <p:spPr>
            <a:xfrm>
              <a:off x="2394894" y="1496088"/>
              <a:ext cx="51774" cy="61990"/>
            </a:xfrm>
            <a:custGeom>
              <a:avLst/>
              <a:gdLst/>
              <a:ahLst/>
              <a:cxnLst/>
              <a:rect l="l" t="t" r="r" b="b"/>
              <a:pathLst>
                <a:path w="1561" h="1869" extrusionOk="0">
                  <a:moveTo>
                    <a:pt x="782" y="533"/>
                  </a:moveTo>
                  <a:cubicBezTo>
                    <a:pt x="918" y="533"/>
                    <a:pt x="1030" y="644"/>
                    <a:pt x="1030" y="781"/>
                  </a:cubicBezTo>
                  <a:lnTo>
                    <a:pt x="1030" y="1087"/>
                  </a:lnTo>
                  <a:cubicBezTo>
                    <a:pt x="1030" y="1225"/>
                    <a:pt x="918" y="1337"/>
                    <a:pt x="782" y="1337"/>
                  </a:cubicBezTo>
                  <a:cubicBezTo>
                    <a:pt x="644" y="1337"/>
                    <a:pt x="532" y="1225"/>
                    <a:pt x="532" y="1087"/>
                  </a:cubicBezTo>
                  <a:lnTo>
                    <a:pt x="532" y="781"/>
                  </a:lnTo>
                  <a:cubicBezTo>
                    <a:pt x="532" y="644"/>
                    <a:pt x="644" y="533"/>
                    <a:pt x="782" y="533"/>
                  </a:cubicBezTo>
                  <a:close/>
                  <a:moveTo>
                    <a:pt x="781" y="1"/>
                  </a:moveTo>
                  <a:cubicBezTo>
                    <a:pt x="350" y="1"/>
                    <a:pt x="0" y="351"/>
                    <a:pt x="0" y="782"/>
                  </a:cubicBezTo>
                  <a:lnTo>
                    <a:pt x="0" y="1087"/>
                  </a:lnTo>
                  <a:cubicBezTo>
                    <a:pt x="0" y="1518"/>
                    <a:pt x="350" y="1869"/>
                    <a:pt x="781" y="1869"/>
                  </a:cubicBezTo>
                  <a:cubicBezTo>
                    <a:pt x="1212" y="1869"/>
                    <a:pt x="1561" y="1518"/>
                    <a:pt x="1561" y="1087"/>
                  </a:cubicBezTo>
                  <a:lnTo>
                    <a:pt x="1561" y="782"/>
                  </a:lnTo>
                  <a:cubicBezTo>
                    <a:pt x="1561" y="351"/>
                    <a:pt x="1212" y="1"/>
                    <a:pt x="7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0" name="Google Shape;2331;p64">
              <a:extLst>
                <a:ext uri="{FF2B5EF4-FFF2-40B4-BE49-F238E27FC236}">
                  <a16:creationId xmlns:a16="http://schemas.microsoft.com/office/drawing/2014/main" id="{BEACAAFC-B151-4362-832A-542EE16B53BD}"/>
                </a:ext>
              </a:extLst>
            </p:cNvPr>
            <p:cNvSpPr/>
            <p:nvPr/>
          </p:nvSpPr>
          <p:spPr>
            <a:xfrm>
              <a:off x="2453036" y="1496088"/>
              <a:ext cx="51808" cy="61990"/>
            </a:xfrm>
            <a:custGeom>
              <a:avLst/>
              <a:gdLst/>
              <a:ahLst/>
              <a:cxnLst/>
              <a:rect l="l" t="t" r="r" b="b"/>
              <a:pathLst>
                <a:path w="1562" h="1869" extrusionOk="0">
                  <a:moveTo>
                    <a:pt x="781" y="533"/>
                  </a:moveTo>
                  <a:cubicBezTo>
                    <a:pt x="918" y="533"/>
                    <a:pt x="1030" y="644"/>
                    <a:pt x="1030" y="781"/>
                  </a:cubicBezTo>
                  <a:lnTo>
                    <a:pt x="1030" y="1087"/>
                  </a:lnTo>
                  <a:cubicBezTo>
                    <a:pt x="1030" y="1225"/>
                    <a:pt x="918" y="1337"/>
                    <a:pt x="781" y="1337"/>
                  </a:cubicBezTo>
                  <a:cubicBezTo>
                    <a:pt x="644" y="1337"/>
                    <a:pt x="533" y="1225"/>
                    <a:pt x="533" y="1087"/>
                  </a:cubicBezTo>
                  <a:lnTo>
                    <a:pt x="533" y="781"/>
                  </a:lnTo>
                  <a:cubicBezTo>
                    <a:pt x="533" y="644"/>
                    <a:pt x="644" y="533"/>
                    <a:pt x="781" y="533"/>
                  </a:cubicBezTo>
                  <a:close/>
                  <a:moveTo>
                    <a:pt x="781" y="1"/>
                  </a:moveTo>
                  <a:cubicBezTo>
                    <a:pt x="351" y="1"/>
                    <a:pt x="1" y="351"/>
                    <a:pt x="1" y="782"/>
                  </a:cubicBezTo>
                  <a:lnTo>
                    <a:pt x="1" y="1087"/>
                  </a:lnTo>
                  <a:cubicBezTo>
                    <a:pt x="1" y="1518"/>
                    <a:pt x="351" y="1869"/>
                    <a:pt x="781" y="1869"/>
                  </a:cubicBezTo>
                  <a:cubicBezTo>
                    <a:pt x="1211" y="1869"/>
                    <a:pt x="1562" y="1518"/>
                    <a:pt x="1562" y="1087"/>
                  </a:cubicBezTo>
                  <a:lnTo>
                    <a:pt x="1562" y="782"/>
                  </a:lnTo>
                  <a:cubicBezTo>
                    <a:pt x="1562" y="351"/>
                    <a:pt x="1211" y="1"/>
                    <a:pt x="7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1" name="Google Shape;2332;p64">
              <a:extLst>
                <a:ext uri="{FF2B5EF4-FFF2-40B4-BE49-F238E27FC236}">
                  <a16:creationId xmlns:a16="http://schemas.microsoft.com/office/drawing/2014/main" id="{A44A30DE-6C50-49DB-8E75-372BE9E1C2FA}"/>
                </a:ext>
              </a:extLst>
            </p:cNvPr>
            <p:cNvSpPr/>
            <p:nvPr/>
          </p:nvSpPr>
          <p:spPr>
            <a:xfrm>
              <a:off x="2324114" y="1496088"/>
              <a:ext cx="27131" cy="61990"/>
            </a:xfrm>
            <a:custGeom>
              <a:avLst/>
              <a:gdLst/>
              <a:ahLst/>
              <a:cxnLst/>
              <a:rect l="l" t="t" r="r" b="b"/>
              <a:pathLst>
                <a:path w="818" h="1869" extrusionOk="0">
                  <a:moveTo>
                    <a:pt x="267" y="1"/>
                  </a:moveTo>
                  <a:cubicBezTo>
                    <a:pt x="120" y="1"/>
                    <a:pt x="1" y="120"/>
                    <a:pt x="1" y="267"/>
                  </a:cubicBezTo>
                  <a:cubicBezTo>
                    <a:pt x="1" y="414"/>
                    <a:pt x="120" y="533"/>
                    <a:pt x="267" y="533"/>
                  </a:cubicBezTo>
                  <a:lnTo>
                    <a:pt x="287" y="533"/>
                  </a:lnTo>
                  <a:lnTo>
                    <a:pt x="287" y="1603"/>
                  </a:lnTo>
                  <a:cubicBezTo>
                    <a:pt x="287" y="1749"/>
                    <a:pt x="405" y="1869"/>
                    <a:pt x="553" y="1869"/>
                  </a:cubicBezTo>
                  <a:cubicBezTo>
                    <a:pt x="700" y="1869"/>
                    <a:pt x="818" y="1749"/>
                    <a:pt x="818" y="1603"/>
                  </a:cubicBezTo>
                  <a:lnTo>
                    <a:pt x="818" y="267"/>
                  </a:lnTo>
                  <a:cubicBezTo>
                    <a:pt x="818" y="120"/>
                    <a:pt x="700" y="1"/>
                    <a:pt x="5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2" name="Google Shape;2333;p64">
              <a:extLst>
                <a:ext uri="{FF2B5EF4-FFF2-40B4-BE49-F238E27FC236}">
                  <a16:creationId xmlns:a16="http://schemas.microsoft.com/office/drawing/2014/main" id="{F8F45690-9125-4A1B-8B4D-2E62FAA5C28E}"/>
                </a:ext>
              </a:extLst>
            </p:cNvPr>
            <p:cNvSpPr/>
            <p:nvPr/>
          </p:nvSpPr>
          <p:spPr>
            <a:xfrm>
              <a:off x="2358874" y="1496088"/>
              <a:ext cx="27164" cy="61990"/>
            </a:xfrm>
            <a:custGeom>
              <a:avLst/>
              <a:gdLst/>
              <a:ahLst/>
              <a:cxnLst/>
              <a:rect l="l" t="t" r="r" b="b"/>
              <a:pathLst>
                <a:path w="819" h="1869" extrusionOk="0">
                  <a:moveTo>
                    <a:pt x="267" y="1"/>
                  </a:moveTo>
                  <a:cubicBezTo>
                    <a:pt x="120" y="1"/>
                    <a:pt x="1" y="120"/>
                    <a:pt x="1" y="267"/>
                  </a:cubicBezTo>
                  <a:cubicBezTo>
                    <a:pt x="1" y="414"/>
                    <a:pt x="120" y="533"/>
                    <a:pt x="267" y="533"/>
                  </a:cubicBezTo>
                  <a:lnTo>
                    <a:pt x="286" y="533"/>
                  </a:lnTo>
                  <a:lnTo>
                    <a:pt x="286" y="1603"/>
                  </a:lnTo>
                  <a:cubicBezTo>
                    <a:pt x="286" y="1749"/>
                    <a:pt x="406" y="1869"/>
                    <a:pt x="552" y="1869"/>
                  </a:cubicBezTo>
                  <a:cubicBezTo>
                    <a:pt x="699" y="1869"/>
                    <a:pt x="818" y="1749"/>
                    <a:pt x="818" y="1603"/>
                  </a:cubicBezTo>
                  <a:lnTo>
                    <a:pt x="818" y="267"/>
                  </a:lnTo>
                  <a:cubicBezTo>
                    <a:pt x="818" y="120"/>
                    <a:pt x="699" y="1"/>
                    <a:pt x="5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3" name="Google Shape;2334;p64">
              <a:extLst>
                <a:ext uri="{FF2B5EF4-FFF2-40B4-BE49-F238E27FC236}">
                  <a16:creationId xmlns:a16="http://schemas.microsoft.com/office/drawing/2014/main" id="{CB2C840F-02B3-4AF3-8E60-E4CC7BEA7D30}"/>
                </a:ext>
              </a:extLst>
            </p:cNvPr>
            <p:cNvSpPr/>
            <p:nvPr/>
          </p:nvSpPr>
          <p:spPr>
            <a:xfrm>
              <a:off x="2453036" y="1575458"/>
              <a:ext cx="51808" cy="61957"/>
            </a:xfrm>
            <a:custGeom>
              <a:avLst/>
              <a:gdLst/>
              <a:ahLst/>
              <a:cxnLst/>
              <a:rect l="l" t="t" r="r" b="b"/>
              <a:pathLst>
                <a:path w="1562" h="1868" extrusionOk="0">
                  <a:moveTo>
                    <a:pt x="781" y="532"/>
                  </a:moveTo>
                  <a:cubicBezTo>
                    <a:pt x="918" y="532"/>
                    <a:pt x="1030" y="644"/>
                    <a:pt x="1030" y="782"/>
                  </a:cubicBezTo>
                  <a:lnTo>
                    <a:pt x="1030" y="1087"/>
                  </a:lnTo>
                  <a:cubicBezTo>
                    <a:pt x="1030" y="1224"/>
                    <a:pt x="918" y="1336"/>
                    <a:pt x="781" y="1336"/>
                  </a:cubicBezTo>
                  <a:cubicBezTo>
                    <a:pt x="644" y="1336"/>
                    <a:pt x="533" y="1224"/>
                    <a:pt x="533" y="1087"/>
                  </a:cubicBezTo>
                  <a:lnTo>
                    <a:pt x="533" y="782"/>
                  </a:lnTo>
                  <a:cubicBezTo>
                    <a:pt x="533" y="644"/>
                    <a:pt x="644" y="532"/>
                    <a:pt x="781" y="532"/>
                  </a:cubicBezTo>
                  <a:close/>
                  <a:moveTo>
                    <a:pt x="781" y="0"/>
                  </a:moveTo>
                  <a:cubicBezTo>
                    <a:pt x="351" y="0"/>
                    <a:pt x="1" y="350"/>
                    <a:pt x="1" y="782"/>
                  </a:cubicBezTo>
                  <a:lnTo>
                    <a:pt x="1" y="1087"/>
                  </a:lnTo>
                  <a:cubicBezTo>
                    <a:pt x="1" y="1518"/>
                    <a:pt x="351" y="1868"/>
                    <a:pt x="781" y="1868"/>
                  </a:cubicBezTo>
                  <a:cubicBezTo>
                    <a:pt x="1211" y="1868"/>
                    <a:pt x="1562" y="1518"/>
                    <a:pt x="1562" y="1087"/>
                  </a:cubicBezTo>
                  <a:lnTo>
                    <a:pt x="1562" y="782"/>
                  </a:lnTo>
                  <a:cubicBezTo>
                    <a:pt x="1562" y="350"/>
                    <a:pt x="1211" y="0"/>
                    <a:pt x="7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4" name="Google Shape;2335;p64">
              <a:extLst>
                <a:ext uri="{FF2B5EF4-FFF2-40B4-BE49-F238E27FC236}">
                  <a16:creationId xmlns:a16="http://schemas.microsoft.com/office/drawing/2014/main" id="{DEA94CD7-2178-42E6-ABFE-9877F144C6AD}"/>
                </a:ext>
              </a:extLst>
            </p:cNvPr>
            <p:cNvSpPr/>
            <p:nvPr/>
          </p:nvSpPr>
          <p:spPr>
            <a:xfrm>
              <a:off x="2360731" y="1575458"/>
              <a:ext cx="51808" cy="61957"/>
            </a:xfrm>
            <a:custGeom>
              <a:avLst/>
              <a:gdLst/>
              <a:ahLst/>
              <a:cxnLst/>
              <a:rect l="l" t="t" r="r" b="b"/>
              <a:pathLst>
                <a:path w="1562" h="1868" extrusionOk="0">
                  <a:moveTo>
                    <a:pt x="781" y="532"/>
                  </a:moveTo>
                  <a:cubicBezTo>
                    <a:pt x="918" y="532"/>
                    <a:pt x="1029" y="644"/>
                    <a:pt x="1029" y="782"/>
                  </a:cubicBezTo>
                  <a:lnTo>
                    <a:pt x="1029" y="1087"/>
                  </a:lnTo>
                  <a:cubicBezTo>
                    <a:pt x="1029" y="1224"/>
                    <a:pt x="918" y="1336"/>
                    <a:pt x="781" y="1336"/>
                  </a:cubicBezTo>
                  <a:cubicBezTo>
                    <a:pt x="644" y="1336"/>
                    <a:pt x="532" y="1224"/>
                    <a:pt x="532" y="1087"/>
                  </a:cubicBezTo>
                  <a:lnTo>
                    <a:pt x="532" y="782"/>
                  </a:lnTo>
                  <a:cubicBezTo>
                    <a:pt x="532" y="644"/>
                    <a:pt x="644" y="532"/>
                    <a:pt x="781" y="532"/>
                  </a:cubicBezTo>
                  <a:close/>
                  <a:moveTo>
                    <a:pt x="781" y="0"/>
                  </a:moveTo>
                  <a:cubicBezTo>
                    <a:pt x="351" y="0"/>
                    <a:pt x="0" y="350"/>
                    <a:pt x="0" y="782"/>
                  </a:cubicBezTo>
                  <a:lnTo>
                    <a:pt x="0" y="1087"/>
                  </a:lnTo>
                  <a:cubicBezTo>
                    <a:pt x="0" y="1518"/>
                    <a:pt x="351" y="1868"/>
                    <a:pt x="781" y="1868"/>
                  </a:cubicBezTo>
                  <a:cubicBezTo>
                    <a:pt x="1211" y="1868"/>
                    <a:pt x="1561" y="1518"/>
                    <a:pt x="1561" y="1087"/>
                  </a:cubicBezTo>
                  <a:lnTo>
                    <a:pt x="1561" y="782"/>
                  </a:lnTo>
                  <a:cubicBezTo>
                    <a:pt x="1561" y="350"/>
                    <a:pt x="1211" y="0"/>
                    <a:pt x="7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5" name="Google Shape;2336;p64">
              <a:extLst>
                <a:ext uri="{FF2B5EF4-FFF2-40B4-BE49-F238E27FC236}">
                  <a16:creationId xmlns:a16="http://schemas.microsoft.com/office/drawing/2014/main" id="{FD79F0EC-98B5-4812-B5A5-A6DA9EE6B82B}"/>
                </a:ext>
              </a:extLst>
            </p:cNvPr>
            <p:cNvSpPr/>
            <p:nvPr/>
          </p:nvSpPr>
          <p:spPr>
            <a:xfrm>
              <a:off x="2417249" y="1575458"/>
              <a:ext cx="27164" cy="61957"/>
            </a:xfrm>
            <a:custGeom>
              <a:avLst/>
              <a:gdLst/>
              <a:ahLst/>
              <a:cxnLst/>
              <a:rect l="l" t="t" r="r" b="b"/>
              <a:pathLst>
                <a:path w="819" h="1868" extrusionOk="0">
                  <a:moveTo>
                    <a:pt x="267" y="0"/>
                  </a:moveTo>
                  <a:cubicBezTo>
                    <a:pt x="120" y="0"/>
                    <a:pt x="1" y="119"/>
                    <a:pt x="1" y="266"/>
                  </a:cubicBezTo>
                  <a:cubicBezTo>
                    <a:pt x="1" y="413"/>
                    <a:pt x="120" y="531"/>
                    <a:pt x="267" y="531"/>
                  </a:cubicBezTo>
                  <a:lnTo>
                    <a:pt x="286" y="531"/>
                  </a:lnTo>
                  <a:lnTo>
                    <a:pt x="286" y="1602"/>
                  </a:lnTo>
                  <a:cubicBezTo>
                    <a:pt x="286" y="1749"/>
                    <a:pt x="405" y="1868"/>
                    <a:pt x="552" y="1868"/>
                  </a:cubicBezTo>
                  <a:cubicBezTo>
                    <a:pt x="699" y="1868"/>
                    <a:pt x="818" y="1749"/>
                    <a:pt x="818" y="1602"/>
                  </a:cubicBezTo>
                  <a:lnTo>
                    <a:pt x="818" y="266"/>
                  </a:lnTo>
                  <a:cubicBezTo>
                    <a:pt x="818" y="119"/>
                    <a:pt x="699" y="0"/>
                    <a:pt x="5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6" name="Google Shape;2337;p64">
              <a:extLst>
                <a:ext uri="{FF2B5EF4-FFF2-40B4-BE49-F238E27FC236}">
                  <a16:creationId xmlns:a16="http://schemas.microsoft.com/office/drawing/2014/main" id="{D04F2C1A-D5D0-4E2B-A89E-B980C65914C7}"/>
                </a:ext>
              </a:extLst>
            </p:cNvPr>
            <p:cNvSpPr/>
            <p:nvPr/>
          </p:nvSpPr>
          <p:spPr>
            <a:xfrm>
              <a:off x="2290250" y="1575458"/>
              <a:ext cx="27164" cy="61957"/>
            </a:xfrm>
            <a:custGeom>
              <a:avLst/>
              <a:gdLst/>
              <a:ahLst/>
              <a:cxnLst/>
              <a:rect l="l" t="t" r="r" b="b"/>
              <a:pathLst>
                <a:path w="819" h="1868" extrusionOk="0">
                  <a:moveTo>
                    <a:pt x="266" y="0"/>
                  </a:moveTo>
                  <a:cubicBezTo>
                    <a:pt x="119" y="0"/>
                    <a:pt x="0" y="119"/>
                    <a:pt x="0" y="266"/>
                  </a:cubicBezTo>
                  <a:cubicBezTo>
                    <a:pt x="0" y="413"/>
                    <a:pt x="119" y="531"/>
                    <a:pt x="266" y="531"/>
                  </a:cubicBezTo>
                  <a:lnTo>
                    <a:pt x="287" y="531"/>
                  </a:lnTo>
                  <a:lnTo>
                    <a:pt x="287" y="1602"/>
                  </a:lnTo>
                  <a:cubicBezTo>
                    <a:pt x="287" y="1749"/>
                    <a:pt x="406" y="1868"/>
                    <a:pt x="551" y="1868"/>
                  </a:cubicBezTo>
                  <a:cubicBezTo>
                    <a:pt x="698" y="1868"/>
                    <a:pt x="817" y="1749"/>
                    <a:pt x="817" y="1602"/>
                  </a:cubicBezTo>
                  <a:lnTo>
                    <a:pt x="817" y="266"/>
                  </a:lnTo>
                  <a:cubicBezTo>
                    <a:pt x="818" y="119"/>
                    <a:pt x="699" y="0"/>
                    <a:pt x="5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7" name="Google Shape;2338;p64">
              <a:extLst>
                <a:ext uri="{FF2B5EF4-FFF2-40B4-BE49-F238E27FC236}">
                  <a16:creationId xmlns:a16="http://schemas.microsoft.com/office/drawing/2014/main" id="{F6A8F58B-62DB-4D90-A8E1-438A4F2B9272}"/>
                </a:ext>
              </a:extLst>
            </p:cNvPr>
            <p:cNvSpPr/>
            <p:nvPr/>
          </p:nvSpPr>
          <p:spPr>
            <a:xfrm>
              <a:off x="2325010" y="1575458"/>
              <a:ext cx="27131" cy="61957"/>
            </a:xfrm>
            <a:custGeom>
              <a:avLst/>
              <a:gdLst/>
              <a:ahLst/>
              <a:cxnLst/>
              <a:rect l="l" t="t" r="r" b="b"/>
              <a:pathLst>
                <a:path w="818" h="1868" extrusionOk="0">
                  <a:moveTo>
                    <a:pt x="266" y="0"/>
                  </a:moveTo>
                  <a:cubicBezTo>
                    <a:pt x="119" y="0"/>
                    <a:pt x="0" y="119"/>
                    <a:pt x="0" y="266"/>
                  </a:cubicBezTo>
                  <a:cubicBezTo>
                    <a:pt x="0" y="413"/>
                    <a:pt x="119" y="531"/>
                    <a:pt x="266" y="531"/>
                  </a:cubicBezTo>
                  <a:lnTo>
                    <a:pt x="286" y="531"/>
                  </a:lnTo>
                  <a:lnTo>
                    <a:pt x="286" y="1602"/>
                  </a:lnTo>
                  <a:cubicBezTo>
                    <a:pt x="286" y="1749"/>
                    <a:pt x="405" y="1868"/>
                    <a:pt x="552" y="1868"/>
                  </a:cubicBezTo>
                  <a:cubicBezTo>
                    <a:pt x="699" y="1868"/>
                    <a:pt x="818" y="1749"/>
                    <a:pt x="818" y="1602"/>
                  </a:cubicBezTo>
                  <a:lnTo>
                    <a:pt x="818" y="266"/>
                  </a:lnTo>
                  <a:cubicBezTo>
                    <a:pt x="818" y="119"/>
                    <a:pt x="699" y="0"/>
                    <a:pt x="5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8" name="Google Shape;2339;p64">
              <a:extLst>
                <a:ext uri="{FF2B5EF4-FFF2-40B4-BE49-F238E27FC236}">
                  <a16:creationId xmlns:a16="http://schemas.microsoft.com/office/drawing/2014/main" id="{9C353328-F7DA-4038-A7C3-C5948283A4FD}"/>
                </a:ext>
              </a:extLst>
            </p:cNvPr>
            <p:cNvSpPr/>
            <p:nvPr/>
          </p:nvSpPr>
          <p:spPr>
            <a:xfrm>
              <a:off x="1902821" y="1455690"/>
              <a:ext cx="441327" cy="553698"/>
            </a:xfrm>
            <a:custGeom>
              <a:avLst/>
              <a:gdLst/>
              <a:ahLst/>
              <a:cxnLst/>
              <a:rect l="l" t="t" r="r" b="b"/>
              <a:pathLst>
                <a:path w="13306" h="16694" extrusionOk="0">
                  <a:moveTo>
                    <a:pt x="3904" y="2715"/>
                  </a:moveTo>
                  <a:cubicBezTo>
                    <a:pt x="4031" y="2715"/>
                    <a:pt x="4136" y="2820"/>
                    <a:pt x="4136" y="2948"/>
                  </a:cubicBezTo>
                  <a:cubicBezTo>
                    <a:pt x="4136" y="3076"/>
                    <a:pt x="4031" y="3180"/>
                    <a:pt x="3904" y="3180"/>
                  </a:cubicBezTo>
                  <a:cubicBezTo>
                    <a:pt x="3776" y="3180"/>
                    <a:pt x="3672" y="3076"/>
                    <a:pt x="3672" y="2948"/>
                  </a:cubicBezTo>
                  <a:cubicBezTo>
                    <a:pt x="3672" y="2820"/>
                    <a:pt x="3776" y="2715"/>
                    <a:pt x="3904" y="2715"/>
                  </a:cubicBezTo>
                  <a:close/>
                  <a:moveTo>
                    <a:pt x="2323" y="3889"/>
                  </a:moveTo>
                  <a:cubicBezTo>
                    <a:pt x="2451" y="3889"/>
                    <a:pt x="2554" y="3993"/>
                    <a:pt x="2554" y="4122"/>
                  </a:cubicBezTo>
                  <a:cubicBezTo>
                    <a:pt x="2554" y="4250"/>
                    <a:pt x="2451" y="4355"/>
                    <a:pt x="2323" y="4355"/>
                  </a:cubicBezTo>
                  <a:cubicBezTo>
                    <a:pt x="2195" y="4355"/>
                    <a:pt x="2091" y="4251"/>
                    <a:pt x="2091" y="4122"/>
                  </a:cubicBezTo>
                  <a:cubicBezTo>
                    <a:pt x="2091" y="3994"/>
                    <a:pt x="2195" y="3889"/>
                    <a:pt x="2323" y="3889"/>
                  </a:cubicBezTo>
                  <a:close/>
                  <a:moveTo>
                    <a:pt x="4039" y="5780"/>
                  </a:moveTo>
                  <a:cubicBezTo>
                    <a:pt x="4166" y="5780"/>
                    <a:pt x="4270" y="5884"/>
                    <a:pt x="4270" y="6013"/>
                  </a:cubicBezTo>
                  <a:cubicBezTo>
                    <a:pt x="4270" y="6141"/>
                    <a:pt x="4166" y="6245"/>
                    <a:pt x="4039" y="6245"/>
                  </a:cubicBezTo>
                  <a:cubicBezTo>
                    <a:pt x="3911" y="6245"/>
                    <a:pt x="3807" y="6141"/>
                    <a:pt x="3807" y="6013"/>
                  </a:cubicBezTo>
                  <a:cubicBezTo>
                    <a:pt x="3807" y="5884"/>
                    <a:pt x="3911" y="5780"/>
                    <a:pt x="4039" y="5780"/>
                  </a:cubicBezTo>
                  <a:close/>
                  <a:moveTo>
                    <a:pt x="2826" y="11946"/>
                  </a:moveTo>
                  <a:lnTo>
                    <a:pt x="2826" y="12141"/>
                  </a:lnTo>
                  <a:cubicBezTo>
                    <a:pt x="2827" y="12444"/>
                    <a:pt x="3245" y="12660"/>
                    <a:pt x="3249" y="12662"/>
                  </a:cubicBezTo>
                  <a:cubicBezTo>
                    <a:pt x="3307" y="12691"/>
                    <a:pt x="3372" y="12705"/>
                    <a:pt x="3440" y="12705"/>
                  </a:cubicBezTo>
                  <a:cubicBezTo>
                    <a:pt x="3577" y="12705"/>
                    <a:pt x="3716" y="12647"/>
                    <a:pt x="3812" y="12549"/>
                  </a:cubicBezTo>
                  <a:lnTo>
                    <a:pt x="3946" y="12415"/>
                  </a:lnTo>
                  <a:lnTo>
                    <a:pt x="4242" y="12714"/>
                  </a:lnTo>
                  <a:lnTo>
                    <a:pt x="4106" y="12853"/>
                  </a:lnTo>
                  <a:cubicBezTo>
                    <a:pt x="3891" y="13069"/>
                    <a:pt x="4036" y="13516"/>
                    <a:pt x="4038" y="13520"/>
                  </a:cubicBezTo>
                  <a:cubicBezTo>
                    <a:pt x="4102" y="13706"/>
                    <a:pt x="4302" y="13841"/>
                    <a:pt x="4514" y="13841"/>
                  </a:cubicBezTo>
                  <a:lnTo>
                    <a:pt x="4704" y="13841"/>
                  </a:lnTo>
                  <a:lnTo>
                    <a:pt x="4704" y="14268"/>
                  </a:lnTo>
                  <a:lnTo>
                    <a:pt x="4514" y="14268"/>
                  </a:lnTo>
                  <a:cubicBezTo>
                    <a:pt x="4211" y="14268"/>
                    <a:pt x="3997" y="14690"/>
                    <a:pt x="3995" y="14694"/>
                  </a:cubicBezTo>
                  <a:cubicBezTo>
                    <a:pt x="3910" y="14868"/>
                    <a:pt x="3956" y="15106"/>
                    <a:pt x="4106" y="15256"/>
                  </a:cubicBezTo>
                  <a:lnTo>
                    <a:pt x="4242" y="15394"/>
                  </a:lnTo>
                  <a:lnTo>
                    <a:pt x="3946" y="15694"/>
                  </a:lnTo>
                  <a:lnTo>
                    <a:pt x="3812" y="15559"/>
                  </a:lnTo>
                  <a:cubicBezTo>
                    <a:pt x="3733" y="15479"/>
                    <a:pt x="3620" y="15440"/>
                    <a:pt x="3468" y="15440"/>
                  </a:cubicBezTo>
                  <a:cubicBezTo>
                    <a:pt x="3343" y="15440"/>
                    <a:pt x="3214" y="15466"/>
                    <a:pt x="3145" y="15490"/>
                  </a:cubicBezTo>
                  <a:cubicBezTo>
                    <a:pt x="2961" y="15554"/>
                    <a:pt x="2827" y="15755"/>
                    <a:pt x="2827" y="15967"/>
                  </a:cubicBezTo>
                  <a:lnTo>
                    <a:pt x="2827" y="16163"/>
                  </a:lnTo>
                  <a:lnTo>
                    <a:pt x="2410" y="16163"/>
                  </a:lnTo>
                  <a:lnTo>
                    <a:pt x="2410" y="15967"/>
                  </a:lnTo>
                  <a:cubicBezTo>
                    <a:pt x="2410" y="15664"/>
                    <a:pt x="1992" y="15449"/>
                    <a:pt x="1988" y="15447"/>
                  </a:cubicBezTo>
                  <a:cubicBezTo>
                    <a:pt x="1929" y="15418"/>
                    <a:pt x="1865" y="15403"/>
                    <a:pt x="1797" y="15403"/>
                  </a:cubicBezTo>
                  <a:cubicBezTo>
                    <a:pt x="1660" y="15403"/>
                    <a:pt x="1521" y="15462"/>
                    <a:pt x="1425" y="15559"/>
                  </a:cubicBezTo>
                  <a:lnTo>
                    <a:pt x="1290" y="15695"/>
                  </a:lnTo>
                  <a:lnTo>
                    <a:pt x="994" y="15394"/>
                  </a:lnTo>
                  <a:lnTo>
                    <a:pt x="1131" y="15256"/>
                  </a:lnTo>
                  <a:cubicBezTo>
                    <a:pt x="1345" y="15040"/>
                    <a:pt x="1200" y="14593"/>
                    <a:pt x="1199" y="14589"/>
                  </a:cubicBezTo>
                  <a:cubicBezTo>
                    <a:pt x="1135" y="14402"/>
                    <a:pt x="935" y="14268"/>
                    <a:pt x="722" y="14268"/>
                  </a:cubicBezTo>
                  <a:lnTo>
                    <a:pt x="532" y="14268"/>
                  </a:lnTo>
                  <a:lnTo>
                    <a:pt x="532" y="13841"/>
                  </a:lnTo>
                  <a:lnTo>
                    <a:pt x="722" y="13841"/>
                  </a:lnTo>
                  <a:cubicBezTo>
                    <a:pt x="1027" y="13841"/>
                    <a:pt x="1240" y="13419"/>
                    <a:pt x="1242" y="13415"/>
                  </a:cubicBezTo>
                  <a:cubicBezTo>
                    <a:pt x="1326" y="13240"/>
                    <a:pt x="1280" y="13004"/>
                    <a:pt x="1131" y="12853"/>
                  </a:cubicBezTo>
                  <a:lnTo>
                    <a:pt x="994" y="12714"/>
                  </a:lnTo>
                  <a:lnTo>
                    <a:pt x="1290" y="12415"/>
                  </a:lnTo>
                  <a:lnTo>
                    <a:pt x="1425" y="12549"/>
                  </a:lnTo>
                  <a:cubicBezTo>
                    <a:pt x="1503" y="12629"/>
                    <a:pt x="1616" y="12668"/>
                    <a:pt x="1769" y="12668"/>
                  </a:cubicBezTo>
                  <a:cubicBezTo>
                    <a:pt x="1893" y="12668"/>
                    <a:pt x="2023" y="12642"/>
                    <a:pt x="2091" y="12619"/>
                  </a:cubicBezTo>
                  <a:cubicBezTo>
                    <a:pt x="2275" y="12554"/>
                    <a:pt x="2410" y="12354"/>
                    <a:pt x="2410" y="12141"/>
                  </a:cubicBezTo>
                  <a:lnTo>
                    <a:pt x="2410" y="11946"/>
                  </a:lnTo>
                  <a:close/>
                  <a:moveTo>
                    <a:pt x="5848" y="0"/>
                  </a:moveTo>
                  <a:cubicBezTo>
                    <a:pt x="2681" y="0"/>
                    <a:pt x="104" y="2582"/>
                    <a:pt x="104" y="5756"/>
                  </a:cubicBezTo>
                  <a:cubicBezTo>
                    <a:pt x="104" y="7726"/>
                    <a:pt x="1098" y="9478"/>
                    <a:pt x="2622" y="10517"/>
                  </a:cubicBezTo>
                  <a:lnTo>
                    <a:pt x="2622" y="11414"/>
                  </a:lnTo>
                  <a:lnTo>
                    <a:pt x="2321" y="11414"/>
                  </a:lnTo>
                  <a:cubicBezTo>
                    <a:pt x="2077" y="11414"/>
                    <a:pt x="1878" y="11613"/>
                    <a:pt x="1878" y="11857"/>
                  </a:cubicBezTo>
                  <a:lnTo>
                    <a:pt x="1878" y="12125"/>
                  </a:lnTo>
                  <a:cubicBezTo>
                    <a:pt x="1848" y="12130"/>
                    <a:pt x="1807" y="12136"/>
                    <a:pt x="1769" y="12136"/>
                  </a:cubicBezTo>
                  <a:lnTo>
                    <a:pt x="1764" y="12136"/>
                  </a:lnTo>
                  <a:lnTo>
                    <a:pt x="1605" y="11975"/>
                  </a:lnTo>
                  <a:cubicBezTo>
                    <a:pt x="1521" y="11891"/>
                    <a:pt x="1410" y="11845"/>
                    <a:pt x="1291" y="11845"/>
                  </a:cubicBezTo>
                  <a:cubicBezTo>
                    <a:pt x="1172" y="11845"/>
                    <a:pt x="1061" y="11891"/>
                    <a:pt x="977" y="11975"/>
                  </a:cubicBezTo>
                  <a:lnTo>
                    <a:pt x="555" y="12401"/>
                  </a:lnTo>
                  <a:cubicBezTo>
                    <a:pt x="385" y="12574"/>
                    <a:pt x="385" y="12855"/>
                    <a:pt x="555" y="13028"/>
                  </a:cubicBezTo>
                  <a:lnTo>
                    <a:pt x="743" y="13216"/>
                  </a:lnTo>
                  <a:cubicBezTo>
                    <a:pt x="722" y="13248"/>
                    <a:pt x="691" y="13286"/>
                    <a:pt x="667" y="13309"/>
                  </a:cubicBezTo>
                  <a:lnTo>
                    <a:pt x="444" y="13309"/>
                  </a:lnTo>
                  <a:cubicBezTo>
                    <a:pt x="200" y="13309"/>
                    <a:pt x="1" y="13508"/>
                    <a:pt x="1" y="13752"/>
                  </a:cubicBezTo>
                  <a:lnTo>
                    <a:pt x="1" y="14356"/>
                  </a:lnTo>
                  <a:cubicBezTo>
                    <a:pt x="1" y="14600"/>
                    <a:pt x="200" y="14800"/>
                    <a:pt x="444" y="14800"/>
                  </a:cubicBezTo>
                  <a:lnTo>
                    <a:pt x="705" y="14800"/>
                  </a:lnTo>
                  <a:cubicBezTo>
                    <a:pt x="711" y="14838"/>
                    <a:pt x="716" y="14886"/>
                    <a:pt x="715" y="14920"/>
                  </a:cubicBezTo>
                  <a:lnTo>
                    <a:pt x="555" y="15081"/>
                  </a:lnTo>
                  <a:cubicBezTo>
                    <a:pt x="385" y="15253"/>
                    <a:pt x="385" y="15535"/>
                    <a:pt x="555" y="15707"/>
                  </a:cubicBezTo>
                  <a:lnTo>
                    <a:pt x="977" y="16133"/>
                  </a:lnTo>
                  <a:cubicBezTo>
                    <a:pt x="1060" y="16218"/>
                    <a:pt x="1172" y="16264"/>
                    <a:pt x="1291" y="16264"/>
                  </a:cubicBezTo>
                  <a:cubicBezTo>
                    <a:pt x="1410" y="16264"/>
                    <a:pt x="1521" y="16218"/>
                    <a:pt x="1605" y="16133"/>
                  </a:cubicBezTo>
                  <a:lnTo>
                    <a:pt x="1789" y="15948"/>
                  </a:lnTo>
                  <a:cubicBezTo>
                    <a:pt x="1819" y="15969"/>
                    <a:pt x="1855" y="15998"/>
                    <a:pt x="1878" y="16021"/>
                  </a:cubicBezTo>
                  <a:lnTo>
                    <a:pt x="1878" y="16251"/>
                  </a:lnTo>
                  <a:cubicBezTo>
                    <a:pt x="1878" y="16496"/>
                    <a:pt x="2077" y="16694"/>
                    <a:pt x="2321" y="16694"/>
                  </a:cubicBezTo>
                  <a:lnTo>
                    <a:pt x="2916" y="16694"/>
                  </a:lnTo>
                  <a:cubicBezTo>
                    <a:pt x="3160" y="16694"/>
                    <a:pt x="3359" y="16496"/>
                    <a:pt x="3359" y="16251"/>
                  </a:cubicBezTo>
                  <a:lnTo>
                    <a:pt x="3359" y="15983"/>
                  </a:lnTo>
                  <a:cubicBezTo>
                    <a:pt x="3389" y="15978"/>
                    <a:pt x="3430" y="15972"/>
                    <a:pt x="3468" y="15972"/>
                  </a:cubicBezTo>
                  <a:lnTo>
                    <a:pt x="3473" y="15972"/>
                  </a:lnTo>
                  <a:lnTo>
                    <a:pt x="3632" y="16133"/>
                  </a:lnTo>
                  <a:cubicBezTo>
                    <a:pt x="3716" y="16218"/>
                    <a:pt x="3828" y="16264"/>
                    <a:pt x="3946" y="16264"/>
                  </a:cubicBezTo>
                  <a:cubicBezTo>
                    <a:pt x="4065" y="16264"/>
                    <a:pt x="4176" y="16218"/>
                    <a:pt x="4260" y="16133"/>
                  </a:cubicBezTo>
                  <a:lnTo>
                    <a:pt x="4682" y="15707"/>
                  </a:lnTo>
                  <a:cubicBezTo>
                    <a:pt x="4802" y="15586"/>
                    <a:pt x="4837" y="15411"/>
                    <a:pt x="4788" y="15257"/>
                  </a:cubicBezTo>
                  <a:lnTo>
                    <a:pt x="5602" y="15257"/>
                  </a:lnTo>
                  <a:cubicBezTo>
                    <a:pt x="5749" y="15257"/>
                    <a:pt x="5868" y="15138"/>
                    <a:pt x="5868" y="14992"/>
                  </a:cubicBezTo>
                  <a:cubicBezTo>
                    <a:pt x="5868" y="14845"/>
                    <a:pt x="5749" y="14726"/>
                    <a:pt x="5602" y="14726"/>
                  </a:cubicBezTo>
                  <a:lnTo>
                    <a:pt x="5038" y="14726"/>
                  </a:lnTo>
                  <a:cubicBezTo>
                    <a:pt x="5157" y="14646"/>
                    <a:pt x="5236" y="14510"/>
                    <a:pt x="5236" y="14356"/>
                  </a:cubicBezTo>
                  <a:lnTo>
                    <a:pt x="5236" y="13752"/>
                  </a:lnTo>
                  <a:cubicBezTo>
                    <a:pt x="5236" y="13508"/>
                    <a:pt x="5037" y="13310"/>
                    <a:pt x="4793" y="13310"/>
                  </a:cubicBezTo>
                  <a:lnTo>
                    <a:pt x="4532" y="13310"/>
                  </a:lnTo>
                  <a:cubicBezTo>
                    <a:pt x="4525" y="13272"/>
                    <a:pt x="4521" y="13223"/>
                    <a:pt x="4521" y="13190"/>
                  </a:cubicBezTo>
                  <a:lnTo>
                    <a:pt x="4682" y="13028"/>
                  </a:lnTo>
                  <a:cubicBezTo>
                    <a:pt x="4852" y="12855"/>
                    <a:pt x="4852" y="12574"/>
                    <a:pt x="4682" y="12401"/>
                  </a:cubicBezTo>
                  <a:lnTo>
                    <a:pt x="4260" y="11976"/>
                  </a:lnTo>
                  <a:cubicBezTo>
                    <a:pt x="4176" y="11892"/>
                    <a:pt x="4065" y="11845"/>
                    <a:pt x="3946" y="11845"/>
                  </a:cubicBezTo>
                  <a:cubicBezTo>
                    <a:pt x="3826" y="11845"/>
                    <a:pt x="3716" y="11892"/>
                    <a:pt x="3632" y="11975"/>
                  </a:cubicBezTo>
                  <a:lnTo>
                    <a:pt x="3448" y="12162"/>
                  </a:lnTo>
                  <a:cubicBezTo>
                    <a:pt x="3417" y="12140"/>
                    <a:pt x="3381" y="12111"/>
                    <a:pt x="3359" y="12087"/>
                  </a:cubicBezTo>
                  <a:lnTo>
                    <a:pt x="3359" y="11857"/>
                  </a:lnTo>
                  <a:cubicBezTo>
                    <a:pt x="3359" y="11701"/>
                    <a:pt x="3277" y="11563"/>
                    <a:pt x="3154" y="11484"/>
                  </a:cubicBezTo>
                  <a:lnTo>
                    <a:pt x="3154" y="10840"/>
                  </a:lnTo>
                  <a:cubicBezTo>
                    <a:pt x="3793" y="11180"/>
                    <a:pt x="4504" y="11404"/>
                    <a:pt x="5261" y="11481"/>
                  </a:cubicBezTo>
                  <a:lnTo>
                    <a:pt x="5261" y="12020"/>
                  </a:lnTo>
                  <a:cubicBezTo>
                    <a:pt x="5261" y="12737"/>
                    <a:pt x="5842" y="13320"/>
                    <a:pt x="6558" y="13320"/>
                  </a:cubicBezTo>
                  <a:lnTo>
                    <a:pt x="7770" y="13320"/>
                  </a:lnTo>
                  <a:lnTo>
                    <a:pt x="7770" y="14726"/>
                  </a:lnTo>
                  <a:lnTo>
                    <a:pt x="7196" y="14726"/>
                  </a:lnTo>
                  <a:cubicBezTo>
                    <a:pt x="7050" y="14726"/>
                    <a:pt x="6930" y="14845"/>
                    <a:pt x="6930" y="14992"/>
                  </a:cubicBezTo>
                  <a:cubicBezTo>
                    <a:pt x="6930" y="15138"/>
                    <a:pt x="7049" y="15257"/>
                    <a:pt x="7196" y="15257"/>
                  </a:cubicBezTo>
                  <a:lnTo>
                    <a:pt x="7859" y="15257"/>
                  </a:lnTo>
                  <a:cubicBezTo>
                    <a:pt x="8103" y="15257"/>
                    <a:pt x="8302" y="15058"/>
                    <a:pt x="8302" y="14814"/>
                  </a:cubicBezTo>
                  <a:lnTo>
                    <a:pt x="8302" y="13320"/>
                  </a:lnTo>
                  <a:lnTo>
                    <a:pt x="10296" y="13320"/>
                  </a:lnTo>
                  <a:cubicBezTo>
                    <a:pt x="11012" y="13320"/>
                    <a:pt x="11593" y="12737"/>
                    <a:pt x="11593" y="12020"/>
                  </a:cubicBezTo>
                  <a:lnTo>
                    <a:pt x="11593" y="8956"/>
                  </a:lnTo>
                  <a:lnTo>
                    <a:pt x="12618" y="8956"/>
                  </a:lnTo>
                  <a:cubicBezTo>
                    <a:pt x="12881" y="8956"/>
                    <a:pt x="13093" y="8850"/>
                    <a:pt x="13200" y="8663"/>
                  </a:cubicBezTo>
                  <a:cubicBezTo>
                    <a:pt x="13305" y="8477"/>
                    <a:pt x="13290" y="8240"/>
                    <a:pt x="13157" y="8014"/>
                  </a:cubicBezTo>
                  <a:lnTo>
                    <a:pt x="11578" y="5344"/>
                  </a:lnTo>
                  <a:cubicBezTo>
                    <a:pt x="11478" y="3922"/>
                    <a:pt x="10858" y="2596"/>
                    <a:pt x="9827" y="1605"/>
                  </a:cubicBezTo>
                  <a:cubicBezTo>
                    <a:pt x="9775" y="1555"/>
                    <a:pt x="9709" y="1530"/>
                    <a:pt x="9643" y="1530"/>
                  </a:cubicBezTo>
                  <a:cubicBezTo>
                    <a:pt x="9573" y="1530"/>
                    <a:pt x="9503" y="1558"/>
                    <a:pt x="9451" y="1612"/>
                  </a:cubicBezTo>
                  <a:cubicBezTo>
                    <a:pt x="9349" y="1718"/>
                    <a:pt x="9352" y="1886"/>
                    <a:pt x="9458" y="1988"/>
                  </a:cubicBezTo>
                  <a:cubicBezTo>
                    <a:pt x="10408" y="2902"/>
                    <a:pt x="10974" y="4128"/>
                    <a:pt x="11052" y="5441"/>
                  </a:cubicBezTo>
                  <a:cubicBezTo>
                    <a:pt x="11055" y="5483"/>
                    <a:pt x="11067" y="5524"/>
                    <a:pt x="11089" y="5560"/>
                  </a:cubicBezTo>
                  <a:lnTo>
                    <a:pt x="12699" y="8284"/>
                  </a:lnTo>
                  <a:cubicBezTo>
                    <a:pt x="12740" y="8354"/>
                    <a:pt x="12740" y="8394"/>
                    <a:pt x="12739" y="8399"/>
                  </a:cubicBezTo>
                  <a:cubicBezTo>
                    <a:pt x="12733" y="8404"/>
                    <a:pt x="12699" y="8425"/>
                    <a:pt x="12618" y="8425"/>
                  </a:cubicBezTo>
                  <a:lnTo>
                    <a:pt x="11328" y="8425"/>
                  </a:lnTo>
                  <a:cubicBezTo>
                    <a:pt x="11181" y="8425"/>
                    <a:pt x="11062" y="8544"/>
                    <a:pt x="11062" y="8691"/>
                  </a:cubicBezTo>
                  <a:lnTo>
                    <a:pt x="11062" y="10333"/>
                  </a:lnTo>
                  <a:lnTo>
                    <a:pt x="9222" y="10333"/>
                  </a:lnTo>
                  <a:cubicBezTo>
                    <a:pt x="9075" y="10333"/>
                    <a:pt x="8956" y="10452"/>
                    <a:pt x="8956" y="10599"/>
                  </a:cubicBezTo>
                  <a:cubicBezTo>
                    <a:pt x="8956" y="10746"/>
                    <a:pt x="9075" y="10865"/>
                    <a:pt x="9222" y="10865"/>
                  </a:cubicBezTo>
                  <a:lnTo>
                    <a:pt x="11062" y="10865"/>
                  </a:lnTo>
                  <a:lnTo>
                    <a:pt x="11062" y="12020"/>
                  </a:lnTo>
                  <a:cubicBezTo>
                    <a:pt x="11062" y="12443"/>
                    <a:pt x="10718" y="12787"/>
                    <a:pt x="10296" y="12787"/>
                  </a:cubicBezTo>
                  <a:lnTo>
                    <a:pt x="6558" y="12787"/>
                  </a:lnTo>
                  <a:cubicBezTo>
                    <a:pt x="6136" y="12787"/>
                    <a:pt x="5793" y="12443"/>
                    <a:pt x="5793" y="12020"/>
                  </a:cubicBezTo>
                  <a:lnTo>
                    <a:pt x="5793" y="11236"/>
                  </a:lnTo>
                  <a:cubicBezTo>
                    <a:pt x="5793" y="11095"/>
                    <a:pt x="5683" y="10978"/>
                    <a:pt x="5542" y="10970"/>
                  </a:cubicBezTo>
                  <a:cubicBezTo>
                    <a:pt x="5420" y="10964"/>
                    <a:pt x="5299" y="10951"/>
                    <a:pt x="5179" y="10936"/>
                  </a:cubicBezTo>
                  <a:lnTo>
                    <a:pt x="5179" y="8304"/>
                  </a:lnTo>
                  <a:cubicBezTo>
                    <a:pt x="5180" y="8276"/>
                    <a:pt x="5206" y="8210"/>
                    <a:pt x="5227" y="8189"/>
                  </a:cubicBezTo>
                  <a:lnTo>
                    <a:pt x="5526" y="7890"/>
                  </a:lnTo>
                  <a:cubicBezTo>
                    <a:pt x="5645" y="7771"/>
                    <a:pt x="5728" y="7568"/>
                    <a:pt x="5728" y="7400"/>
                  </a:cubicBezTo>
                  <a:lnTo>
                    <a:pt x="5728" y="6823"/>
                  </a:lnTo>
                  <a:cubicBezTo>
                    <a:pt x="5728" y="6677"/>
                    <a:pt x="5609" y="6558"/>
                    <a:pt x="5462" y="6558"/>
                  </a:cubicBezTo>
                  <a:cubicBezTo>
                    <a:pt x="5315" y="6558"/>
                    <a:pt x="5197" y="6677"/>
                    <a:pt x="5197" y="6823"/>
                  </a:cubicBezTo>
                  <a:lnTo>
                    <a:pt x="5197" y="7399"/>
                  </a:lnTo>
                  <a:cubicBezTo>
                    <a:pt x="5196" y="7428"/>
                    <a:pt x="5169" y="7493"/>
                    <a:pt x="5149" y="7515"/>
                  </a:cubicBezTo>
                  <a:lnTo>
                    <a:pt x="4851" y="7814"/>
                  </a:lnTo>
                  <a:cubicBezTo>
                    <a:pt x="4731" y="7933"/>
                    <a:pt x="4648" y="8135"/>
                    <a:pt x="4648" y="8304"/>
                  </a:cubicBezTo>
                  <a:lnTo>
                    <a:pt x="4648" y="10840"/>
                  </a:lnTo>
                  <a:cubicBezTo>
                    <a:pt x="4532" y="10813"/>
                    <a:pt x="4417" y="10781"/>
                    <a:pt x="4305" y="10746"/>
                  </a:cubicBezTo>
                  <a:lnTo>
                    <a:pt x="4305" y="6728"/>
                  </a:lnTo>
                  <a:cubicBezTo>
                    <a:pt x="4595" y="6620"/>
                    <a:pt x="4802" y="6340"/>
                    <a:pt x="4802" y="6013"/>
                  </a:cubicBezTo>
                  <a:cubicBezTo>
                    <a:pt x="4802" y="5592"/>
                    <a:pt x="4460" y="5249"/>
                    <a:pt x="4039" y="5249"/>
                  </a:cubicBezTo>
                  <a:cubicBezTo>
                    <a:pt x="3618" y="5249"/>
                    <a:pt x="3275" y="5592"/>
                    <a:pt x="3275" y="6013"/>
                  </a:cubicBezTo>
                  <a:cubicBezTo>
                    <a:pt x="3275" y="6340"/>
                    <a:pt x="3483" y="6620"/>
                    <a:pt x="3773" y="6728"/>
                  </a:cubicBezTo>
                  <a:lnTo>
                    <a:pt x="3773" y="10549"/>
                  </a:lnTo>
                  <a:cubicBezTo>
                    <a:pt x="3641" y="10491"/>
                    <a:pt x="3512" y="10429"/>
                    <a:pt x="3387" y="10361"/>
                  </a:cubicBezTo>
                  <a:lnTo>
                    <a:pt x="3387" y="7694"/>
                  </a:lnTo>
                  <a:cubicBezTo>
                    <a:pt x="3387" y="7525"/>
                    <a:pt x="3303" y="7323"/>
                    <a:pt x="3184" y="7204"/>
                  </a:cubicBezTo>
                  <a:lnTo>
                    <a:pt x="2637" y="6656"/>
                  </a:lnTo>
                  <a:cubicBezTo>
                    <a:pt x="2616" y="6635"/>
                    <a:pt x="2589" y="6569"/>
                    <a:pt x="2588" y="6541"/>
                  </a:cubicBezTo>
                  <a:lnTo>
                    <a:pt x="2588" y="4838"/>
                  </a:lnTo>
                  <a:cubicBezTo>
                    <a:pt x="2879" y="4729"/>
                    <a:pt x="3086" y="4450"/>
                    <a:pt x="3086" y="4123"/>
                  </a:cubicBezTo>
                  <a:cubicBezTo>
                    <a:pt x="3086" y="3701"/>
                    <a:pt x="2743" y="3358"/>
                    <a:pt x="2322" y="3358"/>
                  </a:cubicBezTo>
                  <a:cubicBezTo>
                    <a:pt x="1901" y="3358"/>
                    <a:pt x="1559" y="3701"/>
                    <a:pt x="1559" y="4123"/>
                  </a:cubicBezTo>
                  <a:cubicBezTo>
                    <a:pt x="1559" y="4450"/>
                    <a:pt x="1767" y="4729"/>
                    <a:pt x="2056" y="4838"/>
                  </a:cubicBezTo>
                  <a:lnTo>
                    <a:pt x="2056" y="6541"/>
                  </a:lnTo>
                  <a:cubicBezTo>
                    <a:pt x="2056" y="6709"/>
                    <a:pt x="2141" y="6911"/>
                    <a:pt x="2260" y="7030"/>
                  </a:cubicBezTo>
                  <a:lnTo>
                    <a:pt x="2807" y="7579"/>
                  </a:lnTo>
                  <a:cubicBezTo>
                    <a:pt x="2826" y="7600"/>
                    <a:pt x="2854" y="7665"/>
                    <a:pt x="2855" y="7694"/>
                  </a:cubicBezTo>
                  <a:lnTo>
                    <a:pt x="2855" y="10032"/>
                  </a:lnTo>
                  <a:cubicBezTo>
                    <a:pt x="1509" y="9084"/>
                    <a:pt x="635" y="7516"/>
                    <a:pt x="635" y="5756"/>
                  </a:cubicBezTo>
                  <a:cubicBezTo>
                    <a:pt x="635" y="3668"/>
                    <a:pt x="1865" y="1862"/>
                    <a:pt x="3638" y="1026"/>
                  </a:cubicBezTo>
                  <a:lnTo>
                    <a:pt x="3638" y="2232"/>
                  </a:lnTo>
                  <a:cubicBezTo>
                    <a:pt x="3348" y="2340"/>
                    <a:pt x="3141" y="2619"/>
                    <a:pt x="3141" y="2948"/>
                  </a:cubicBezTo>
                  <a:cubicBezTo>
                    <a:pt x="3141" y="3369"/>
                    <a:pt x="3483" y="3712"/>
                    <a:pt x="3904" y="3712"/>
                  </a:cubicBezTo>
                  <a:cubicBezTo>
                    <a:pt x="4324" y="3712"/>
                    <a:pt x="4666" y="3369"/>
                    <a:pt x="4666" y="2948"/>
                  </a:cubicBezTo>
                  <a:cubicBezTo>
                    <a:pt x="4666" y="2619"/>
                    <a:pt x="4459" y="2340"/>
                    <a:pt x="4169" y="2232"/>
                  </a:cubicBezTo>
                  <a:lnTo>
                    <a:pt x="4169" y="810"/>
                  </a:lnTo>
                  <a:cubicBezTo>
                    <a:pt x="4696" y="631"/>
                    <a:pt x="5262" y="532"/>
                    <a:pt x="5849" y="532"/>
                  </a:cubicBezTo>
                  <a:cubicBezTo>
                    <a:pt x="6667" y="532"/>
                    <a:pt x="7450" y="717"/>
                    <a:pt x="8177" y="1081"/>
                  </a:cubicBezTo>
                  <a:cubicBezTo>
                    <a:pt x="8215" y="1100"/>
                    <a:pt x="8255" y="1109"/>
                    <a:pt x="8295" y="1109"/>
                  </a:cubicBezTo>
                  <a:cubicBezTo>
                    <a:pt x="8393" y="1109"/>
                    <a:pt x="8486" y="1056"/>
                    <a:pt x="8533" y="962"/>
                  </a:cubicBezTo>
                  <a:cubicBezTo>
                    <a:pt x="8599" y="831"/>
                    <a:pt x="8546" y="672"/>
                    <a:pt x="8415" y="605"/>
                  </a:cubicBezTo>
                  <a:cubicBezTo>
                    <a:pt x="7614" y="205"/>
                    <a:pt x="6751" y="0"/>
                    <a:pt x="58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9" name="Google Shape;2340;p64">
              <a:extLst>
                <a:ext uri="{FF2B5EF4-FFF2-40B4-BE49-F238E27FC236}">
                  <a16:creationId xmlns:a16="http://schemas.microsoft.com/office/drawing/2014/main" id="{13F3A4A6-49FB-4A87-886A-89E1BD7FDE85}"/>
                </a:ext>
              </a:extLst>
            </p:cNvPr>
            <p:cNvSpPr/>
            <p:nvPr/>
          </p:nvSpPr>
          <p:spPr>
            <a:xfrm>
              <a:off x="2201295" y="1609919"/>
              <a:ext cx="17678" cy="51973"/>
            </a:xfrm>
            <a:custGeom>
              <a:avLst/>
              <a:gdLst/>
              <a:ahLst/>
              <a:cxnLst/>
              <a:rect l="l" t="t" r="r" b="b"/>
              <a:pathLst>
                <a:path w="533" h="1567" extrusionOk="0">
                  <a:moveTo>
                    <a:pt x="266" y="0"/>
                  </a:moveTo>
                  <a:cubicBezTo>
                    <a:pt x="119" y="0"/>
                    <a:pt x="0" y="119"/>
                    <a:pt x="0" y="266"/>
                  </a:cubicBezTo>
                  <a:lnTo>
                    <a:pt x="0" y="1300"/>
                  </a:lnTo>
                  <a:cubicBezTo>
                    <a:pt x="0" y="1447"/>
                    <a:pt x="119" y="1566"/>
                    <a:pt x="266" y="1566"/>
                  </a:cubicBezTo>
                  <a:cubicBezTo>
                    <a:pt x="413" y="1566"/>
                    <a:pt x="532" y="1447"/>
                    <a:pt x="532" y="1300"/>
                  </a:cubicBezTo>
                  <a:lnTo>
                    <a:pt x="532" y="266"/>
                  </a:lnTo>
                  <a:cubicBezTo>
                    <a:pt x="532" y="119"/>
                    <a:pt x="413" y="0"/>
                    <a:pt x="2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0" name="Google Shape;2341;p64">
              <a:extLst>
                <a:ext uri="{FF2B5EF4-FFF2-40B4-BE49-F238E27FC236}">
                  <a16:creationId xmlns:a16="http://schemas.microsoft.com/office/drawing/2014/main" id="{BB0872DE-9ACC-43DB-9E72-3096D1590CDF}"/>
                </a:ext>
              </a:extLst>
            </p:cNvPr>
            <p:cNvSpPr/>
            <p:nvPr/>
          </p:nvSpPr>
          <p:spPr>
            <a:xfrm>
              <a:off x="1943285" y="1875093"/>
              <a:ext cx="92769" cy="93466"/>
            </a:xfrm>
            <a:custGeom>
              <a:avLst/>
              <a:gdLst/>
              <a:ahLst/>
              <a:cxnLst/>
              <a:rect l="l" t="t" r="r" b="b"/>
              <a:pathLst>
                <a:path w="2797" h="2818" extrusionOk="0">
                  <a:moveTo>
                    <a:pt x="1398" y="532"/>
                  </a:moveTo>
                  <a:cubicBezTo>
                    <a:pt x="1875" y="532"/>
                    <a:pt x="2265" y="926"/>
                    <a:pt x="2265" y="1409"/>
                  </a:cubicBezTo>
                  <a:cubicBezTo>
                    <a:pt x="2265" y="1893"/>
                    <a:pt x="1876" y="2286"/>
                    <a:pt x="1398" y="2286"/>
                  </a:cubicBezTo>
                  <a:cubicBezTo>
                    <a:pt x="921" y="2286"/>
                    <a:pt x="532" y="1893"/>
                    <a:pt x="532" y="1409"/>
                  </a:cubicBezTo>
                  <a:cubicBezTo>
                    <a:pt x="532" y="926"/>
                    <a:pt x="921" y="532"/>
                    <a:pt x="1398" y="532"/>
                  </a:cubicBezTo>
                  <a:close/>
                  <a:moveTo>
                    <a:pt x="1398" y="1"/>
                  </a:moveTo>
                  <a:cubicBezTo>
                    <a:pt x="628" y="1"/>
                    <a:pt x="1" y="633"/>
                    <a:pt x="1" y="1409"/>
                  </a:cubicBezTo>
                  <a:cubicBezTo>
                    <a:pt x="1" y="2186"/>
                    <a:pt x="628" y="2818"/>
                    <a:pt x="1398" y="2818"/>
                  </a:cubicBezTo>
                  <a:cubicBezTo>
                    <a:pt x="2169" y="2818"/>
                    <a:pt x="2796" y="2186"/>
                    <a:pt x="2796" y="1409"/>
                  </a:cubicBezTo>
                  <a:cubicBezTo>
                    <a:pt x="2796" y="633"/>
                    <a:pt x="2169" y="1"/>
                    <a:pt x="13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1" name="Google Shape;2342;p64">
              <a:extLst>
                <a:ext uri="{FF2B5EF4-FFF2-40B4-BE49-F238E27FC236}">
                  <a16:creationId xmlns:a16="http://schemas.microsoft.com/office/drawing/2014/main" id="{2957C8A5-4CB3-4BE2-943C-11FDE53923E7}"/>
                </a:ext>
              </a:extLst>
            </p:cNvPr>
            <p:cNvSpPr/>
            <p:nvPr/>
          </p:nvSpPr>
          <p:spPr>
            <a:xfrm>
              <a:off x="1964944" y="1896984"/>
              <a:ext cx="49420" cy="49718"/>
            </a:xfrm>
            <a:custGeom>
              <a:avLst/>
              <a:gdLst/>
              <a:ahLst/>
              <a:cxnLst/>
              <a:rect l="l" t="t" r="r" b="b"/>
              <a:pathLst>
                <a:path w="1490" h="1499" extrusionOk="0">
                  <a:moveTo>
                    <a:pt x="745" y="533"/>
                  </a:moveTo>
                  <a:cubicBezTo>
                    <a:pt x="863" y="533"/>
                    <a:pt x="959" y="630"/>
                    <a:pt x="959" y="749"/>
                  </a:cubicBezTo>
                  <a:cubicBezTo>
                    <a:pt x="959" y="869"/>
                    <a:pt x="863" y="967"/>
                    <a:pt x="745" y="967"/>
                  </a:cubicBezTo>
                  <a:cubicBezTo>
                    <a:pt x="628" y="967"/>
                    <a:pt x="532" y="869"/>
                    <a:pt x="532" y="749"/>
                  </a:cubicBezTo>
                  <a:cubicBezTo>
                    <a:pt x="532" y="630"/>
                    <a:pt x="628" y="533"/>
                    <a:pt x="745" y="533"/>
                  </a:cubicBezTo>
                  <a:close/>
                  <a:moveTo>
                    <a:pt x="745" y="1"/>
                  </a:moveTo>
                  <a:cubicBezTo>
                    <a:pt x="335" y="1"/>
                    <a:pt x="1" y="336"/>
                    <a:pt x="1" y="749"/>
                  </a:cubicBezTo>
                  <a:cubicBezTo>
                    <a:pt x="1" y="1162"/>
                    <a:pt x="335" y="1499"/>
                    <a:pt x="745" y="1499"/>
                  </a:cubicBezTo>
                  <a:cubicBezTo>
                    <a:pt x="1156" y="1499"/>
                    <a:pt x="1489" y="1162"/>
                    <a:pt x="1489" y="749"/>
                  </a:cubicBezTo>
                  <a:cubicBezTo>
                    <a:pt x="1489" y="336"/>
                    <a:pt x="1156" y="1"/>
                    <a:pt x="7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2" name="Google Shape;2343;p64">
              <a:extLst>
                <a:ext uri="{FF2B5EF4-FFF2-40B4-BE49-F238E27FC236}">
                  <a16:creationId xmlns:a16="http://schemas.microsoft.com/office/drawing/2014/main" id="{A3D01CEC-F48A-4AE1-901A-6A31476A6A6B}"/>
                </a:ext>
              </a:extLst>
            </p:cNvPr>
            <p:cNvSpPr/>
            <p:nvPr/>
          </p:nvSpPr>
          <p:spPr>
            <a:xfrm>
              <a:off x="2058675" y="1563053"/>
              <a:ext cx="50647" cy="78441"/>
            </a:xfrm>
            <a:custGeom>
              <a:avLst/>
              <a:gdLst/>
              <a:ahLst/>
              <a:cxnLst/>
              <a:rect l="l" t="t" r="r" b="b"/>
              <a:pathLst>
                <a:path w="1527" h="2365" extrusionOk="0">
                  <a:moveTo>
                    <a:pt x="763" y="532"/>
                  </a:moveTo>
                  <a:cubicBezTo>
                    <a:pt x="891" y="532"/>
                    <a:pt x="995" y="636"/>
                    <a:pt x="995" y="764"/>
                  </a:cubicBezTo>
                  <a:cubicBezTo>
                    <a:pt x="995" y="893"/>
                    <a:pt x="890" y="997"/>
                    <a:pt x="763" y="997"/>
                  </a:cubicBezTo>
                  <a:cubicBezTo>
                    <a:pt x="636" y="997"/>
                    <a:pt x="532" y="893"/>
                    <a:pt x="532" y="764"/>
                  </a:cubicBezTo>
                  <a:cubicBezTo>
                    <a:pt x="532" y="637"/>
                    <a:pt x="636" y="532"/>
                    <a:pt x="763" y="532"/>
                  </a:cubicBezTo>
                  <a:close/>
                  <a:moveTo>
                    <a:pt x="763" y="1"/>
                  </a:moveTo>
                  <a:cubicBezTo>
                    <a:pt x="342" y="1"/>
                    <a:pt x="0" y="343"/>
                    <a:pt x="0" y="765"/>
                  </a:cubicBezTo>
                  <a:cubicBezTo>
                    <a:pt x="0" y="1093"/>
                    <a:pt x="208" y="1372"/>
                    <a:pt x="497" y="1480"/>
                  </a:cubicBezTo>
                  <a:lnTo>
                    <a:pt x="497" y="2098"/>
                  </a:lnTo>
                  <a:cubicBezTo>
                    <a:pt x="497" y="2245"/>
                    <a:pt x="616" y="2364"/>
                    <a:pt x="763" y="2364"/>
                  </a:cubicBezTo>
                  <a:cubicBezTo>
                    <a:pt x="910" y="2364"/>
                    <a:pt x="1029" y="2245"/>
                    <a:pt x="1029" y="2098"/>
                  </a:cubicBezTo>
                  <a:lnTo>
                    <a:pt x="1029" y="1480"/>
                  </a:lnTo>
                  <a:cubicBezTo>
                    <a:pt x="1320" y="1372"/>
                    <a:pt x="1527" y="1093"/>
                    <a:pt x="1527" y="765"/>
                  </a:cubicBezTo>
                  <a:cubicBezTo>
                    <a:pt x="1527" y="343"/>
                    <a:pt x="1184" y="1"/>
                    <a:pt x="7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63" name="Google Shape;13244;p81">
            <a:extLst>
              <a:ext uri="{FF2B5EF4-FFF2-40B4-BE49-F238E27FC236}">
                <a16:creationId xmlns:a16="http://schemas.microsoft.com/office/drawing/2014/main" id="{86CC1A81-F4D0-46F1-9189-23AFAE9A2E40}"/>
              </a:ext>
            </a:extLst>
          </p:cNvPr>
          <p:cNvGrpSpPr/>
          <p:nvPr/>
        </p:nvGrpSpPr>
        <p:grpSpPr>
          <a:xfrm>
            <a:off x="4404608" y="1903982"/>
            <a:ext cx="365760" cy="365760"/>
            <a:chOff x="5343544" y="1509358"/>
            <a:chExt cx="244676" cy="351095"/>
          </a:xfrm>
        </p:grpSpPr>
        <p:sp>
          <p:nvSpPr>
            <p:cNvPr id="164" name="Google Shape;13245;p81">
              <a:extLst>
                <a:ext uri="{FF2B5EF4-FFF2-40B4-BE49-F238E27FC236}">
                  <a16:creationId xmlns:a16="http://schemas.microsoft.com/office/drawing/2014/main" id="{C87F9EBC-B0C0-4403-8A9F-CD1FB186348F}"/>
                </a:ext>
              </a:extLst>
            </p:cNvPr>
            <p:cNvSpPr/>
            <p:nvPr/>
          </p:nvSpPr>
          <p:spPr>
            <a:xfrm>
              <a:off x="5430658" y="1574494"/>
              <a:ext cx="25031" cy="10655"/>
            </a:xfrm>
            <a:custGeom>
              <a:avLst/>
              <a:gdLst/>
              <a:ahLst/>
              <a:cxnLst/>
              <a:rect l="l" t="t" r="r" b="b"/>
              <a:pathLst>
                <a:path w="787" h="335" extrusionOk="0">
                  <a:moveTo>
                    <a:pt x="167" y="1"/>
                  </a:moveTo>
                  <a:cubicBezTo>
                    <a:pt x="72" y="1"/>
                    <a:pt x="0" y="72"/>
                    <a:pt x="0" y="168"/>
                  </a:cubicBezTo>
                  <a:cubicBezTo>
                    <a:pt x="0" y="263"/>
                    <a:pt x="72" y="334"/>
                    <a:pt x="167" y="334"/>
                  </a:cubicBezTo>
                  <a:lnTo>
                    <a:pt x="619" y="334"/>
                  </a:lnTo>
                  <a:cubicBezTo>
                    <a:pt x="715" y="334"/>
                    <a:pt x="786" y="263"/>
                    <a:pt x="786" y="168"/>
                  </a:cubicBezTo>
                  <a:cubicBezTo>
                    <a:pt x="786" y="72"/>
                    <a:pt x="715" y="1"/>
                    <a:pt x="619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5" name="Google Shape;13246;p81">
              <a:extLst>
                <a:ext uri="{FF2B5EF4-FFF2-40B4-BE49-F238E27FC236}">
                  <a16:creationId xmlns:a16="http://schemas.microsoft.com/office/drawing/2014/main" id="{F7882214-97A2-44D7-BD51-826ECD412E5B}"/>
                </a:ext>
              </a:extLst>
            </p:cNvPr>
            <p:cNvSpPr/>
            <p:nvPr/>
          </p:nvSpPr>
          <p:spPr>
            <a:xfrm>
              <a:off x="5447706" y="1613137"/>
              <a:ext cx="39025" cy="38643"/>
            </a:xfrm>
            <a:custGeom>
              <a:avLst/>
              <a:gdLst/>
              <a:ahLst/>
              <a:cxnLst/>
              <a:rect l="l" t="t" r="r" b="b"/>
              <a:pathLst>
                <a:path w="1227" h="1215" extrusionOk="0">
                  <a:moveTo>
                    <a:pt x="607" y="322"/>
                  </a:moveTo>
                  <a:cubicBezTo>
                    <a:pt x="774" y="322"/>
                    <a:pt x="893" y="453"/>
                    <a:pt x="893" y="608"/>
                  </a:cubicBezTo>
                  <a:cubicBezTo>
                    <a:pt x="893" y="750"/>
                    <a:pt x="774" y="893"/>
                    <a:pt x="607" y="893"/>
                  </a:cubicBezTo>
                  <a:cubicBezTo>
                    <a:pt x="453" y="893"/>
                    <a:pt x="322" y="750"/>
                    <a:pt x="322" y="608"/>
                  </a:cubicBezTo>
                  <a:cubicBezTo>
                    <a:pt x="322" y="453"/>
                    <a:pt x="464" y="322"/>
                    <a:pt x="607" y="322"/>
                  </a:cubicBezTo>
                  <a:close/>
                  <a:moveTo>
                    <a:pt x="607" y="0"/>
                  </a:moveTo>
                  <a:cubicBezTo>
                    <a:pt x="274" y="0"/>
                    <a:pt x="0" y="262"/>
                    <a:pt x="0" y="608"/>
                  </a:cubicBezTo>
                  <a:cubicBezTo>
                    <a:pt x="0" y="953"/>
                    <a:pt x="274" y="1215"/>
                    <a:pt x="607" y="1215"/>
                  </a:cubicBezTo>
                  <a:cubicBezTo>
                    <a:pt x="953" y="1215"/>
                    <a:pt x="1215" y="953"/>
                    <a:pt x="1215" y="608"/>
                  </a:cubicBezTo>
                  <a:cubicBezTo>
                    <a:pt x="1226" y="262"/>
                    <a:pt x="953" y="0"/>
                    <a:pt x="607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6" name="Google Shape;13247;p81">
              <a:extLst>
                <a:ext uri="{FF2B5EF4-FFF2-40B4-BE49-F238E27FC236}">
                  <a16:creationId xmlns:a16="http://schemas.microsoft.com/office/drawing/2014/main" id="{2C74AB08-40A1-4920-957E-50022FFFFD26}"/>
                </a:ext>
              </a:extLst>
            </p:cNvPr>
            <p:cNvSpPr/>
            <p:nvPr/>
          </p:nvSpPr>
          <p:spPr>
            <a:xfrm>
              <a:off x="5343544" y="1509358"/>
              <a:ext cx="244676" cy="351095"/>
            </a:xfrm>
            <a:custGeom>
              <a:avLst/>
              <a:gdLst/>
              <a:ahLst/>
              <a:cxnLst/>
              <a:rect l="l" t="t" r="r" b="b"/>
              <a:pathLst>
                <a:path w="7693" h="11039" extrusionOk="0">
                  <a:moveTo>
                    <a:pt x="4728" y="311"/>
                  </a:moveTo>
                  <a:lnTo>
                    <a:pt x="4728" y="1192"/>
                  </a:lnTo>
                  <a:cubicBezTo>
                    <a:pt x="4728" y="1275"/>
                    <a:pt x="4811" y="1346"/>
                    <a:pt x="4894" y="1346"/>
                  </a:cubicBezTo>
                  <a:cubicBezTo>
                    <a:pt x="4990" y="1346"/>
                    <a:pt x="5061" y="1275"/>
                    <a:pt x="5061" y="1192"/>
                  </a:cubicBezTo>
                  <a:lnTo>
                    <a:pt x="5061" y="322"/>
                  </a:lnTo>
                  <a:cubicBezTo>
                    <a:pt x="5716" y="418"/>
                    <a:pt x="6216" y="965"/>
                    <a:pt x="6216" y="1644"/>
                  </a:cubicBezTo>
                  <a:lnTo>
                    <a:pt x="6216" y="2037"/>
                  </a:lnTo>
                  <a:lnTo>
                    <a:pt x="4418" y="2037"/>
                  </a:lnTo>
                  <a:cubicBezTo>
                    <a:pt x="4335" y="2037"/>
                    <a:pt x="4251" y="2108"/>
                    <a:pt x="4251" y="2204"/>
                  </a:cubicBezTo>
                  <a:cubicBezTo>
                    <a:pt x="4251" y="2287"/>
                    <a:pt x="4335" y="2358"/>
                    <a:pt x="4418" y="2358"/>
                  </a:cubicBezTo>
                  <a:lnTo>
                    <a:pt x="6216" y="2358"/>
                  </a:lnTo>
                  <a:lnTo>
                    <a:pt x="6216" y="2704"/>
                  </a:lnTo>
                  <a:lnTo>
                    <a:pt x="4418" y="2704"/>
                  </a:lnTo>
                  <a:cubicBezTo>
                    <a:pt x="4335" y="2704"/>
                    <a:pt x="4251" y="2775"/>
                    <a:pt x="4251" y="2870"/>
                  </a:cubicBezTo>
                  <a:cubicBezTo>
                    <a:pt x="4251" y="2966"/>
                    <a:pt x="4335" y="3037"/>
                    <a:pt x="4418" y="3037"/>
                  </a:cubicBezTo>
                  <a:lnTo>
                    <a:pt x="6216" y="3037"/>
                  </a:lnTo>
                  <a:lnTo>
                    <a:pt x="6216" y="3382"/>
                  </a:lnTo>
                  <a:lnTo>
                    <a:pt x="4894" y="3382"/>
                  </a:lnTo>
                  <a:cubicBezTo>
                    <a:pt x="4811" y="3382"/>
                    <a:pt x="4728" y="3454"/>
                    <a:pt x="4728" y="3537"/>
                  </a:cubicBezTo>
                  <a:cubicBezTo>
                    <a:pt x="4728" y="3632"/>
                    <a:pt x="4811" y="3704"/>
                    <a:pt x="4894" y="3704"/>
                  </a:cubicBezTo>
                  <a:lnTo>
                    <a:pt x="6216" y="3704"/>
                  </a:lnTo>
                  <a:lnTo>
                    <a:pt x="6216" y="4049"/>
                  </a:lnTo>
                  <a:lnTo>
                    <a:pt x="4894" y="4049"/>
                  </a:lnTo>
                  <a:cubicBezTo>
                    <a:pt x="4811" y="4049"/>
                    <a:pt x="4728" y="4121"/>
                    <a:pt x="4728" y="4216"/>
                  </a:cubicBezTo>
                  <a:cubicBezTo>
                    <a:pt x="4728" y="4299"/>
                    <a:pt x="4811" y="4371"/>
                    <a:pt x="4894" y="4371"/>
                  </a:cubicBezTo>
                  <a:lnTo>
                    <a:pt x="6216" y="4371"/>
                  </a:lnTo>
                  <a:lnTo>
                    <a:pt x="6216" y="4716"/>
                  </a:lnTo>
                  <a:lnTo>
                    <a:pt x="4418" y="4716"/>
                  </a:lnTo>
                  <a:cubicBezTo>
                    <a:pt x="4335" y="4716"/>
                    <a:pt x="4251" y="4787"/>
                    <a:pt x="4251" y="4883"/>
                  </a:cubicBezTo>
                  <a:cubicBezTo>
                    <a:pt x="4251" y="4966"/>
                    <a:pt x="4335" y="5049"/>
                    <a:pt x="4418" y="5049"/>
                  </a:cubicBezTo>
                  <a:lnTo>
                    <a:pt x="6216" y="5049"/>
                  </a:lnTo>
                  <a:lnTo>
                    <a:pt x="6216" y="5383"/>
                  </a:lnTo>
                  <a:lnTo>
                    <a:pt x="4418" y="5383"/>
                  </a:lnTo>
                  <a:cubicBezTo>
                    <a:pt x="4335" y="5383"/>
                    <a:pt x="4251" y="5466"/>
                    <a:pt x="4251" y="5549"/>
                  </a:cubicBezTo>
                  <a:cubicBezTo>
                    <a:pt x="4251" y="5645"/>
                    <a:pt x="4335" y="5716"/>
                    <a:pt x="4418" y="5716"/>
                  </a:cubicBezTo>
                  <a:lnTo>
                    <a:pt x="6216" y="5716"/>
                  </a:lnTo>
                  <a:lnTo>
                    <a:pt x="6216" y="6097"/>
                  </a:lnTo>
                  <a:cubicBezTo>
                    <a:pt x="6216" y="6788"/>
                    <a:pt x="5716" y="7335"/>
                    <a:pt x="5061" y="7430"/>
                  </a:cubicBezTo>
                  <a:lnTo>
                    <a:pt x="5061" y="6538"/>
                  </a:lnTo>
                  <a:cubicBezTo>
                    <a:pt x="5061" y="6442"/>
                    <a:pt x="4990" y="6371"/>
                    <a:pt x="4894" y="6371"/>
                  </a:cubicBezTo>
                  <a:cubicBezTo>
                    <a:pt x="4811" y="6371"/>
                    <a:pt x="4728" y="6442"/>
                    <a:pt x="4728" y="6538"/>
                  </a:cubicBezTo>
                  <a:lnTo>
                    <a:pt x="4728" y="7407"/>
                  </a:lnTo>
                  <a:lnTo>
                    <a:pt x="4394" y="7407"/>
                  </a:lnTo>
                  <a:lnTo>
                    <a:pt x="4394" y="6538"/>
                  </a:lnTo>
                  <a:cubicBezTo>
                    <a:pt x="4394" y="6442"/>
                    <a:pt x="4311" y="6371"/>
                    <a:pt x="4228" y="6371"/>
                  </a:cubicBezTo>
                  <a:cubicBezTo>
                    <a:pt x="4132" y="6371"/>
                    <a:pt x="4061" y="6442"/>
                    <a:pt x="4061" y="6538"/>
                  </a:cubicBezTo>
                  <a:lnTo>
                    <a:pt x="4061" y="7407"/>
                  </a:lnTo>
                  <a:lnTo>
                    <a:pt x="3716" y="7407"/>
                  </a:lnTo>
                  <a:lnTo>
                    <a:pt x="3716" y="6538"/>
                  </a:lnTo>
                  <a:cubicBezTo>
                    <a:pt x="3716" y="6442"/>
                    <a:pt x="3644" y="6371"/>
                    <a:pt x="3561" y="6371"/>
                  </a:cubicBezTo>
                  <a:cubicBezTo>
                    <a:pt x="3466" y="6371"/>
                    <a:pt x="3394" y="6442"/>
                    <a:pt x="3394" y="6538"/>
                  </a:cubicBezTo>
                  <a:lnTo>
                    <a:pt x="3394" y="7407"/>
                  </a:lnTo>
                  <a:lnTo>
                    <a:pt x="3049" y="7407"/>
                  </a:lnTo>
                  <a:lnTo>
                    <a:pt x="3049" y="6538"/>
                  </a:lnTo>
                  <a:cubicBezTo>
                    <a:pt x="3049" y="6442"/>
                    <a:pt x="2977" y="6371"/>
                    <a:pt x="2882" y="6371"/>
                  </a:cubicBezTo>
                  <a:cubicBezTo>
                    <a:pt x="2799" y="6371"/>
                    <a:pt x="2727" y="6442"/>
                    <a:pt x="2727" y="6538"/>
                  </a:cubicBezTo>
                  <a:lnTo>
                    <a:pt x="2727" y="7395"/>
                  </a:lnTo>
                  <a:cubicBezTo>
                    <a:pt x="2073" y="7311"/>
                    <a:pt x="1561" y="6752"/>
                    <a:pt x="1561" y="6073"/>
                  </a:cubicBezTo>
                  <a:lnTo>
                    <a:pt x="1561" y="5680"/>
                  </a:lnTo>
                  <a:lnTo>
                    <a:pt x="3358" y="5680"/>
                  </a:lnTo>
                  <a:cubicBezTo>
                    <a:pt x="3454" y="5680"/>
                    <a:pt x="3525" y="5609"/>
                    <a:pt x="3525" y="5525"/>
                  </a:cubicBezTo>
                  <a:cubicBezTo>
                    <a:pt x="3525" y="5430"/>
                    <a:pt x="3454" y="5359"/>
                    <a:pt x="3358" y="5359"/>
                  </a:cubicBezTo>
                  <a:lnTo>
                    <a:pt x="1561" y="5359"/>
                  </a:lnTo>
                  <a:lnTo>
                    <a:pt x="1561" y="5014"/>
                  </a:lnTo>
                  <a:lnTo>
                    <a:pt x="3358" y="5014"/>
                  </a:lnTo>
                  <a:cubicBezTo>
                    <a:pt x="3454" y="5014"/>
                    <a:pt x="3525" y="4942"/>
                    <a:pt x="3525" y="4847"/>
                  </a:cubicBezTo>
                  <a:cubicBezTo>
                    <a:pt x="3525" y="4763"/>
                    <a:pt x="3454" y="4680"/>
                    <a:pt x="3358" y="4680"/>
                  </a:cubicBezTo>
                  <a:lnTo>
                    <a:pt x="1561" y="4680"/>
                  </a:lnTo>
                  <a:lnTo>
                    <a:pt x="1561" y="4347"/>
                  </a:lnTo>
                  <a:lnTo>
                    <a:pt x="2894" y="4347"/>
                  </a:lnTo>
                  <a:cubicBezTo>
                    <a:pt x="2977" y="4347"/>
                    <a:pt x="3049" y="4263"/>
                    <a:pt x="3049" y="4180"/>
                  </a:cubicBezTo>
                  <a:cubicBezTo>
                    <a:pt x="3049" y="4085"/>
                    <a:pt x="2977" y="4013"/>
                    <a:pt x="2894" y="4013"/>
                  </a:cubicBezTo>
                  <a:lnTo>
                    <a:pt x="1561" y="4013"/>
                  </a:lnTo>
                  <a:lnTo>
                    <a:pt x="1561" y="3668"/>
                  </a:lnTo>
                  <a:lnTo>
                    <a:pt x="2894" y="3668"/>
                  </a:lnTo>
                  <a:cubicBezTo>
                    <a:pt x="2977" y="3668"/>
                    <a:pt x="3049" y="3597"/>
                    <a:pt x="3049" y="3513"/>
                  </a:cubicBezTo>
                  <a:cubicBezTo>
                    <a:pt x="3049" y="3418"/>
                    <a:pt x="2977" y="3347"/>
                    <a:pt x="2894" y="3347"/>
                  </a:cubicBezTo>
                  <a:lnTo>
                    <a:pt x="1561" y="3347"/>
                  </a:lnTo>
                  <a:lnTo>
                    <a:pt x="1561" y="3001"/>
                  </a:lnTo>
                  <a:lnTo>
                    <a:pt x="3358" y="3001"/>
                  </a:lnTo>
                  <a:cubicBezTo>
                    <a:pt x="3454" y="3001"/>
                    <a:pt x="3525" y="2930"/>
                    <a:pt x="3525" y="2835"/>
                  </a:cubicBezTo>
                  <a:cubicBezTo>
                    <a:pt x="3525" y="2751"/>
                    <a:pt x="3454" y="2680"/>
                    <a:pt x="3358" y="2680"/>
                  </a:cubicBezTo>
                  <a:lnTo>
                    <a:pt x="1561" y="2680"/>
                  </a:lnTo>
                  <a:lnTo>
                    <a:pt x="1561" y="2370"/>
                  </a:lnTo>
                  <a:lnTo>
                    <a:pt x="2156" y="2370"/>
                  </a:lnTo>
                  <a:cubicBezTo>
                    <a:pt x="2251" y="2370"/>
                    <a:pt x="2323" y="2287"/>
                    <a:pt x="2323" y="2204"/>
                  </a:cubicBezTo>
                  <a:cubicBezTo>
                    <a:pt x="2323" y="2108"/>
                    <a:pt x="2251" y="2037"/>
                    <a:pt x="2156" y="2037"/>
                  </a:cubicBezTo>
                  <a:lnTo>
                    <a:pt x="1561" y="2037"/>
                  </a:lnTo>
                  <a:lnTo>
                    <a:pt x="1561" y="1644"/>
                  </a:lnTo>
                  <a:cubicBezTo>
                    <a:pt x="1561" y="965"/>
                    <a:pt x="2073" y="418"/>
                    <a:pt x="2727" y="322"/>
                  </a:cubicBezTo>
                  <a:lnTo>
                    <a:pt x="2727" y="1192"/>
                  </a:lnTo>
                  <a:cubicBezTo>
                    <a:pt x="2727" y="1275"/>
                    <a:pt x="2799" y="1346"/>
                    <a:pt x="2882" y="1346"/>
                  </a:cubicBezTo>
                  <a:cubicBezTo>
                    <a:pt x="2977" y="1346"/>
                    <a:pt x="3049" y="1275"/>
                    <a:pt x="3049" y="1192"/>
                  </a:cubicBezTo>
                  <a:lnTo>
                    <a:pt x="3049" y="311"/>
                  </a:lnTo>
                  <a:lnTo>
                    <a:pt x="3394" y="311"/>
                  </a:lnTo>
                  <a:lnTo>
                    <a:pt x="3394" y="1192"/>
                  </a:lnTo>
                  <a:cubicBezTo>
                    <a:pt x="3394" y="1275"/>
                    <a:pt x="3466" y="1346"/>
                    <a:pt x="3561" y="1346"/>
                  </a:cubicBezTo>
                  <a:cubicBezTo>
                    <a:pt x="3644" y="1346"/>
                    <a:pt x="3716" y="1275"/>
                    <a:pt x="3716" y="1192"/>
                  </a:cubicBezTo>
                  <a:lnTo>
                    <a:pt x="3716" y="311"/>
                  </a:lnTo>
                  <a:lnTo>
                    <a:pt x="4061" y="311"/>
                  </a:lnTo>
                  <a:lnTo>
                    <a:pt x="4061" y="1192"/>
                  </a:lnTo>
                  <a:cubicBezTo>
                    <a:pt x="4061" y="1275"/>
                    <a:pt x="4132" y="1346"/>
                    <a:pt x="4228" y="1346"/>
                  </a:cubicBezTo>
                  <a:cubicBezTo>
                    <a:pt x="4311" y="1346"/>
                    <a:pt x="4394" y="1275"/>
                    <a:pt x="4394" y="1192"/>
                  </a:cubicBezTo>
                  <a:lnTo>
                    <a:pt x="4394" y="311"/>
                  </a:lnTo>
                  <a:close/>
                  <a:moveTo>
                    <a:pt x="6776" y="5025"/>
                  </a:moveTo>
                  <a:lnTo>
                    <a:pt x="6776" y="6192"/>
                  </a:lnTo>
                  <a:cubicBezTo>
                    <a:pt x="6776" y="7216"/>
                    <a:pt x="5942" y="8050"/>
                    <a:pt x="4906" y="8050"/>
                  </a:cubicBezTo>
                  <a:lnTo>
                    <a:pt x="2882" y="8050"/>
                  </a:lnTo>
                  <a:cubicBezTo>
                    <a:pt x="1858" y="8050"/>
                    <a:pt x="1025" y="7216"/>
                    <a:pt x="1025" y="6192"/>
                  </a:cubicBezTo>
                  <a:lnTo>
                    <a:pt x="1013" y="5025"/>
                  </a:lnTo>
                  <a:lnTo>
                    <a:pt x="1251" y="5025"/>
                  </a:lnTo>
                  <a:lnTo>
                    <a:pt x="1251" y="6085"/>
                  </a:lnTo>
                  <a:cubicBezTo>
                    <a:pt x="1251" y="6990"/>
                    <a:pt x="1977" y="7728"/>
                    <a:pt x="2882" y="7740"/>
                  </a:cubicBezTo>
                  <a:lnTo>
                    <a:pt x="4894" y="7740"/>
                  </a:lnTo>
                  <a:cubicBezTo>
                    <a:pt x="5799" y="7728"/>
                    <a:pt x="6537" y="6978"/>
                    <a:pt x="6537" y="6085"/>
                  </a:cubicBezTo>
                  <a:lnTo>
                    <a:pt x="6537" y="5025"/>
                  </a:lnTo>
                  <a:close/>
                  <a:moveTo>
                    <a:pt x="4144" y="8966"/>
                  </a:moveTo>
                  <a:lnTo>
                    <a:pt x="4144" y="9966"/>
                  </a:lnTo>
                  <a:lnTo>
                    <a:pt x="3620" y="9966"/>
                  </a:lnTo>
                  <a:lnTo>
                    <a:pt x="3620" y="8966"/>
                  </a:lnTo>
                  <a:close/>
                  <a:moveTo>
                    <a:pt x="6299" y="10300"/>
                  </a:moveTo>
                  <a:cubicBezTo>
                    <a:pt x="6561" y="10300"/>
                    <a:pt x="6787" y="10478"/>
                    <a:pt x="6859" y="10717"/>
                  </a:cubicBezTo>
                  <a:lnTo>
                    <a:pt x="918" y="10717"/>
                  </a:lnTo>
                  <a:cubicBezTo>
                    <a:pt x="1001" y="10478"/>
                    <a:pt x="1215" y="10300"/>
                    <a:pt x="1489" y="10300"/>
                  </a:cubicBezTo>
                  <a:close/>
                  <a:moveTo>
                    <a:pt x="2835" y="1"/>
                  </a:moveTo>
                  <a:cubicBezTo>
                    <a:pt x="1918" y="13"/>
                    <a:pt x="1191" y="763"/>
                    <a:pt x="1191" y="1656"/>
                  </a:cubicBezTo>
                  <a:lnTo>
                    <a:pt x="1191" y="4704"/>
                  </a:lnTo>
                  <a:lnTo>
                    <a:pt x="953" y="4704"/>
                  </a:lnTo>
                  <a:lnTo>
                    <a:pt x="953" y="4502"/>
                  </a:lnTo>
                  <a:cubicBezTo>
                    <a:pt x="953" y="4252"/>
                    <a:pt x="751" y="4037"/>
                    <a:pt x="477" y="4037"/>
                  </a:cubicBezTo>
                  <a:cubicBezTo>
                    <a:pt x="227" y="4037"/>
                    <a:pt x="1" y="4240"/>
                    <a:pt x="1" y="4502"/>
                  </a:cubicBezTo>
                  <a:lnTo>
                    <a:pt x="1" y="6168"/>
                  </a:lnTo>
                  <a:cubicBezTo>
                    <a:pt x="1" y="7716"/>
                    <a:pt x="1251" y="8966"/>
                    <a:pt x="2799" y="8966"/>
                  </a:cubicBezTo>
                  <a:lnTo>
                    <a:pt x="3227" y="8966"/>
                  </a:lnTo>
                  <a:lnTo>
                    <a:pt x="3227" y="9966"/>
                  </a:lnTo>
                  <a:lnTo>
                    <a:pt x="1406" y="9966"/>
                  </a:lnTo>
                  <a:cubicBezTo>
                    <a:pt x="906" y="9966"/>
                    <a:pt x="489" y="10371"/>
                    <a:pt x="489" y="10883"/>
                  </a:cubicBezTo>
                  <a:cubicBezTo>
                    <a:pt x="489" y="10967"/>
                    <a:pt x="572" y="11038"/>
                    <a:pt x="656" y="11038"/>
                  </a:cubicBezTo>
                  <a:lnTo>
                    <a:pt x="6966" y="11038"/>
                  </a:lnTo>
                  <a:cubicBezTo>
                    <a:pt x="7061" y="11038"/>
                    <a:pt x="7133" y="10967"/>
                    <a:pt x="7133" y="10883"/>
                  </a:cubicBezTo>
                  <a:cubicBezTo>
                    <a:pt x="7133" y="10383"/>
                    <a:pt x="6728" y="9966"/>
                    <a:pt x="6228" y="9966"/>
                  </a:cubicBezTo>
                  <a:lnTo>
                    <a:pt x="4466" y="9966"/>
                  </a:lnTo>
                  <a:lnTo>
                    <a:pt x="4466" y="8966"/>
                  </a:lnTo>
                  <a:lnTo>
                    <a:pt x="4894" y="8966"/>
                  </a:lnTo>
                  <a:cubicBezTo>
                    <a:pt x="6442" y="8966"/>
                    <a:pt x="7692" y="7728"/>
                    <a:pt x="7692" y="6168"/>
                  </a:cubicBezTo>
                  <a:lnTo>
                    <a:pt x="7692" y="5978"/>
                  </a:lnTo>
                  <a:cubicBezTo>
                    <a:pt x="7692" y="5895"/>
                    <a:pt x="7621" y="5811"/>
                    <a:pt x="7538" y="5811"/>
                  </a:cubicBezTo>
                  <a:cubicBezTo>
                    <a:pt x="7442" y="5811"/>
                    <a:pt x="7371" y="5895"/>
                    <a:pt x="7371" y="5978"/>
                  </a:cubicBezTo>
                  <a:lnTo>
                    <a:pt x="7371" y="6168"/>
                  </a:lnTo>
                  <a:cubicBezTo>
                    <a:pt x="7371" y="7538"/>
                    <a:pt x="6252" y="8657"/>
                    <a:pt x="4882" y="8657"/>
                  </a:cubicBezTo>
                  <a:lnTo>
                    <a:pt x="2858" y="8657"/>
                  </a:lnTo>
                  <a:cubicBezTo>
                    <a:pt x="1489" y="8657"/>
                    <a:pt x="370" y="7538"/>
                    <a:pt x="370" y="6168"/>
                  </a:cubicBezTo>
                  <a:lnTo>
                    <a:pt x="370" y="4502"/>
                  </a:lnTo>
                  <a:cubicBezTo>
                    <a:pt x="370" y="4418"/>
                    <a:pt x="453" y="4359"/>
                    <a:pt x="525" y="4359"/>
                  </a:cubicBezTo>
                  <a:cubicBezTo>
                    <a:pt x="596" y="4359"/>
                    <a:pt x="668" y="4430"/>
                    <a:pt x="668" y="4502"/>
                  </a:cubicBezTo>
                  <a:lnTo>
                    <a:pt x="668" y="6168"/>
                  </a:lnTo>
                  <a:cubicBezTo>
                    <a:pt x="668" y="7383"/>
                    <a:pt x="1656" y="8347"/>
                    <a:pt x="2846" y="8347"/>
                  </a:cubicBezTo>
                  <a:lnTo>
                    <a:pt x="4871" y="8347"/>
                  </a:lnTo>
                  <a:cubicBezTo>
                    <a:pt x="6073" y="8347"/>
                    <a:pt x="7037" y="7359"/>
                    <a:pt x="7037" y="6168"/>
                  </a:cubicBezTo>
                  <a:lnTo>
                    <a:pt x="7037" y="4502"/>
                  </a:lnTo>
                  <a:cubicBezTo>
                    <a:pt x="7037" y="4418"/>
                    <a:pt x="7121" y="4359"/>
                    <a:pt x="7192" y="4359"/>
                  </a:cubicBezTo>
                  <a:cubicBezTo>
                    <a:pt x="7276" y="4359"/>
                    <a:pt x="7335" y="4430"/>
                    <a:pt x="7335" y="4502"/>
                  </a:cubicBezTo>
                  <a:lnTo>
                    <a:pt x="7335" y="5252"/>
                  </a:lnTo>
                  <a:cubicBezTo>
                    <a:pt x="7335" y="5347"/>
                    <a:pt x="7418" y="5418"/>
                    <a:pt x="7502" y="5418"/>
                  </a:cubicBezTo>
                  <a:cubicBezTo>
                    <a:pt x="7585" y="5418"/>
                    <a:pt x="7668" y="5347"/>
                    <a:pt x="7668" y="5252"/>
                  </a:cubicBezTo>
                  <a:lnTo>
                    <a:pt x="7668" y="4502"/>
                  </a:lnTo>
                  <a:cubicBezTo>
                    <a:pt x="7668" y="4252"/>
                    <a:pt x="7454" y="4037"/>
                    <a:pt x="7192" y="4037"/>
                  </a:cubicBezTo>
                  <a:cubicBezTo>
                    <a:pt x="6930" y="4037"/>
                    <a:pt x="6716" y="4240"/>
                    <a:pt x="6716" y="4502"/>
                  </a:cubicBezTo>
                  <a:lnTo>
                    <a:pt x="6716" y="4704"/>
                  </a:lnTo>
                  <a:lnTo>
                    <a:pt x="6478" y="4704"/>
                  </a:lnTo>
                  <a:lnTo>
                    <a:pt x="6478" y="1656"/>
                  </a:lnTo>
                  <a:cubicBezTo>
                    <a:pt x="6478" y="739"/>
                    <a:pt x="5740" y="13"/>
                    <a:pt x="4835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67" name="Google Shape;13344;p81">
            <a:extLst>
              <a:ext uri="{FF2B5EF4-FFF2-40B4-BE49-F238E27FC236}">
                <a16:creationId xmlns:a16="http://schemas.microsoft.com/office/drawing/2014/main" id="{4808DB63-FC64-449E-8E59-44B2EDF5B6A7}"/>
              </a:ext>
            </a:extLst>
          </p:cNvPr>
          <p:cNvGrpSpPr/>
          <p:nvPr/>
        </p:nvGrpSpPr>
        <p:grpSpPr>
          <a:xfrm>
            <a:off x="1728458" y="1843134"/>
            <a:ext cx="457200" cy="548640"/>
            <a:chOff x="1367060" y="2422129"/>
            <a:chExt cx="269261" cy="352050"/>
          </a:xfrm>
        </p:grpSpPr>
        <p:sp>
          <p:nvSpPr>
            <p:cNvPr id="168" name="Google Shape;13345;p81">
              <a:extLst>
                <a:ext uri="{FF2B5EF4-FFF2-40B4-BE49-F238E27FC236}">
                  <a16:creationId xmlns:a16="http://schemas.microsoft.com/office/drawing/2014/main" id="{E833C82F-BCED-4785-BA92-3C9721862BFC}"/>
                </a:ext>
              </a:extLst>
            </p:cNvPr>
            <p:cNvSpPr/>
            <p:nvPr/>
          </p:nvSpPr>
          <p:spPr>
            <a:xfrm>
              <a:off x="1392059" y="2651857"/>
              <a:ext cx="129160" cy="122322"/>
            </a:xfrm>
            <a:custGeom>
              <a:avLst/>
              <a:gdLst/>
              <a:ahLst/>
              <a:cxnLst/>
              <a:rect l="l" t="t" r="r" b="b"/>
              <a:pathLst>
                <a:path w="4061" h="3846" extrusionOk="0">
                  <a:moveTo>
                    <a:pt x="167" y="0"/>
                  </a:moveTo>
                  <a:cubicBezTo>
                    <a:pt x="72" y="0"/>
                    <a:pt x="0" y="83"/>
                    <a:pt x="0" y="167"/>
                  </a:cubicBezTo>
                  <a:cubicBezTo>
                    <a:pt x="0" y="262"/>
                    <a:pt x="72" y="333"/>
                    <a:pt x="167" y="333"/>
                  </a:cubicBezTo>
                  <a:lnTo>
                    <a:pt x="357" y="333"/>
                  </a:lnTo>
                  <a:lnTo>
                    <a:pt x="357" y="1691"/>
                  </a:lnTo>
                  <a:cubicBezTo>
                    <a:pt x="357" y="2179"/>
                    <a:pt x="762" y="2584"/>
                    <a:pt x="1250" y="2584"/>
                  </a:cubicBezTo>
                  <a:cubicBezTo>
                    <a:pt x="1286" y="2584"/>
                    <a:pt x="1226" y="2584"/>
                    <a:pt x="2310" y="2405"/>
                  </a:cubicBezTo>
                  <a:lnTo>
                    <a:pt x="2310" y="3453"/>
                  </a:lnTo>
                  <a:cubicBezTo>
                    <a:pt x="2310" y="3667"/>
                    <a:pt x="2489" y="3846"/>
                    <a:pt x="2691" y="3846"/>
                  </a:cubicBezTo>
                  <a:lnTo>
                    <a:pt x="3905" y="3846"/>
                  </a:lnTo>
                  <a:cubicBezTo>
                    <a:pt x="3989" y="3846"/>
                    <a:pt x="4060" y="3774"/>
                    <a:pt x="4060" y="3679"/>
                  </a:cubicBezTo>
                  <a:cubicBezTo>
                    <a:pt x="4060" y="3596"/>
                    <a:pt x="3989" y="3500"/>
                    <a:pt x="3893" y="3500"/>
                  </a:cubicBezTo>
                  <a:lnTo>
                    <a:pt x="2691" y="3500"/>
                  </a:lnTo>
                  <a:cubicBezTo>
                    <a:pt x="2667" y="3500"/>
                    <a:pt x="2631" y="3465"/>
                    <a:pt x="2631" y="3441"/>
                  </a:cubicBezTo>
                  <a:lnTo>
                    <a:pt x="2631" y="2191"/>
                  </a:lnTo>
                  <a:cubicBezTo>
                    <a:pt x="2631" y="2143"/>
                    <a:pt x="2620" y="2107"/>
                    <a:pt x="2572" y="2072"/>
                  </a:cubicBezTo>
                  <a:cubicBezTo>
                    <a:pt x="2555" y="2055"/>
                    <a:pt x="2520" y="2038"/>
                    <a:pt x="2485" y="2038"/>
                  </a:cubicBezTo>
                  <a:cubicBezTo>
                    <a:pt x="2470" y="2038"/>
                    <a:pt x="2455" y="2041"/>
                    <a:pt x="2441" y="2048"/>
                  </a:cubicBezTo>
                  <a:lnTo>
                    <a:pt x="1238" y="2250"/>
                  </a:lnTo>
                  <a:cubicBezTo>
                    <a:pt x="917" y="2250"/>
                    <a:pt x="691" y="2000"/>
                    <a:pt x="691" y="1691"/>
                  </a:cubicBezTo>
                  <a:lnTo>
                    <a:pt x="691" y="167"/>
                  </a:lnTo>
                  <a:cubicBezTo>
                    <a:pt x="691" y="83"/>
                    <a:pt x="607" y="0"/>
                    <a:pt x="524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9" name="Google Shape;13346;p81">
              <a:extLst>
                <a:ext uri="{FF2B5EF4-FFF2-40B4-BE49-F238E27FC236}">
                  <a16:creationId xmlns:a16="http://schemas.microsoft.com/office/drawing/2014/main" id="{F70156E1-3C4D-467B-BA5B-D925472B77BE}"/>
                </a:ext>
              </a:extLst>
            </p:cNvPr>
            <p:cNvSpPr/>
            <p:nvPr/>
          </p:nvSpPr>
          <p:spPr>
            <a:xfrm>
              <a:off x="1367060" y="2441912"/>
              <a:ext cx="82184" cy="212139"/>
            </a:xfrm>
            <a:custGeom>
              <a:avLst/>
              <a:gdLst/>
              <a:ahLst/>
              <a:cxnLst/>
              <a:rect l="l" t="t" r="r" b="b"/>
              <a:pathLst>
                <a:path w="2584" h="6670" extrusionOk="0">
                  <a:moveTo>
                    <a:pt x="2415" y="1"/>
                  </a:moveTo>
                  <a:cubicBezTo>
                    <a:pt x="2382" y="1"/>
                    <a:pt x="2350" y="10"/>
                    <a:pt x="2322" y="29"/>
                  </a:cubicBezTo>
                  <a:cubicBezTo>
                    <a:pt x="1274" y="731"/>
                    <a:pt x="655" y="1898"/>
                    <a:pt x="655" y="3148"/>
                  </a:cubicBezTo>
                  <a:cubicBezTo>
                    <a:pt x="655" y="3351"/>
                    <a:pt x="667" y="3541"/>
                    <a:pt x="703" y="3732"/>
                  </a:cubicBezTo>
                  <a:cubicBezTo>
                    <a:pt x="48" y="5708"/>
                    <a:pt x="0" y="5696"/>
                    <a:pt x="0" y="5970"/>
                  </a:cubicBezTo>
                  <a:cubicBezTo>
                    <a:pt x="0" y="6208"/>
                    <a:pt x="84" y="6446"/>
                    <a:pt x="262" y="6625"/>
                  </a:cubicBezTo>
                  <a:cubicBezTo>
                    <a:pt x="295" y="6651"/>
                    <a:pt x="342" y="6670"/>
                    <a:pt x="389" y="6670"/>
                  </a:cubicBezTo>
                  <a:cubicBezTo>
                    <a:pt x="429" y="6670"/>
                    <a:pt x="468" y="6657"/>
                    <a:pt x="500" y="6625"/>
                  </a:cubicBezTo>
                  <a:cubicBezTo>
                    <a:pt x="560" y="6565"/>
                    <a:pt x="584" y="6458"/>
                    <a:pt x="500" y="6375"/>
                  </a:cubicBezTo>
                  <a:cubicBezTo>
                    <a:pt x="358" y="6220"/>
                    <a:pt x="298" y="5982"/>
                    <a:pt x="369" y="5756"/>
                  </a:cubicBezTo>
                  <a:lnTo>
                    <a:pt x="1036" y="3791"/>
                  </a:lnTo>
                  <a:cubicBezTo>
                    <a:pt x="1060" y="3767"/>
                    <a:pt x="1060" y="3732"/>
                    <a:pt x="1036" y="3720"/>
                  </a:cubicBezTo>
                  <a:cubicBezTo>
                    <a:pt x="1012" y="3517"/>
                    <a:pt x="1000" y="3327"/>
                    <a:pt x="1000" y="3148"/>
                  </a:cubicBezTo>
                  <a:cubicBezTo>
                    <a:pt x="1000" y="2005"/>
                    <a:pt x="1560" y="934"/>
                    <a:pt x="2513" y="291"/>
                  </a:cubicBezTo>
                  <a:cubicBezTo>
                    <a:pt x="2572" y="255"/>
                    <a:pt x="2584" y="148"/>
                    <a:pt x="2548" y="76"/>
                  </a:cubicBezTo>
                  <a:cubicBezTo>
                    <a:pt x="2519" y="25"/>
                    <a:pt x="2467" y="1"/>
                    <a:pt x="2415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0" name="Google Shape;13347;p81">
              <a:extLst>
                <a:ext uri="{FF2B5EF4-FFF2-40B4-BE49-F238E27FC236}">
                  <a16:creationId xmlns:a16="http://schemas.microsoft.com/office/drawing/2014/main" id="{A02D8CB8-A44D-4D65-BB69-619F8F93DB88}"/>
                </a:ext>
              </a:extLst>
            </p:cNvPr>
            <p:cNvSpPr/>
            <p:nvPr/>
          </p:nvSpPr>
          <p:spPr>
            <a:xfrm>
              <a:off x="1456051" y="2422129"/>
              <a:ext cx="180271" cy="162937"/>
            </a:xfrm>
            <a:custGeom>
              <a:avLst/>
              <a:gdLst/>
              <a:ahLst/>
              <a:cxnLst/>
              <a:rect l="l" t="t" r="r" b="b"/>
              <a:pathLst>
                <a:path w="5668" h="5123" extrusionOk="0">
                  <a:moveTo>
                    <a:pt x="1621" y="1"/>
                  </a:moveTo>
                  <a:cubicBezTo>
                    <a:pt x="1104" y="1"/>
                    <a:pt x="591" y="107"/>
                    <a:pt x="119" y="317"/>
                  </a:cubicBezTo>
                  <a:cubicBezTo>
                    <a:pt x="24" y="353"/>
                    <a:pt x="0" y="448"/>
                    <a:pt x="24" y="544"/>
                  </a:cubicBezTo>
                  <a:cubicBezTo>
                    <a:pt x="51" y="616"/>
                    <a:pt x="113" y="648"/>
                    <a:pt x="184" y="648"/>
                  </a:cubicBezTo>
                  <a:cubicBezTo>
                    <a:pt x="205" y="648"/>
                    <a:pt x="228" y="645"/>
                    <a:pt x="250" y="639"/>
                  </a:cubicBezTo>
                  <a:cubicBezTo>
                    <a:pt x="965" y="317"/>
                    <a:pt x="1536" y="365"/>
                    <a:pt x="1643" y="353"/>
                  </a:cubicBezTo>
                  <a:cubicBezTo>
                    <a:pt x="3941" y="365"/>
                    <a:pt x="5644" y="2556"/>
                    <a:pt x="4894" y="4901"/>
                  </a:cubicBezTo>
                  <a:cubicBezTo>
                    <a:pt x="4870" y="4997"/>
                    <a:pt x="4906" y="5080"/>
                    <a:pt x="5001" y="5116"/>
                  </a:cubicBezTo>
                  <a:cubicBezTo>
                    <a:pt x="5018" y="5120"/>
                    <a:pt x="5035" y="5123"/>
                    <a:pt x="5052" y="5123"/>
                  </a:cubicBezTo>
                  <a:cubicBezTo>
                    <a:pt x="5119" y="5123"/>
                    <a:pt x="5184" y="5085"/>
                    <a:pt x="5203" y="5009"/>
                  </a:cubicBezTo>
                  <a:cubicBezTo>
                    <a:pt x="5668" y="3508"/>
                    <a:pt x="5239" y="2044"/>
                    <a:pt x="4263" y="1079"/>
                  </a:cubicBezTo>
                  <a:cubicBezTo>
                    <a:pt x="3524" y="356"/>
                    <a:pt x="2566" y="1"/>
                    <a:pt x="162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1" name="Google Shape;13348;p81">
              <a:extLst>
                <a:ext uri="{FF2B5EF4-FFF2-40B4-BE49-F238E27FC236}">
                  <a16:creationId xmlns:a16="http://schemas.microsoft.com/office/drawing/2014/main" id="{A68F7B4E-D47C-4D01-8BD2-49D8AEB609FA}"/>
                </a:ext>
              </a:extLst>
            </p:cNvPr>
            <p:cNvSpPr/>
            <p:nvPr/>
          </p:nvSpPr>
          <p:spPr>
            <a:xfrm>
              <a:off x="1532160" y="2593590"/>
              <a:ext cx="81834" cy="180207"/>
            </a:xfrm>
            <a:custGeom>
              <a:avLst/>
              <a:gdLst/>
              <a:ahLst/>
              <a:cxnLst/>
              <a:rect l="l" t="t" r="r" b="b"/>
              <a:pathLst>
                <a:path w="2573" h="5666" extrusionOk="0">
                  <a:moveTo>
                    <a:pt x="2399" y="1"/>
                  </a:moveTo>
                  <a:cubicBezTo>
                    <a:pt x="2340" y="1"/>
                    <a:pt x="2284" y="36"/>
                    <a:pt x="2251" y="94"/>
                  </a:cubicBezTo>
                  <a:cubicBezTo>
                    <a:pt x="2096" y="380"/>
                    <a:pt x="1715" y="856"/>
                    <a:pt x="1715" y="1737"/>
                  </a:cubicBezTo>
                  <a:lnTo>
                    <a:pt x="1715" y="5273"/>
                  </a:lnTo>
                  <a:cubicBezTo>
                    <a:pt x="1715" y="5309"/>
                    <a:pt x="1679" y="5332"/>
                    <a:pt x="1655" y="5332"/>
                  </a:cubicBezTo>
                  <a:lnTo>
                    <a:pt x="167" y="5332"/>
                  </a:lnTo>
                  <a:cubicBezTo>
                    <a:pt x="72" y="5332"/>
                    <a:pt x="0" y="5404"/>
                    <a:pt x="0" y="5499"/>
                  </a:cubicBezTo>
                  <a:cubicBezTo>
                    <a:pt x="0" y="5583"/>
                    <a:pt x="72" y="5666"/>
                    <a:pt x="167" y="5666"/>
                  </a:cubicBezTo>
                  <a:lnTo>
                    <a:pt x="1655" y="5666"/>
                  </a:lnTo>
                  <a:cubicBezTo>
                    <a:pt x="1858" y="5666"/>
                    <a:pt x="2036" y="5487"/>
                    <a:pt x="2036" y="5273"/>
                  </a:cubicBezTo>
                  <a:lnTo>
                    <a:pt x="2036" y="1737"/>
                  </a:lnTo>
                  <a:cubicBezTo>
                    <a:pt x="2036" y="963"/>
                    <a:pt x="2382" y="558"/>
                    <a:pt x="2548" y="249"/>
                  </a:cubicBezTo>
                  <a:cubicBezTo>
                    <a:pt x="2572" y="153"/>
                    <a:pt x="2548" y="70"/>
                    <a:pt x="2477" y="22"/>
                  </a:cubicBezTo>
                  <a:cubicBezTo>
                    <a:pt x="2451" y="8"/>
                    <a:pt x="2425" y="1"/>
                    <a:pt x="2399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2" name="Google Shape;13349;p81">
              <a:extLst>
                <a:ext uri="{FF2B5EF4-FFF2-40B4-BE49-F238E27FC236}">
                  <a16:creationId xmlns:a16="http://schemas.microsoft.com/office/drawing/2014/main" id="{2AB32748-0432-435F-9CA9-32AB418DEABA}"/>
                </a:ext>
              </a:extLst>
            </p:cNvPr>
            <p:cNvSpPr/>
            <p:nvPr/>
          </p:nvSpPr>
          <p:spPr>
            <a:xfrm>
              <a:off x="1425359" y="2572313"/>
              <a:ext cx="24267" cy="17843"/>
            </a:xfrm>
            <a:custGeom>
              <a:avLst/>
              <a:gdLst/>
              <a:ahLst/>
              <a:cxnLst/>
              <a:rect l="l" t="t" r="r" b="b"/>
              <a:pathLst>
                <a:path w="763" h="561" extrusionOk="0">
                  <a:moveTo>
                    <a:pt x="583" y="0"/>
                  </a:moveTo>
                  <a:cubicBezTo>
                    <a:pt x="554" y="0"/>
                    <a:pt x="525" y="8"/>
                    <a:pt x="501" y="25"/>
                  </a:cubicBezTo>
                  <a:lnTo>
                    <a:pt x="96" y="239"/>
                  </a:lnTo>
                  <a:cubicBezTo>
                    <a:pt x="25" y="287"/>
                    <a:pt x="1" y="394"/>
                    <a:pt x="37" y="465"/>
                  </a:cubicBezTo>
                  <a:cubicBezTo>
                    <a:pt x="72" y="525"/>
                    <a:pt x="132" y="560"/>
                    <a:pt x="191" y="560"/>
                  </a:cubicBezTo>
                  <a:cubicBezTo>
                    <a:pt x="215" y="560"/>
                    <a:pt x="251" y="560"/>
                    <a:pt x="275" y="537"/>
                  </a:cubicBezTo>
                  <a:lnTo>
                    <a:pt x="680" y="322"/>
                  </a:lnTo>
                  <a:cubicBezTo>
                    <a:pt x="739" y="263"/>
                    <a:pt x="763" y="156"/>
                    <a:pt x="727" y="84"/>
                  </a:cubicBezTo>
                  <a:cubicBezTo>
                    <a:pt x="696" y="29"/>
                    <a:pt x="639" y="0"/>
                    <a:pt x="583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3" name="Google Shape;13350;p81">
              <a:extLst>
                <a:ext uri="{FF2B5EF4-FFF2-40B4-BE49-F238E27FC236}">
                  <a16:creationId xmlns:a16="http://schemas.microsoft.com/office/drawing/2014/main" id="{F2DB5B7B-391C-43AE-BC00-518BB998DB90}"/>
                </a:ext>
              </a:extLst>
            </p:cNvPr>
            <p:cNvSpPr/>
            <p:nvPr/>
          </p:nvSpPr>
          <p:spPr>
            <a:xfrm>
              <a:off x="1562820" y="2573680"/>
              <a:ext cx="26176" cy="17620"/>
            </a:xfrm>
            <a:custGeom>
              <a:avLst/>
              <a:gdLst/>
              <a:ahLst/>
              <a:cxnLst/>
              <a:rect l="l" t="t" r="r" b="b"/>
              <a:pathLst>
                <a:path w="823" h="554" extrusionOk="0">
                  <a:moveTo>
                    <a:pt x="201" y="1"/>
                  </a:moveTo>
                  <a:cubicBezTo>
                    <a:pt x="143" y="1"/>
                    <a:pt x="81" y="28"/>
                    <a:pt x="48" y="77"/>
                  </a:cubicBezTo>
                  <a:cubicBezTo>
                    <a:pt x="1" y="160"/>
                    <a:pt x="37" y="255"/>
                    <a:pt x="108" y="303"/>
                  </a:cubicBezTo>
                  <a:cubicBezTo>
                    <a:pt x="513" y="529"/>
                    <a:pt x="513" y="553"/>
                    <a:pt x="584" y="553"/>
                  </a:cubicBezTo>
                  <a:cubicBezTo>
                    <a:pt x="763" y="541"/>
                    <a:pt x="822" y="315"/>
                    <a:pt x="680" y="244"/>
                  </a:cubicBezTo>
                  <a:lnTo>
                    <a:pt x="275" y="17"/>
                  </a:lnTo>
                  <a:cubicBezTo>
                    <a:pt x="253" y="6"/>
                    <a:pt x="227" y="1"/>
                    <a:pt x="20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4" name="Google Shape;13351;p81">
              <a:extLst>
                <a:ext uri="{FF2B5EF4-FFF2-40B4-BE49-F238E27FC236}">
                  <a16:creationId xmlns:a16="http://schemas.microsoft.com/office/drawing/2014/main" id="{4BF28DF2-1379-4122-87C2-6A4725F85F70}"/>
                </a:ext>
              </a:extLst>
            </p:cNvPr>
            <p:cNvSpPr/>
            <p:nvPr/>
          </p:nvSpPr>
          <p:spPr>
            <a:xfrm>
              <a:off x="1448100" y="2481414"/>
              <a:ext cx="125375" cy="191275"/>
            </a:xfrm>
            <a:custGeom>
              <a:avLst/>
              <a:gdLst/>
              <a:ahLst/>
              <a:cxnLst/>
              <a:rect l="l" t="t" r="r" b="b"/>
              <a:pathLst>
                <a:path w="3942" h="6014" extrusionOk="0">
                  <a:moveTo>
                    <a:pt x="1280" y="1498"/>
                  </a:moveTo>
                  <a:cubicBezTo>
                    <a:pt x="1355" y="1498"/>
                    <a:pt x="1429" y="1543"/>
                    <a:pt x="1429" y="1632"/>
                  </a:cubicBezTo>
                  <a:lnTo>
                    <a:pt x="1429" y="1763"/>
                  </a:lnTo>
                  <a:lnTo>
                    <a:pt x="1262" y="1763"/>
                  </a:lnTo>
                  <a:cubicBezTo>
                    <a:pt x="1191" y="1763"/>
                    <a:pt x="1131" y="1704"/>
                    <a:pt x="1131" y="1632"/>
                  </a:cubicBezTo>
                  <a:cubicBezTo>
                    <a:pt x="1131" y="1543"/>
                    <a:pt x="1206" y="1498"/>
                    <a:pt x="1280" y="1498"/>
                  </a:cubicBezTo>
                  <a:close/>
                  <a:moveTo>
                    <a:pt x="2483" y="1498"/>
                  </a:moveTo>
                  <a:cubicBezTo>
                    <a:pt x="2557" y="1498"/>
                    <a:pt x="2632" y="1543"/>
                    <a:pt x="2632" y="1632"/>
                  </a:cubicBezTo>
                  <a:cubicBezTo>
                    <a:pt x="2632" y="1704"/>
                    <a:pt x="2572" y="1763"/>
                    <a:pt x="2501" y="1763"/>
                  </a:cubicBezTo>
                  <a:lnTo>
                    <a:pt x="2334" y="1763"/>
                  </a:lnTo>
                  <a:lnTo>
                    <a:pt x="2334" y="1632"/>
                  </a:lnTo>
                  <a:cubicBezTo>
                    <a:pt x="2334" y="1543"/>
                    <a:pt x="2408" y="1498"/>
                    <a:pt x="2483" y="1498"/>
                  </a:cubicBezTo>
                  <a:close/>
                  <a:moveTo>
                    <a:pt x="1989" y="2085"/>
                  </a:moveTo>
                  <a:lnTo>
                    <a:pt x="1989" y="3776"/>
                  </a:lnTo>
                  <a:lnTo>
                    <a:pt x="1739" y="3776"/>
                  </a:lnTo>
                  <a:lnTo>
                    <a:pt x="1739" y="2085"/>
                  </a:lnTo>
                  <a:close/>
                  <a:moveTo>
                    <a:pt x="2524" y="4097"/>
                  </a:moveTo>
                  <a:lnTo>
                    <a:pt x="2524" y="4430"/>
                  </a:lnTo>
                  <a:lnTo>
                    <a:pt x="1215" y="4430"/>
                  </a:lnTo>
                  <a:lnTo>
                    <a:pt x="1215" y="4097"/>
                  </a:lnTo>
                  <a:close/>
                  <a:moveTo>
                    <a:pt x="2512" y="4752"/>
                  </a:moveTo>
                  <a:lnTo>
                    <a:pt x="2512" y="4942"/>
                  </a:lnTo>
                  <a:lnTo>
                    <a:pt x="2524" y="4942"/>
                  </a:lnTo>
                  <a:cubicBezTo>
                    <a:pt x="2524" y="5026"/>
                    <a:pt x="2465" y="5085"/>
                    <a:pt x="2393" y="5085"/>
                  </a:cubicBezTo>
                  <a:lnTo>
                    <a:pt x="1334" y="5085"/>
                  </a:lnTo>
                  <a:cubicBezTo>
                    <a:pt x="1262" y="5085"/>
                    <a:pt x="1203" y="5026"/>
                    <a:pt x="1203" y="4942"/>
                  </a:cubicBezTo>
                  <a:lnTo>
                    <a:pt x="1203" y="4752"/>
                  </a:lnTo>
                  <a:close/>
                  <a:moveTo>
                    <a:pt x="2227" y="5395"/>
                  </a:moveTo>
                  <a:cubicBezTo>
                    <a:pt x="2203" y="5561"/>
                    <a:pt x="2048" y="5681"/>
                    <a:pt x="1870" y="5681"/>
                  </a:cubicBezTo>
                  <a:cubicBezTo>
                    <a:pt x="1691" y="5681"/>
                    <a:pt x="1548" y="5561"/>
                    <a:pt x="1500" y="5395"/>
                  </a:cubicBezTo>
                  <a:close/>
                  <a:moveTo>
                    <a:pt x="1874" y="1"/>
                  </a:moveTo>
                  <a:cubicBezTo>
                    <a:pt x="834" y="1"/>
                    <a:pt x="0" y="837"/>
                    <a:pt x="0" y="1882"/>
                  </a:cubicBezTo>
                  <a:cubicBezTo>
                    <a:pt x="0" y="2406"/>
                    <a:pt x="215" y="2906"/>
                    <a:pt x="607" y="3264"/>
                  </a:cubicBezTo>
                  <a:cubicBezTo>
                    <a:pt x="786" y="3418"/>
                    <a:pt x="869" y="3656"/>
                    <a:pt x="869" y="3895"/>
                  </a:cubicBezTo>
                  <a:lnTo>
                    <a:pt x="869" y="4942"/>
                  </a:lnTo>
                  <a:cubicBezTo>
                    <a:pt x="869" y="5145"/>
                    <a:pt x="988" y="5300"/>
                    <a:pt x="1155" y="5359"/>
                  </a:cubicBezTo>
                  <a:cubicBezTo>
                    <a:pt x="1191" y="5716"/>
                    <a:pt x="1489" y="6014"/>
                    <a:pt x="1858" y="6014"/>
                  </a:cubicBezTo>
                  <a:cubicBezTo>
                    <a:pt x="2227" y="6014"/>
                    <a:pt x="2524" y="5740"/>
                    <a:pt x="2560" y="5359"/>
                  </a:cubicBezTo>
                  <a:cubicBezTo>
                    <a:pt x="2715" y="5288"/>
                    <a:pt x="2834" y="5121"/>
                    <a:pt x="2834" y="4942"/>
                  </a:cubicBezTo>
                  <a:lnTo>
                    <a:pt x="2834" y="3871"/>
                  </a:lnTo>
                  <a:cubicBezTo>
                    <a:pt x="2834" y="3811"/>
                    <a:pt x="2834" y="3752"/>
                    <a:pt x="2858" y="3692"/>
                  </a:cubicBezTo>
                  <a:cubicBezTo>
                    <a:pt x="2870" y="3609"/>
                    <a:pt x="2822" y="3514"/>
                    <a:pt x="2727" y="3502"/>
                  </a:cubicBezTo>
                  <a:cubicBezTo>
                    <a:pt x="2718" y="3500"/>
                    <a:pt x="2710" y="3500"/>
                    <a:pt x="2701" y="3500"/>
                  </a:cubicBezTo>
                  <a:cubicBezTo>
                    <a:pt x="2627" y="3500"/>
                    <a:pt x="2558" y="3546"/>
                    <a:pt x="2536" y="3621"/>
                  </a:cubicBezTo>
                  <a:cubicBezTo>
                    <a:pt x="2524" y="3668"/>
                    <a:pt x="2524" y="3728"/>
                    <a:pt x="2512" y="3776"/>
                  </a:cubicBezTo>
                  <a:lnTo>
                    <a:pt x="2298" y="3776"/>
                  </a:lnTo>
                  <a:lnTo>
                    <a:pt x="2298" y="2085"/>
                  </a:lnTo>
                  <a:lnTo>
                    <a:pt x="2465" y="2085"/>
                  </a:lnTo>
                  <a:cubicBezTo>
                    <a:pt x="2715" y="2085"/>
                    <a:pt x="2929" y="1882"/>
                    <a:pt x="2929" y="1632"/>
                  </a:cubicBezTo>
                  <a:cubicBezTo>
                    <a:pt x="2929" y="1370"/>
                    <a:pt x="2715" y="1168"/>
                    <a:pt x="2465" y="1168"/>
                  </a:cubicBezTo>
                  <a:lnTo>
                    <a:pt x="2441" y="1168"/>
                  </a:lnTo>
                  <a:cubicBezTo>
                    <a:pt x="2179" y="1168"/>
                    <a:pt x="1977" y="1370"/>
                    <a:pt x="1977" y="1632"/>
                  </a:cubicBezTo>
                  <a:lnTo>
                    <a:pt x="1977" y="1763"/>
                  </a:lnTo>
                  <a:lnTo>
                    <a:pt x="1727" y="1763"/>
                  </a:lnTo>
                  <a:lnTo>
                    <a:pt x="1727" y="1632"/>
                  </a:lnTo>
                  <a:cubicBezTo>
                    <a:pt x="1727" y="1370"/>
                    <a:pt x="1512" y="1168"/>
                    <a:pt x="1262" y="1168"/>
                  </a:cubicBezTo>
                  <a:lnTo>
                    <a:pt x="1227" y="1168"/>
                  </a:lnTo>
                  <a:cubicBezTo>
                    <a:pt x="977" y="1168"/>
                    <a:pt x="774" y="1370"/>
                    <a:pt x="774" y="1632"/>
                  </a:cubicBezTo>
                  <a:cubicBezTo>
                    <a:pt x="774" y="1882"/>
                    <a:pt x="977" y="2085"/>
                    <a:pt x="1227" y="2085"/>
                  </a:cubicBezTo>
                  <a:lnTo>
                    <a:pt x="1393" y="2085"/>
                  </a:lnTo>
                  <a:lnTo>
                    <a:pt x="1393" y="3776"/>
                  </a:lnTo>
                  <a:lnTo>
                    <a:pt x="1191" y="3776"/>
                  </a:lnTo>
                  <a:cubicBezTo>
                    <a:pt x="1155" y="3478"/>
                    <a:pt x="1024" y="3204"/>
                    <a:pt x="810" y="3014"/>
                  </a:cubicBezTo>
                  <a:cubicBezTo>
                    <a:pt x="488" y="2716"/>
                    <a:pt x="310" y="2299"/>
                    <a:pt x="310" y="1871"/>
                  </a:cubicBezTo>
                  <a:cubicBezTo>
                    <a:pt x="310" y="1013"/>
                    <a:pt x="988" y="323"/>
                    <a:pt x="1858" y="323"/>
                  </a:cubicBezTo>
                  <a:lnTo>
                    <a:pt x="1905" y="323"/>
                  </a:lnTo>
                  <a:cubicBezTo>
                    <a:pt x="2715" y="335"/>
                    <a:pt x="3394" y="1013"/>
                    <a:pt x="3405" y="1835"/>
                  </a:cubicBezTo>
                  <a:lnTo>
                    <a:pt x="3405" y="1847"/>
                  </a:lnTo>
                  <a:cubicBezTo>
                    <a:pt x="3405" y="2287"/>
                    <a:pt x="3239" y="2668"/>
                    <a:pt x="2929" y="2966"/>
                  </a:cubicBezTo>
                  <a:cubicBezTo>
                    <a:pt x="2870" y="3025"/>
                    <a:pt x="2858" y="3133"/>
                    <a:pt x="2929" y="3204"/>
                  </a:cubicBezTo>
                  <a:cubicBezTo>
                    <a:pt x="2965" y="3240"/>
                    <a:pt x="3007" y="3258"/>
                    <a:pt x="3048" y="3258"/>
                  </a:cubicBezTo>
                  <a:cubicBezTo>
                    <a:pt x="3090" y="3258"/>
                    <a:pt x="3132" y="3240"/>
                    <a:pt x="3167" y="3204"/>
                  </a:cubicBezTo>
                  <a:cubicBezTo>
                    <a:pt x="3906" y="2502"/>
                    <a:pt x="3941" y="1299"/>
                    <a:pt x="3191" y="561"/>
                  </a:cubicBezTo>
                  <a:cubicBezTo>
                    <a:pt x="2858" y="216"/>
                    <a:pt x="2393" y="1"/>
                    <a:pt x="1917" y="1"/>
                  </a:cubicBezTo>
                  <a:cubicBezTo>
                    <a:pt x="1903" y="1"/>
                    <a:pt x="1888" y="1"/>
                    <a:pt x="1874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5" name="Google Shape;13352;p81">
              <a:extLst>
                <a:ext uri="{FF2B5EF4-FFF2-40B4-BE49-F238E27FC236}">
                  <a16:creationId xmlns:a16="http://schemas.microsoft.com/office/drawing/2014/main" id="{757B1FBB-0342-4312-8F40-18D92A38F5A2}"/>
                </a:ext>
              </a:extLst>
            </p:cNvPr>
            <p:cNvSpPr/>
            <p:nvPr/>
          </p:nvSpPr>
          <p:spPr>
            <a:xfrm>
              <a:off x="1502232" y="2449259"/>
              <a:ext cx="10655" cy="25380"/>
            </a:xfrm>
            <a:custGeom>
              <a:avLst/>
              <a:gdLst/>
              <a:ahLst/>
              <a:cxnLst/>
              <a:rect l="l" t="t" r="r" b="b"/>
              <a:pathLst>
                <a:path w="335" h="798" extrusionOk="0">
                  <a:moveTo>
                    <a:pt x="168" y="0"/>
                  </a:moveTo>
                  <a:cubicBezTo>
                    <a:pt x="84" y="0"/>
                    <a:pt x="1" y="84"/>
                    <a:pt x="1" y="167"/>
                  </a:cubicBezTo>
                  <a:lnTo>
                    <a:pt x="1" y="631"/>
                  </a:lnTo>
                  <a:cubicBezTo>
                    <a:pt x="1" y="715"/>
                    <a:pt x="84" y="798"/>
                    <a:pt x="168" y="798"/>
                  </a:cubicBezTo>
                  <a:cubicBezTo>
                    <a:pt x="263" y="798"/>
                    <a:pt x="334" y="715"/>
                    <a:pt x="334" y="631"/>
                  </a:cubicBezTo>
                  <a:lnTo>
                    <a:pt x="334" y="167"/>
                  </a:lnTo>
                  <a:cubicBezTo>
                    <a:pt x="334" y="84"/>
                    <a:pt x="263" y="0"/>
                    <a:pt x="168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6" name="Google Shape;13353;p81">
              <a:extLst>
                <a:ext uri="{FF2B5EF4-FFF2-40B4-BE49-F238E27FC236}">
                  <a16:creationId xmlns:a16="http://schemas.microsoft.com/office/drawing/2014/main" id="{DA24D612-BCEE-422A-9912-CDFCAD9B758F}"/>
                </a:ext>
              </a:extLst>
            </p:cNvPr>
            <p:cNvSpPr/>
            <p:nvPr/>
          </p:nvSpPr>
          <p:spPr>
            <a:xfrm>
              <a:off x="1458309" y="2460582"/>
              <a:ext cx="18988" cy="23090"/>
            </a:xfrm>
            <a:custGeom>
              <a:avLst/>
              <a:gdLst/>
              <a:ahLst/>
              <a:cxnLst/>
              <a:rect l="l" t="t" r="r" b="b"/>
              <a:pathLst>
                <a:path w="597" h="726" extrusionOk="0">
                  <a:moveTo>
                    <a:pt x="190" y="1"/>
                  </a:moveTo>
                  <a:cubicBezTo>
                    <a:pt x="161" y="1"/>
                    <a:pt x="132" y="9"/>
                    <a:pt x="108" y="25"/>
                  </a:cubicBezTo>
                  <a:cubicBezTo>
                    <a:pt x="25" y="61"/>
                    <a:pt x="1" y="168"/>
                    <a:pt x="48" y="240"/>
                  </a:cubicBezTo>
                  <a:lnTo>
                    <a:pt x="275" y="644"/>
                  </a:lnTo>
                  <a:cubicBezTo>
                    <a:pt x="299" y="693"/>
                    <a:pt x="357" y="726"/>
                    <a:pt x="414" y="726"/>
                  </a:cubicBezTo>
                  <a:cubicBezTo>
                    <a:pt x="441" y="726"/>
                    <a:pt x="466" y="719"/>
                    <a:pt x="489" y="704"/>
                  </a:cubicBezTo>
                  <a:cubicBezTo>
                    <a:pt x="572" y="656"/>
                    <a:pt x="596" y="573"/>
                    <a:pt x="548" y="478"/>
                  </a:cubicBezTo>
                  <a:lnTo>
                    <a:pt x="322" y="85"/>
                  </a:lnTo>
                  <a:cubicBezTo>
                    <a:pt x="299" y="30"/>
                    <a:pt x="244" y="1"/>
                    <a:pt x="190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7" name="Google Shape;13354;p81">
              <a:extLst>
                <a:ext uri="{FF2B5EF4-FFF2-40B4-BE49-F238E27FC236}">
                  <a16:creationId xmlns:a16="http://schemas.microsoft.com/office/drawing/2014/main" id="{76E1C624-3836-4F51-9379-69FE24F7EEDC}"/>
                </a:ext>
              </a:extLst>
            </p:cNvPr>
            <p:cNvSpPr/>
            <p:nvPr/>
          </p:nvSpPr>
          <p:spPr>
            <a:xfrm>
              <a:off x="1425741" y="2492768"/>
              <a:ext cx="25031" cy="17874"/>
            </a:xfrm>
            <a:custGeom>
              <a:avLst/>
              <a:gdLst/>
              <a:ahLst/>
              <a:cxnLst/>
              <a:rect l="l" t="t" r="r" b="b"/>
              <a:pathLst>
                <a:path w="787" h="562" extrusionOk="0">
                  <a:moveTo>
                    <a:pt x="181" y="1"/>
                  </a:moveTo>
                  <a:cubicBezTo>
                    <a:pt x="126" y="1"/>
                    <a:pt x="72" y="30"/>
                    <a:pt x="48" y="85"/>
                  </a:cubicBezTo>
                  <a:cubicBezTo>
                    <a:pt x="1" y="156"/>
                    <a:pt x="25" y="263"/>
                    <a:pt x="108" y="299"/>
                  </a:cubicBezTo>
                  <a:cubicBezTo>
                    <a:pt x="501" y="525"/>
                    <a:pt x="501" y="561"/>
                    <a:pt x="584" y="561"/>
                  </a:cubicBezTo>
                  <a:cubicBezTo>
                    <a:pt x="632" y="561"/>
                    <a:pt x="703" y="525"/>
                    <a:pt x="727" y="466"/>
                  </a:cubicBezTo>
                  <a:cubicBezTo>
                    <a:pt x="787" y="394"/>
                    <a:pt x="751" y="287"/>
                    <a:pt x="668" y="240"/>
                  </a:cubicBezTo>
                  <a:lnTo>
                    <a:pt x="263" y="25"/>
                  </a:lnTo>
                  <a:cubicBezTo>
                    <a:pt x="238" y="9"/>
                    <a:pt x="209" y="1"/>
                    <a:pt x="18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8" name="Google Shape;13355;p81">
              <a:extLst>
                <a:ext uri="{FF2B5EF4-FFF2-40B4-BE49-F238E27FC236}">
                  <a16:creationId xmlns:a16="http://schemas.microsoft.com/office/drawing/2014/main" id="{A4BDC736-D6A5-4B14-88AB-B7C9DCA53580}"/>
                </a:ext>
              </a:extLst>
            </p:cNvPr>
            <p:cNvSpPr/>
            <p:nvPr/>
          </p:nvSpPr>
          <p:spPr>
            <a:xfrm>
              <a:off x="1414768" y="2535959"/>
              <a:ext cx="25031" cy="10655"/>
            </a:xfrm>
            <a:custGeom>
              <a:avLst/>
              <a:gdLst/>
              <a:ahLst/>
              <a:cxnLst/>
              <a:rect l="l" t="t" r="r" b="b"/>
              <a:pathLst>
                <a:path w="787" h="335" extrusionOk="0">
                  <a:moveTo>
                    <a:pt x="167" y="1"/>
                  </a:moveTo>
                  <a:cubicBezTo>
                    <a:pt x="72" y="1"/>
                    <a:pt x="1" y="72"/>
                    <a:pt x="1" y="167"/>
                  </a:cubicBezTo>
                  <a:cubicBezTo>
                    <a:pt x="1" y="251"/>
                    <a:pt x="72" y="334"/>
                    <a:pt x="167" y="334"/>
                  </a:cubicBezTo>
                  <a:lnTo>
                    <a:pt x="632" y="334"/>
                  </a:lnTo>
                  <a:cubicBezTo>
                    <a:pt x="715" y="334"/>
                    <a:pt x="786" y="251"/>
                    <a:pt x="786" y="167"/>
                  </a:cubicBezTo>
                  <a:cubicBezTo>
                    <a:pt x="786" y="72"/>
                    <a:pt x="715" y="1"/>
                    <a:pt x="632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9" name="Google Shape;13356;p81">
              <a:extLst>
                <a:ext uri="{FF2B5EF4-FFF2-40B4-BE49-F238E27FC236}">
                  <a16:creationId xmlns:a16="http://schemas.microsoft.com/office/drawing/2014/main" id="{BE17EB18-23E9-4A3A-B1E6-BBDAAC1289D2}"/>
                </a:ext>
              </a:extLst>
            </p:cNvPr>
            <p:cNvSpPr/>
            <p:nvPr/>
          </p:nvSpPr>
          <p:spPr>
            <a:xfrm>
              <a:off x="1573825" y="2537104"/>
              <a:ext cx="24999" cy="10241"/>
            </a:xfrm>
            <a:custGeom>
              <a:avLst/>
              <a:gdLst/>
              <a:ahLst/>
              <a:cxnLst/>
              <a:rect l="l" t="t" r="r" b="b"/>
              <a:pathLst>
                <a:path w="786" h="322" extrusionOk="0">
                  <a:moveTo>
                    <a:pt x="167" y="0"/>
                  </a:moveTo>
                  <a:cubicBezTo>
                    <a:pt x="72" y="0"/>
                    <a:pt x="0" y="72"/>
                    <a:pt x="0" y="155"/>
                  </a:cubicBezTo>
                  <a:cubicBezTo>
                    <a:pt x="0" y="251"/>
                    <a:pt x="72" y="322"/>
                    <a:pt x="167" y="322"/>
                  </a:cubicBezTo>
                  <a:lnTo>
                    <a:pt x="631" y="322"/>
                  </a:lnTo>
                  <a:cubicBezTo>
                    <a:pt x="715" y="322"/>
                    <a:pt x="786" y="251"/>
                    <a:pt x="786" y="155"/>
                  </a:cubicBezTo>
                  <a:cubicBezTo>
                    <a:pt x="786" y="72"/>
                    <a:pt x="715" y="0"/>
                    <a:pt x="631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0" name="Google Shape;13357;p81">
              <a:extLst>
                <a:ext uri="{FF2B5EF4-FFF2-40B4-BE49-F238E27FC236}">
                  <a16:creationId xmlns:a16="http://schemas.microsoft.com/office/drawing/2014/main" id="{AB0DCF00-692C-4852-AB84-29D3525BFCA6}"/>
                </a:ext>
              </a:extLst>
            </p:cNvPr>
            <p:cNvSpPr/>
            <p:nvPr/>
          </p:nvSpPr>
          <p:spPr>
            <a:xfrm>
              <a:off x="1563965" y="2493627"/>
              <a:ext cx="24649" cy="17525"/>
            </a:xfrm>
            <a:custGeom>
              <a:avLst/>
              <a:gdLst/>
              <a:ahLst/>
              <a:cxnLst/>
              <a:rect l="l" t="t" r="r" b="b"/>
              <a:pathLst>
                <a:path w="775" h="551" extrusionOk="0">
                  <a:moveTo>
                    <a:pt x="576" y="0"/>
                  </a:moveTo>
                  <a:cubicBezTo>
                    <a:pt x="549" y="0"/>
                    <a:pt x="523" y="7"/>
                    <a:pt x="501" y="22"/>
                  </a:cubicBezTo>
                  <a:lnTo>
                    <a:pt x="108" y="248"/>
                  </a:lnTo>
                  <a:cubicBezTo>
                    <a:pt x="24" y="296"/>
                    <a:pt x="1" y="391"/>
                    <a:pt x="48" y="475"/>
                  </a:cubicBezTo>
                  <a:cubicBezTo>
                    <a:pt x="73" y="524"/>
                    <a:pt x="132" y="550"/>
                    <a:pt x="189" y="550"/>
                  </a:cubicBezTo>
                  <a:cubicBezTo>
                    <a:pt x="215" y="550"/>
                    <a:pt x="240" y="545"/>
                    <a:pt x="263" y="534"/>
                  </a:cubicBezTo>
                  <a:lnTo>
                    <a:pt x="667" y="308"/>
                  </a:lnTo>
                  <a:cubicBezTo>
                    <a:pt x="739" y="260"/>
                    <a:pt x="774" y="153"/>
                    <a:pt x="727" y="82"/>
                  </a:cubicBezTo>
                  <a:cubicBezTo>
                    <a:pt x="694" y="33"/>
                    <a:pt x="633" y="0"/>
                    <a:pt x="576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1" name="Google Shape;13358;p81">
              <a:extLst>
                <a:ext uri="{FF2B5EF4-FFF2-40B4-BE49-F238E27FC236}">
                  <a16:creationId xmlns:a16="http://schemas.microsoft.com/office/drawing/2014/main" id="{960D1F45-EAED-4A95-B4B1-AAD5E77F8D44}"/>
                </a:ext>
              </a:extLst>
            </p:cNvPr>
            <p:cNvSpPr/>
            <p:nvPr/>
          </p:nvSpPr>
          <p:spPr>
            <a:xfrm>
              <a:off x="1537853" y="2461440"/>
              <a:ext cx="18956" cy="23090"/>
            </a:xfrm>
            <a:custGeom>
              <a:avLst/>
              <a:gdLst/>
              <a:ahLst/>
              <a:cxnLst/>
              <a:rect l="l" t="t" r="r" b="b"/>
              <a:pathLst>
                <a:path w="596" h="726" extrusionOk="0">
                  <a:moveTo>
                    <a:pt x="414" y="0"/>
                  </a:moveTo>
                  <a:cubicBezTo>
                    <a:pt x="357" y="0"/>
                    <a:pt x="298" y="33"/>
                    <a:pt x="274" y="82"/>
                  </a:cubicBezTo>
                  <a:lnTo>
                    <a:pt x="48" y="486"/>
                  </a:lnTo>
                  <a:cubicBezTo>
                    <a:pt x="0" y="558"/>
                    <a:pt x="36" y="665"/>
                    <a:pt x="107" y="701"/>
                  </a:cubicBezTo>
                  <a:cubicBezTo>
                    <a:pt x="132" y="718"/>
                    <a:pt x="162" y="725"/>
                    <a:pt x="192" y="725"/>
                  </a:cubicBezTo>
                  <a:cubicBezTo>
                    <a:pt x="247" y="725"/>
                    <a:pt x="303" y="699"/>
                    <a:pt x="333" y="653"/>
                  </a:cubicBezTo>
                  <a:lnTo>
                    <a:pt x="548" y="248"/>
                  </a:lnTo>
                  <a:cubicBezTo>
                    <a:pt x="595" y="177"/>
                    <a:pt x="572" y="70"/>
                    <a:pt x="488" y="22"/>
                  </a:cubicBezTo>
                  <a:cubicBezTo>
                    <a:pt x="466" y="7"/>
                    <a:pt x="440" y="0"/>
                    <a:pt x="414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pic>
        <p:nvPicPr>
          <p:cNvPr id="19" name="Picture 18">
            <a:extLst>
              <a:ext uri="{FF2B5EF4-FFF2-40B4-BE49-F238E27FC236}">
                <a16:creationId xmlns:a16="http://schemas.microsoft.com/office/drawing/2014/main" id="{45C67D94-6595-488C-8FA0-85FE13346B2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/>
          <a:stretch/>
        </p:blipFill>
        <p:spPr>
          <a:xfrm>
            <a:off x="102759" y="3207616"/>
            <a:ext cx="3625757" cy="18288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grpSp>
        <p:nvGrpSpPr>
          <p:cNvPr id="191" name="Google Shape;2941;p64">
            <a:extLst>
              <a:ext uri="{FF2B5EF4-FFF2-40B4-BE49-F238E27FC236}">
                <a16:creationId xmlns:a16="http://schemas.microsoft.com/office/drawing/2014/main" id="{34683152-3864-4912-968B-8645A8645627}"/>
              </a:ext>
            </a:extLst>
          </p:cNvPr>
          <p:cNvGrpSpPr/>
          <p:nvPr/>
        </p:nvGrpSpPr>
        <p:grpSpPr>
          <a:xfrm>
            <a:off x="8095724" y="4090339"/>
            <a:ext cx="536674" cy="510358"/>
            <a:chOff x="7476387" y="4016321"/>
            <a:chExt cx="601990" cy="572471"/>
          </a:xfrm>
        </p:grpSpPr>
        <p:sp>
          <p:nvSpPr>
            <p:cNvPr id="192" name="Google Shape;2942;p64">
              <a:extLst>
                <a:ext uri="{FF2B5EF4-FFF2-40B4-BE49-F238E27FC236}">
                  <a16:creationId xmlns:a16="http://schemas.microsoft.com/office/drawing/2014/main" id="{7F97BCE9-378D-447A-B403-6A9E9393ED9D}"/>
                </a:ext>
              </a:extLst>
            </p:cNvPr>
            <p:cNvSpPr/>
            <p:nvPr/>
          </p:nvSpPr>
          <p:spPr>
            <a:xfrm>
              <a:off x="7476387" y="4041959"/>
              <a:ext cx="601990" cy="546833"/>
            </a:xfrm>
            <a:custGeom>
              <a:avLst/>
              <a:gdLst/>
              <a:ahLst/>
              <a:cxnLst/>
              <a:rect l="l" t="t" r="r" b="b"/>
              <a:pathLst>
                <a:path w="18150" h="16487" extrusionOk="0">
                  <a:moveTo>
                    <a:pt x="3686" y="531"/>
                  </a:moveTo>
                  <a:cubicBezTo>
                    <a:pt x="3996" y="531"/>
                    <a:pt x="4247" y="784"/>
                    <a:pt x="4247" y="1093"/>
                  </a:cubicBezTo>
                  <a:cubicBezTo>
                    <a:pt x="4247" y="1403"/>
                    <a:pt x="3996" y="1654"/>
                    <a:pt x="3686" y="1654"/>
                  </a:cubicBezTo>
                  <a:cubicBezTo>
                    <a:pt x="3377" y="1654"/>
                    <a:pt x="3124" y="1403"/>
                    <a:pt x="3124" y="1093"/>
                  </a:cubicBezTo>
                  <a:cubicBezTo>
                    <a:pt x="3124" y="784"/>
                    <a:pt x="3376" y="531"/>
                    <a:pt x="3686" y="531"/>
                  </a:cubicBezTo>
                  <a:close/>
                  <a:moveTo>
                    <a:pt x="14464" y="531"/>
                  </a:moveTo>
                  <a:cubicBezTo>
                    <a:pt x="14774" y="531"/>
                    <a:pt x="15026" y="784"/>
                    <a:pt x="15026" y="1093"/>
                  </a:cubicBezTo>
                  <a:cubicBezTo>
                    <a:pt x="15026" y="1403"/>
                    <a:pt x="14774" y="1654"/>
                    <a:pt x="14464" y="1654"/>
                  </a:cubicBezTo>
                  <a:cubicBezTo>
                    <a:pt x="14155" y="1654"/>
                    <a:pt x="13904" y="1403"/>
                    <a:pt x="13904" y="1093"/>
                  </a:cubicBezTo>
                  <a:cubicBezTo>
                    <a:pt x="13904" y="784"/>
                    <a:pt x="14155" y="531"/>
                    <a:pt x="14464" y="531"/>
                  </a:cubicBezTo>
                  <a:close/>
                  <a:moveTo>
                    <a:pt x="1602" y="6161"/>
                  </a:moveTo>
                  <a:lnTo>
                    <a:pt x="1602" y="10054"/>
                  </a:lnTo>
                  <a:lnTo>
                    <a:pt x="621" y="10054"/>
                  </a:lnTo>
                  <a:cubicBezTo>
                    <a:pt x="573" y="10054"/>
                    <a:pt x="532" y="10014"/>
                    <a:pt x="532" y="9966"/>
                  </a:cubicBezTo>
                  <a:lnTo>
                    <a:pt x="532" y="6249"/>
                  </a:lnTo>
                  <a:cubicBezTo>
                    <a:pt x="532" y="6202"/>
                    <a:pt x="573" y="6161"/>
                    <a:pt x="621" y="6161"/>
                  </a:cubicBezTo>
                  <a:close/>
                  <a:moveTo>
                    <a:pt x="1897" y="15125"/>
                  </a:moveTo>
                  <a:lnTo>
                    <a:pt x="1897" y="15955"/>
                  </a:lnTo>
                  <a:lnTo>
                    <a:pt x="532" y="15955"/>
                  </a:lnTo>
                  <a:lnTo>
                    <a:pt x="532" y="15125"/>
                  </a:lnTo>
                  <a:close/>
                  <a:moveTo>
                    <a:pt x="11422" y="12862"/>
                  </a:moveTo>
                  <a:lnTo>
                    <a:pt x="11422" y="13637"/>
                  </a:lnTo>
                  <a:lnTo>
                    <a:pt x="9217" y="13637"/>
                  </a:lnTo>
                  <a:cubicBezTo>
                    <a:pt x="9070" y="13637"/>
                    <a:pt x="8951" y="13756"/>
                    <a:pt x="8951" y="13903"/>
                  </a:cubicBezTo>
                  <a:cubicBezTo>
                    <a:pt x="8951" y="14050"/>
                    <a:pt x="9070" y="14169"/>
                    <a:pt x="9217" y="14169"/>
                  </a:cubicBezTo>
                  <a:lnTo>
                    <a:pt x="15722" y="14169"/>
                  </a:lnTo>
                  <a:lnTo>
                    <a:pt x="15722" y="15955"/>
                  </a:lnTo>
                  <a:lnTo>
                    <a:pt x="2429" y="15955"/>
                  </a:lnTo>
                  <a:lnTo>
                    <a:pt x="2429" y="14169"/>
                  </a:lnTo>
                  <a:lnTo>
                    <a:pt x="7444" y="14169"/>
                  </a:lnTo>
                  <a:cubicBezTo>
                    <a:pt x="7591" y="14169"/>
                    <a:pt x="7710" y="14049"/>
                    <a:pt x="7710" y="13903"/>
                  </a:cubicBezTo>
                  <a:cubicBezTo>
                    <a:pt x="7710" y="13756"/>
                    <a:pt x="7591" y="13637"/>
                    <a:pt x="7444" y="13637"/>
                  </a:cubicBezTo>
                  <a:lnTo>
                    <a:pt x="6728" y="13637"/>
                  </a:lnTo>
                  <a:lnTo>
                    <a:pt x="6728" y="12862"/>
                  </a:lnTo>
                  <a:close/>
                  <a:moveTo>
                    <a:pt x="17618" y="15125"/>
                  </a:moveTo>
                  <a:lnTo>
                    <a:pt x="17618" y="15955"/>
                  </a:lnTo>
                  <a:lnTo>
                    <a:pt x="16253" y="15955"/>
                  </a:lnTo>
                  <a:lnTo>
                    <a:pt x="16253" y="15125"/>
                  </a:lnTo>
                  <a:close/>
                  <a:moveTo>
                    <a:pt x="3686" y="0"/>
                  </a:moveTo>
                  <a:cubicBezTo>
                    <a:pt x="3083" y="0"/>
                    <a:pt x="2592" y="490"/>
                    <a:pt x="2592" y="1093"/>
                  </a:cubicBezTo>
                  <a:cubicBezTo>
                    <a:pt x="2592" y="1604"/>
                    <a:pt x="2945" y="2034"/>
                    <a:pt x="3420" y="2153"/>
                  </a:cubicBezTo>
                  <a:lnTo>
                    <a:pt x="3420" y="3354"/>
                  </a:lnTo>
                  <a:lnTo>
                    <a:pt x="2399" y="3354"/>
                  </a:lnTo>
                  <a:cubicBezTo>
                    <a:pt x="1960" y="3354"/>
                    <a:pt x="1602" y="3711"/>
                    <a:pt x="1602" y="4151"/>
                  </a:cubicBezTo>
                  <a:lnTo>
                    <a:pt x="1602" y="5630"/>
                  </a:lnTo>
                  <a:lnTo>
                    <a:pt x="621" y="5630"/>
                  </a:lnTo>
                  <a:cubicBezTo>
                    <a:pt x="279" y="5630"/>
                    <a:pt x="1" y="5908"/>
                    <a:pt x="1" y="6250"/>
                  </a:cubicBezTo>
                  <a:lnTo>
                    <a:pt x="1" y="9966"/>
                  </a:lnTo>
                  <a:cubicBezTo>
                    <a:pt x="1" y="10309"/>
                    <a:pt x="279" y="10587"/>
                    <a:pt x="621" y="10587"/>
                  </a:cubicBezTo>
                  <a:lnTo>
                    <a:pt x="1602" y="10587"/>
                  </a:lnTo>
                  <a:lnTo>
                    <a:pt x="1602" y="12065"/>
                  </a:lnTo>
                  <a:cubicBezTo>
                    <a:pt x="1602" y="12505"/>
                    <a:pt x="1960" y="12862"/>
                    <a:pt x="2399" y="12862"/>
                  </a:cubicBezTo>
                  <a:lnTo>
                    <a:pt x="6196" y="12862"/>
                  </a:lnTo>
                  <a:lnTo>
                    <a:pt x="6196" y="13637"/>
                  </a:lnTo>
                  <a:lnTo>
                    <a:pt x="2340" y="13637"/>
                  </a:lnTo>
                  <a:cubicBezTo>
                    <a:pt x="2095" y="13637"/>
                    <a:pt x="1897" y="13836"/>
                    <a:pt x="1897" y="14080"/>
                  </a:cubicBezTo>
                  <a:lnTo>
                    <a:pt x="1897" y="14594"/>
                  </a:lnTo>
                  <a:lnTo>
                    <a:pt x="443" y="14594"/>
                  </a:lnTo>
                  <a:cubicBezTo>
                    <a:pt x="199" y="14594"/>
                    <a:pt x="1" y="14792"/>
                    <a:pt x="1" y="15037"/>
                  </a:cubicBezTo>
                  <a:lnTo>
                    <a:pt x="1" y="16222"/>
                  </a:lnTo>
                  <a:cubicBezTo>
                    <a:pt x="1" y="16367"/>
                    <a:pt x="120" y="16487"/>
                    <a:pt x="266" y="16487"/>
                  </a:cubicBezTo>
                  <a:lnTo>
                    <a:pt x="17883" y="16487"/>
                  </a:lnTo>
                  <a:cubicBezTo>
                    <a:pt x="18030" y="16487"/>
                    <a:pt x="18149" y="16367"/>
                    <a:pt x="18149" y="16222"/>
                  </a:cubicBezTo>
                  <a:lnTo>
                    <a:pt x="18149" y="15037"/>
                  </a:lnTo>
                  <a:cubicBezTo>
                    <a:pt x="18149" y="14792"/>
                    <a:pt x="17951" y="14594"/>
                    <a:pt x="17707" y="14594"/>
                  </a:cubicBezTo>
                  <a:lnTo>
                    <a:pt x="16253" y="14594"/>
                  </a:lnTo>
                  <a:lnTo>
                    <a:pt x="16253" y="14080"/>
                  </a:lnTo>
                  <a:cubicBezTo>
                    <a:pt x="16253" y="13836"/>
                    <a:pt x="16054" y="13637"/>
                    <a:pt x="15809" y="13637"/>
                  </a:cubicBezTo>
                  <a:lnTo>
                    <a:pt x="11954" y="13637"/>
                  </a:lnTo>
                  <a:lnTo>
                    <a:pt x="11954" y="12862"/>
                  </a:lnTo>
                  <a:lnTo>
                    <a:pt x="15751" y="12862"/>
                  </a:lnTo>
                  <a:cubicBezTo>
                    <a:pt x="16190" y="12862"/>
                    <a:pt x="16548" y="12505"/>
                    <a:pt x="16548" y="12064"/>
                  </a:cubicBezTo>
                  <a:lnTo>
                    <a:pt x="16548" y="10586"/>
                  </a:lnTo>
                  <a:lnTo>
                    <a:pt x="17529" y="10586"/>
                  </a:lnTo>
                  <a:cubicBezTo>
                    <a:pt x="17871" y="10586"/>
                    <a:pt x="18149" y="10308"/>
                    <a:pt x="18149" y="9966"/>
                  </a:cubicBezTo>
                  <a:lnTo>
                    <a:pt x="18149" y="6250"/>
                  </a:lnTo>
                  <a:cubicBezTo>
                    <a:pt x="18149" y="5907"/>
                    <a:pt x="17871" y="5629"/>
                    <a:pt x="17529" y="5629"/>
                  </a:cubicBezTo>
                  <a:lnTo>
                    <a:pt x="16548" y="5629"/>
                  </a:lnTo>
                  <a:lnTo>
                    <a:pt x="16548" y="4151"/>
                  </a:lnTo>
                  <a:cubicBezTo>
                    <a:pt x="16548" y="3711"/>
                    <a:pt x="16190" y="3354"/>
                    <a:pt x="15751" y="3354"/>
                  </a:cubicBezTo>
                  <a:lnTo>
                    <a:pt x="14730" y="3354"/>
                  </a:lnTo>
                  <a:lnTo>
                    <a:pt x="14730" y="2153"/>
                  </a:lnTo>
                  <a:cubicBezTo>
                    <a:pt x="15206" y="2034"/>
                    <a:pt x="15558" y="1604"/>
                    <a:pt x="15558" y="1093"/>
                  </a:cubicBezTo>
                  <a:cubicBezTo>
                    <a:pt x="15558" y="490"/>
                    <a:pt x="15067" y="0"/>
                    <a:pt x="14464" y="0"/>
                  </a:cubicBezTo>
                  <a:cubicBezTo>
                    <a:pt x="13862" y="0"/>
                    <a:pt x="13372" y="490"/>
                    <a:pt x="13372" y="1093"/>
                  </a:cubicBezTo>
                  <a:cubicBezTo>
                    <a:pt x="13372" y="1604"/>
                    <a:pt x="13724" y="2034"/>
                    <a:pt x="14198" y="2153"/>
                  </a:cubicBezTo>
                  <a:lnTo>
                    <a:pt x="14198" y="3354"/>
                  </a:lnTo>
                  <a:lnTo>
                    <a:pt x="12904" y="3354"/>
                  </a:lnTo>
                  <a:cubicBezTo>
                    <a:pt x="12757" y="3354"/>
                    <a:pt x="12638" y="3473"/>
                    <a:pt x="12638" y="3619"/>
                  </a:cubicBezTo>
                  <a:cubicBezTo>
                    <a:pt x="12638" y="3766"/>
                    <a:pt x="12757" y="3884"/>
                    <a:pt x="12904" y="3884"/>
                  </a:cubicBezTo>
                  <a:lnTo>
                    <a:pt x="15751" y="3884"/>
                  </a:lnTo>
                  <a:cubicBezTo>
                    <a:pt x="15898" y="3884"/>
                    <a:pt x="16017" y="4004"/>
                    <a:pt x="16017" y="4150"/>
                  </a:cubicBezTo>
                  <a:lnTo>
                    <a:pt x="16017" y="7139"/>
                  </a:lnTo>
                  <a:cubicBezTo>
                    <a:pt x="16017" y="7286"/>
                    <a:pt x="16136" y="7405"/>
                    <a:pt x="16282" y="7405"/>
                  </a:cubicBezTo>
                  <a:cubicBezTo>
                    <a:pt x="16430" y="7405"/>
                    <a:pt x="16548" y="7286"/>
                    <a:pt x="16548" y="7139"/>
                  </a:cubicBezTo>
                  <a:lnTo>
                    <a:pt x="16548" y="6161"/>
                  </a:lnTo>
                  <a:lnTo>
                    <a:pt x="17529" y="6161"/>
                  </a:lnTo>
                  <a:cubicBezTo>
                    <a:pt x="17577" y="6161"/>
                    <a:pt x="17617" y="6202"/>
                    <a:pt x="17617" y="6249"/>
                  </a:cubicBezTo>
                  <a:lnTo>
                    <a:pt x="17617" y="9966"/>
                  </a:lnTo>
                  <a:cubicBezTo>
                    <a:pt x="17617" y="10014"/>
                    <a:pt x="17577" y="10055"/>
                    <a:pt x="17529" y="10055"/>
                  </a:cubicBezTo>
                  <a:lnTo>
                    <a:pt x="16548" y="10055"/>
                  </a:lnTo>
                  <a:lnTo>
                    <a:pt x="16548" y="8699"/>
                  </a:lnTo>
                  <a:cubicBezTo>
                    <a:pt x="16548" y="8552"/>
                    <a:pt x="16430" y="8433"/>
                    <a:pt x="16282" y="8433"/>
                  </a:cubicBezTo>
                  <a:cubicBezTo>
                    <a:pt x="16136" y="8433"/>
                    <a:pt x="16017" y="8552"/>
                    <a:pt x="16017" y="8699"/>
                  </a:cubicBezTo>
                  <a:lnTo>
                    <a:pt x="16017" y="12064"/>
                  </a:lnTo>
                  <a:cubicBezTo>
                    <a:pt x="16017" y="12211"/>
                    <a:pt x="15897" y="12330"/>
                    <a:pt x="15751" y="12330"/>
                  </a:cubicBezTo>
                  <a:lnTo>
                    <a:pt x="2400" y="12330"/>
                  </a:lnTo>
                  <a:cubicBezTo>
                    <a:pt x="2253" y="12330"/>
                    <a:pt x="2134" y="12211"/>
                    <a:pt x="2134" y="12064"/>
                  </a:cubicBezTo>
                  <a:lnTo>
                    <a:pt x="2134" y="4150"/>
                  </a:lnTo>
                  <a:cubicBezTo>
                    <a:pt x="2134" y="4004"/>
                    <a:pt x="2253" y="3885"/>
                    <a:pt x="2400" y="3885"/>
                  </a:cubicBezTo>
                  <a:lnTo>
                    <a:pt x="11166" y="3885"/>
                  </a:lnTo>
                  <a:cubicBezTo>
                    <a:pt x="11313" y="3885"/>
                    <a:pt x="11432" y="3766"/>
                    <a:pt x="11432" y="3619"/>
                  </a:cubicBezTo>
                  <a:cubicBezTo>
                    <a:pt x="11432" y="3472"/>
                    <a:pt x="11313" y="3354"/>
                    <a:pt x="11166" y="3354"/>
                  </a:cubicBezTo>
                  <a:lnTo>
                    <a:pt x="3952" y="3354"/>
                  </a:lnTo>
                  <a:lnTo>
                    <a:pt x="3952" y="2153"/>
                  </a:lnTo>
                  <a:cubicBezTo>
                    <a:pt x="4426" y="2034"/>
                    <a:pt x="4779" y="1604"/>
                    <a:pt x="4779" y="1093"/>
                  </a:cubicBezTo>
                  <a:cubicBezTo>
                    <a:pt x="4779" y="490"/>
                    <a:pt x="4288" y="0"/>
                    <a:pt x="36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3" name="Google Shape;2943;p64">
              <a:extLst>
                <a:ext uri="{FF2B5EF4-FFF2-40B4-BE49-F238E27FC236}">
                  <a16:creationId xmlns:a16="http://schemas.microsoft.com/office/drawing/2014/main" id="{8DFBF92A-E3DF-4D1C-8ADC-A595E178833D}"/>
                </a:ext>
              </a:extLst>
            </p:cNvPr>
            <p:cNvSpPr/>
            <p:nvPr/>
          </p:nvSpPr>
          <p:spPr>
            <a:xfrm>
              <a:off x="7571445" y="4195093"/>
              <a:ext cx="411874" cy="231575"/>
            </a:xfrm>
            <a:custGeom>
              <a:avLst/>
              <a:gdLst/>
              <a:ahLst/>
              <a:cxnLst/>
              <a:rect l="l" t="t" r="r" b="b"/>
              <a:pathLst>
                <a:path w="12418" h="6982" extrusionOk="0">
                  <a:moveTo>
                    <a:pt x="7700" y="532"/>
                  </a:moveTo>
                  <a:lnTo>
                    <a:pt x="7524" y="880"/>
                  </a:lnTo>
                  <a:lnTo>
                    <a:pt x="4894" y="880"/>
                  </a:lnTo>
                  <a:lnTo>
                    <a:pt x="4718" y="532"/>
                  </a:lnTo>
                  <a:close/>
                  <a:moveTo>
                    <a:pt x="11886" y="532"/>
                  </a:moveTo>
                  <a:lnTo>
                    <a:pt x="11886" y="6449"/>
                  </a:lnTo>
                  <a:lnTo>
                    <a:pt x="532" y="6449"/>
                  </a:lnTo>
                  <a:lnTo>
                    <a:pt x="532" y="532"/>
                  </a:lnTo>
                  <a:lnTo>
                    <a:pt x="4124" y="532"/>
                  </a:lnTo>
                  <a:lnTo>
                    <a:pt x="4444" y="1170"/>
                  </a:lnTo>
                  <a:cubicBezTo>
                    <a:pt x="4516" y="1313"/>
                    <a:pt x="4677" y="1411"/>
                    <a:pt x="4836" y="1411"/>
                  </a:cubicBezTo>
                  <a:lnTo>
                    <a:pt x="7583" y="1411"/>
                  </a:lnTo>
                  <a:cubicBezTo>
                    <a:pt x="7742" y="1411"/>
                    <a:pt x="7903" y="1313"/>
                    <a:pt x="7974" y="1170"/>
                  </a:cubicBezTo>
                  <a:lnTo>
                    <a:pt x="8295" y="532"/>
                  </a:lnTo>
                  <a:close/>
                  <a:moveTo>
                    <a:pt x="444" y="0"/>
                  </a:moveTo>
                  <a:cubicBezTo>
                    <a:pt x="199" y="0"/>
                    <a:pt x="0" y="200"/>
                    <a:pt x="0" y="444"/>
                  </a:cubicBezTo>
                  <a:lnTo>
                    <a:pt x="0" y="6538"/>
                  </a:lnTo>
                  <a:cubicBezTo>
                    <a:pt x="0" y="6782"/>
                    <a:pt x="199" y="6981"/>
                    <a:pt x="444" y="6981"/>
                  </a:cubicBezTo>
                  <a:lnTo>
                    <a:pt x="11975" y="6981"/>
                  </a:lnTo>
                  <a:cubicBezTo>
                    <a:pt x="12219" y="6981"/>
                    <a:pt x="12418" y="6782"/>
                    <a:pt x="12418" y="6538"/>
                  </a:cubicBezTo>
                  <a:lnTo>
                    <a:pt x="12418" y="444"/>
                  </a:lnTo>
                  <a:cubicBezTo>
                    <a:pt x="12418" y="200"/>
                    <a:pt x="12219" y="0"/>
                    <a:pt x="119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4" name="Google Shape;2944;p64">
              <a:extLst>
                <a:ext uri="{FF2B5EF4-FFF2-40B4-BE49-F238E27FC236}">
                  <a16:creationId xmlns:a16="http://schemas.microsoft.com/office/drawing/2014/main" id="{142A7676-5F9D-4341-8E2F-8ED5AE6B0284}"/>
                </a:ext>
              </a:extLst>
            </p:cNvPr>
            <p:cNvSpPr/>
            <p:nvPr/>
          </p:nvSpPr>
          <p:spPr>
            <a:xfrm>
              <a:off x="7634331" y="4249621"/>
              <a:ext cx="54063" cy="79171"/>
            </a:xfrm>
            <a:custGeom>
              <a:avLst/>
              <a:gdLst/>
              <a:ahLst/>
              <a:cxnLst/>
              <a:rect l="l" t="t" r="r" b="b"/>
              <a:pathLst>
                <a:path w="1630" h="2387" extrusionOk="0">
                  <a:moveTo>
                    <a:pt x="1097" y="532"/>
                  </a:moveTo>
                  <a:lnTo>
                    <a:pt x="1097" y="1855"/>
                  </a:lnTo>
                  <a:lnTo>
                    <a:pt x="532" y="1855"/>
                  </a:lnTo>
                  <a:lnTo>
                    <a:pt x="532" y="532"/>
                  </a:lnTo>
                  <a:close/>
                  <a:moveTo>
                    <a:pt x="373" y="0"/>
                  </a:moveTo>
                  <a:cubicBezTo>
                    <a:pt x="168" y="0"/>
                    <a:pt x="1" y="168"/>
                    <a:pt x="1" y="372"/>
                  </a:cubicBezTo>
                  <a:lnTo>
                    <a:pt x="1" y="2014"/>
                  </a:lnTo>
                  <a:cubicBezTo>
                    <a:pt x="1" y="2219"/>
                    <a:pt x="168" y="2386"/>
                    <a:pt x="373" y="2386"/>
                  </a:cubicBezTo>
                  <a:lnTo>
                    <a:pt x="1256" y="2386"/>
                  </a:lnTo>
                  <a:cubicBezTo>
                    <a:pt x="1462" y="2386"/>
                    <a:pt x="1629" y="2219"/>
                    <a:pt x="1629" y="2014"/>
                  </a:cubicBezTo>
                  <a:lnTo>
                    <a:pt x="1629" y="372"/>
                  </a:lnTo>
                  <a:cubicBezTo>
                    <a:pt x="1629" y="168"/>
                    <a:pt x="1462" y="0"/>
                    <a:pt x="12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5" name="Google Shape;2945;p64">
              <a:extLst>
                <a:ext uri="{FF2B5EF4-FFF2-40B4-BE49-F238E27FC236}">
                  <a16:creationId xmlns:a16="http://schemas.microsoft.com/office/drawing/2014/main" id="{A5666227-E1CE-44C0-9CDF-19B2CAC712D1}"/>
                </a:ext>
              </a:extLst>
            </p:cNvPr>
            <p:cNvSpPr/>
            <p:nvPr/>
          </p:nvSpPr>
          <p:spPr>
            <a:xfrm>
              <a:off x="7866404" y="4249621"/>
              <a:ext cx="54030" cy="79171"/>
            </a:xfrm>
            <a:custGeom>
              <a:avLst/>
              <a:gdLst/>
              <a:ahLst/>
              <a:cxnLst/>
              <a:rect l="l" t="t" r="r" b="b"/>
              <a:pathLst>
                <a:path w="1629" h="2387" extrusionOk="0">
                  <a:moveTo>
                    <a:pt x="1096" y="532"/>
                  </a:moveTo>
                  <a:lnTo>
                    <a:pt x="1096" y="1855"/>
                  </a:lnTo>
                  <a:lnTo>
                    <a:pt x="532" y="1855"/>
                  </a:lnTo>
                  <a:lnTo>
                    <a:pt x="532" y="532"/>
                  </a:lnTo>
                  <a:close/>
                  <a:moveTo>
                    <a:pt x="373" y="0"/>
                  </a:moveTo>
                  <a:cubicBezTo>
                    <a:pt x="167" y="0"/>
                    <a:pt x="1" y="168"/>
                    <a:pt x="1" y="372"/>
                  </a:cubicBezTo>
                  <a:lnTo>
                    <a:pt x="1" y="2014"/>
                  </a:lnTo>
                  <a:cubicBezTo>
                    <a:pt x="1" y="2219"/>
                    <a:pt x="167" y="2386"/>
                    <a:pt x="373" y="2386"/>
                  </a:cubicBezTo>
                  <a:lnTo>
                    <a:pt x="1256" y="2386"/>
                  </a:lnTo>
                  <a:cubicBezTo>
                    <a:pt x="1461" y="2386"/>
                    <a:pt x="1628" y="2219"/>
                    <a:pt x="1628" y="2014"/>
                  </a:cubicBezTo>
                  <a:lnTo>
                    <a:pt x="1628" y="372"/>
                  </a:lnTo>
                  <a:cubicBezTo>
                    <a:pt x="1628" y="168"/>
                    <a:pt x="1461" y="0"/>
                    <a:pt x="12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6" name="Google Shape;2946;p64">
              <a:extLst>
                <a:ext uri="{FF2B5EF4-FFF2-40B4-BE49-F238E27FC236}">
                  <a16:creationId xmlns:a16="http://schemas.microsoft.com/office/drawing/2014/main" id="{D50DA566-A703-4D5B-9246-E786CDFC3D92}"/>
                </a:ext>
              </a:extLst>
            </p:cNvPr>
            <p:cNvSpPr/>
            <p:nvPr/>
          </p:nvSpPr>
          <p:spPr>
            <a:xfrm>
              <a:off x="7705641" y="4327365"/>
              <a:ext cx="143483" cy="49486"/>
            </a:xfrm>
            <a:custGeom>
              <a:avLst/>
              <a:gdLst/>
              <a:ahLst/>
              <a:cxnLst/>
              <a:rect l="l" t="t" r="r" b="b"/>
              <a:pathLst>
                <a:path w="4326" h="1492" extrusionOk="0">
                  <a:moveTo>
                    <a:pt x="3794" y="532"/>
                  </a:moveTo>
                  <a:lnTo>
                    <a:pt x="3794" y="959"/>
                  </a:lnTo>
                  <a:lnTo>
                    <a:pt x="532" y="959"/>
                  </a:lnTo>
                  <a:lnTo>
                    <a:pt x="532" y="532"/>
                  </a:lnTo>
                  <a:close/>
                  <a:moveTo>
                    <a:pt x="372" y="0"/>
                  </a:moveTo>
                  <a:cubicBezTo>
                    <a:pt x="168" y="0"/>
                    <a:pt x="1" y="168"/>
                    <a:pt x="1" y="373"/>
                  </a:cubicBezTo>
                  <a:lnTo>
                    <a:pt x="1" y="1119"/>
                  </a:lnTo>
                  <a:cubicBezTo>
                    <a:pt x="1" y="1324"/>
                    <a:pt x="168" y="1491"/>
                    <a:pt x="372" y="1491"/>
                  </a:cubicBezTo>
                  <a:lnTo>
                    <a:pt x="3954" y="1491"/>
                  </a:lnTo>
                  <a:cubicBezTo>
                    <a:pt x="4159" y="1491"/>
                    <a:pt x="4325" y="1324"/>
                    <a:pt x="4325" y="1119"/>
                  </a:cubicBezTo>
                  <a:lnTo>
                    <a:pt x="4325" y="373"/>
                  </a:lnTo>
                  <a:cubicBezTo>
                    <a:pt x="4325" y="168"/>
                    <a:pt x="4159" y="0"/>
                    <a:pt x="39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7" name="Google Shape;2947;p64">
              <a:extLst>
                <a:ext uri="{FF2B5EF4-FFF2-40B4-BE49-F238E27FC236}">
                  <a16:creationId xmlns:a16="http://schemas.microsoft.com/office/drawing/2014/main" id="{788DB662-5E90-4A85-8595-5D48C0910969}"/>
                </a:ext>
              </a:extLst>
            </p:cNvPr>
            <p:cNvSpPr/>
            <p:nvPr/>
          </p:nvSpPr>
          <p:spPr>
            <a:xfrm>
              <a:off x="7659704" y="4016321"/>
              <a:ext cx="235390" cy="97048"/>
            </a:xfrm>
            <a:custGeom>
              <a:avLst/>
              <a:gdLst/>
              <a:ahLst/>
              <a:cxnLst/>
              <a:rect l="l" t="t" r="r" b="b"/>
              <a:pathLst>
                <a:path w="7097" h="2926" extrusionOk="0">
                  <a:moveTo>
                    <a:pt x="4059" y="0"/>
                  </a:moveTo>
                  <a:cubicBezTo>
                    <a:pt x="4009" y="0"/>
                    <a:pt x="3970" y="12"/>
                    <a:pt x="3950" y="20"/>
                  </a:cubicBezTo>
                  <a:cubicBezTo>
                    <a:pt x="3902" y="38"/>
                    <a:pt x="3744" y="116"/>
                    <a:pt x="3744" y="354"/>
                  </a:cubicBezTo>
                  <a:lnTo>
                    <a:pt x="3744" y="2062"/>
                  </a:lnTo>
                  <a:lnTo>
                    <a:pt x="2633" y="845"/>
                  </a:lnTo>
                  <a:cubicBezTo>
                    <a:pt x="2539" y="742"/>
                    <a:pt x="2442" y="716"/>
                    <a:pt x="2368" y="716"/>
                  </a:cubicBezTo>
                  <a:cubicBezTo>
                    <a:pt x="2316" y="716"/>
                    <a:pt x="2276" y="729"/>
                    <a:pt x="2256" y="736"/>
                  </a:cubicBezTo>
                  <a:cubicBezTo>
                    <a:pt x="2208" y="755"/>
                    <a:pt x="2052" y="834"/>
                    <a:pt x="2052" y="1071"/>
                  </a:cubicBezTo>
                  <a:lnTo>
                    <a:pt x="2052" y="1763"/>
                  </a:lnTo>
                  <a:lnTo>
                    <a:pt x="266" y="1763"/>
                  </a:lnTo>
                  <a:cubicBezTo>
                    <a:pt x="120" y="1763"/>
                    <a:pt x="1" y="1882"/>
                    <a:pt x="1" y="2029"/>
                  </a:cubicBezTo>
                  <a:cubicBezTo>
                    <a:pt x="1" y="2176"/>
                    <a:pt x="120" y="2295"/>
                    <a:pt x="266" y="2295"/>
                  </a:cubicBezTo>
                  <a:lnTo>
                    <a:pt x="2140" y="2295"/>
                  </a:lnTo>
                  <a:cubicBezTo>
                    <a:pt x="2385" y="2295"/>
                    <a:pt x="2584" y="2096"/>
                    <a:pt x="2584" y="1851"/>
                  </a:cubicBezTo>
                  <a:lnTo>
                    <a:pt x="2584" y="1579"/>
                  </a:lnTo>
                  <a:lnTo>
                    <a:pt x="3694" y="2796"/>
                  </a:lnTo>
                  <a:cubicBezTo>
                    <a:pt x="3788" y="2900"/>
                    <a:pt x="3886" y="2925"/>
                    <a:pt x="3960" y="2925"/>
                  </a:cubicBezTo>
                  <a:cubicBezTo>
                    <a:pt x="4011" y="2925"/>
                    <a:pt x="4051" y="2913"/>
                    <a:pt x="4071" y="2905"/>
                  </a:cubicBezTo>
                  <a:cubicBezTo>
                    <a:pt x="4119" y="2886"/>
                    <a:pt x="4276" y="2807"/>
                    <a:pt x="4276" y="2571"/>
                  </a:cubicBezTo>
                  <a:lnTo>
                    <a:pt x="4276" y="878"/>
                  </a:lnTo>
                  <a:lnTo>
                    <a:pt x="5001" y="1696"/>
                  </a:lnTo>
                  <a:cubicBezTo>
                    <a:pt x="5117" y="1827"/>
                    <a:pt x="5320" y="1918"/>
                    <a:pt x="5495" y="1918"/>
                  </a:cubicBezTo>
                  <a:lnTo>
                    <a:pt x="6830" y="1918"/>
                  </a:lnTo>
                  <a:cubicBezTo>
                    <a:pt x="6977" y="1918"/>
                    <a:pt x="7095" y="1799"/>
                    <a:pt x="7095" y="1652"/>
                  </a:cubicBezTo>
                  <a:cubicBezTo>
                    <a:pt x="7096" y="1506"/>
                    <a:pt x="6977" y="1387"/>
                    <a:pt x="6830" y="1387"/>
                  </a:cubicBezTo>
                  <a:lnTo>
                    <a:pt x="5496" y="1387"/>
                  </a:lnTo>
                  <a:cubicBezTo>
                    <a:pt x="5471" y="1386"/>
                    <a:pt x="5416" y="1360"/>
                    <a:pt x="5399" y="1344"/>
                  </a:cubicBezTo>
                  <a:lnTo>
                    <a:pt x="4326" y="134"/>
                  </a:lnTo>
                  <a:cubicBezTo>
                    <a:pt x="4232" y="27"/>
                    <a:pt x="4133" y="0"/>
                    <a:pt x="40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8" name="Google Shape;2948;p64">
              <a:extLst>
                <a:ext uri="{FF2B5EF4-FFF2-40B4-BE49-F238E27FC236}">
                  <a16:creationId xmlns:a16="http://schemas.microsoft.com/office/drawing/2014/main" id="{D7C653C4-986E-4592-9FB5-B62956034E5C}"/>
                </a:ext>
              </a:extLst>
            </p:cNvPr>
            <p:cNvSpPr/>
            <p:nvPr/>
          </p:nvSpPr>
          <p:spPr>
            <a:xfrm>
              <a:off x="7861130" y="4533402"/>
              <a:ext cx="17678" cy="17645"/>
            </a:xfrm>
            <a:custGeom>
              <a:avLst/>
              <a:gdLst/>
              <a:ahLst/>
              <a:cxnLst/>
              <a:rect l="l" t="t" r="r" b="b"/>
              <a:pathLst>
                <a:path w="533" h="532" extrusionOk="0">
                  <a:moveTo>
                    <a:pt x="267" y="0"/>
                  </a:moveTo>
                  <a:cubicBezTo>
                    <a:pt x="197" y="0"/>
                    <a:pt x="128" y="29"/>
                    <a:pt x="79" y="78"/>
                  </a:cubicBezTo>
                  <a:cubicBezTo>
                    <a:pt x="29" y="127"/>
                    <a:pt x="1" y="196"/>
                    <a:pt x="1" y="266"/>
                  </a:cubicBezTo>
                  <a:cubicBezTo>
                    <a:pt x="1" y="336"/>
                    <a:pt x="29" y="405"/>
                    <a:pt x="79" y="454"/>
                  </a:cubicBezTo>
                  <a:cubicBezTo>
                    <a:pt x="128" y="503"/>
                    <a:pt x="197" y="532"/>
                    <a:pt x="267" y="532"/>
                  </a:cubicBezTo>
                  <a:cubicBezTo>
                    <a:pt x="336" y="532"/>
                    <a:pt x="405" y="503"/>
                    <a:pt x="455" y="454"/>
                  </a:cubicBezTo>
                  <a:cubicBezTo>
                    <a:pt x="504" y="405"/>
                    <a:pt x="533" y="336"/>
                    <a:pt x="533" y="266"/>
                  </a:cubicBezTo>
                  <a:cubicBezTo>
                    <a:pt x="533" y="196"/>
                    <a:pt x="504" y="127"/>
                    <a:pt x="455" y="78"/>
                  </a:cubicBezTo>
                  <a:cubicBezTo>
                    <a:pt x="405" y="29"/>
                    <a:pt x="336" y="0"/>
                    <a:pt x="2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9" name="Google Shape;2949;p64">
              <a:extLst>
                <a:ext uri="{FF2B5EF4-FFF2-40B4-BE49-F238E27FC236}">
                  <a16:creationId xmlns:a16="http://schemas.microsoft.com/office/drawing/2014/main" id="{CCE5C281-66ED-416D-A962-37523F0D530E}"/>
                </a:ext>
              </a:extLst>
            </p:cNvPr>
            <p:cNvSpPr/>
            <p:nvPr/>
          </p:nvSpPr>
          <p:spPr>
            <a:xfrm>
              <a:off x="7906271" y="4533402"/>
              <a:ext cx="17678" cy="17645"/>
            </a:xfrm>
            <a:custGeom>
              <a:avLst/>
              <a:gdLst/>
              <a:ahLst/>
              <a:cxnLst/>
              <a:rect l="l" t="t" r="r" b="b"/>
              <a:pathLst>
                <a:path w="533" h="532" extrusionOk="0">
                  <a:moveTo>
                    <a:pt x="266" y="0"/>
                  </a:moveTo>
                  <a:cubicBezTo>
                    <a:pt x="195" y="0"/>
                    <a:pt x="127" y="29"/>
                    <a:pt x="77" y="78"/>
                  </a:cubicBezTo>
                  <a:cubicBezTo>
                    <a:pt x="29" y="127"/>
                    <a:pt x="0" y="196"/>
                    <a:pt x="0" y="266"/>
                  </a:cubicBezTo>
                  <a:cubicBezTo>
                    <a:pt x="0" y="336"/>
                    <a:pt x="28" y="405"/>
                    <a:pt x="77" y="454"/>
                  </a:cubicBezTo>
                  <a:cubicBezTo>
                    <a:pt x="127" y="503"/>
                    <a:pt x="195" y="532"/>
                    <a:pt x="266" y="532"/>
                  </a:cubicBezTo>
                  <a:cubicBezTo>
                    <a:pt x="336" y="532"/>
                    <a:pt x="405" y="503"/>
                    <a:pt x="454" y="454"/>
                  </a:cubicBezTo>
                  <a:cubicBezTo>
                    <a:pt x="503" y="405"/>
                    <a:pt x="532" y="336"/>
                    <a:pt x="532" y="266"/>
                  </a:cubicBezTo>
                  <a:cubicBezTo>
                    <a:pt x="532" y="196"/>
                    <a:pt x="503" y="127"/>
                    <a:pt x="454" y="78"/>
                  </a:cubicBezTo>
                  <a:cubicBezTo>
                    <a:pt x="404" y="29"/>
                    <a:pt x="336" y="0"/>
                    <a:pt x="2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0" name="Google Shape;2950;p64">
              <a:extLst>
                <a:ext uri="{FF2B5EF4-FFF2-40B4-BE49-F238E27FC236}">
                  <a16:creationId xmlns:a16="http://schemas.microsoft.com/office/drawing/2014/main" id="{AF18390A-EED9-49E3-B9DC-9A729C30400E}"/>
                </a:ext>
              </a:extLst>
            </p:cNvPr>
            <p:cNvSpPr/>
            <p:nvPr/>
          </p:nvSpPr>
          <p:spPr>
            <a:xfrm>
              <a:off x="7951346" y="4533402"/>
              <a:ext cx="17678" cy="17645"/>
            </a:xfrm>
            <a:custGeom>
              <a:avLst/>
              <a:gdLst/>
              <a:ahLst/>
              <a:cxnLst/>
              <a:rect l="l" t="t" r="r" b="b"/>
              <a:pathLst>
                <a:path w="533" h="532" extrusionOk="0">
                  <a:moveTo>
                    <a:pt x="267" y="0"/>
                  </a:moveTo>
                  <a:cubicBezTo>
                    <a:pt x="197" y="0"/>
                    <a:pt x="128" y="29"/>
                    <a:pt x="79" y="78"/>
                  </a:cubicBezTo>
                  <a:cubicBezTo>
                    <a:pt x="29" y="127"/>
                    <a:pt x="1" y="196"/>
                    <a:pt x="1" y="266"/>
                  </a:cubicBezTo>
                  <a:cubicBezTo>
                    <a:pt x="1" y="336"/>
                    <a:pt x="29" y="405"/>
                    <a:pt x="79" y="454"/>
                  </a:cubicBezTo>
                  <a:cubicBezTo>
                    <a:pt x="128" y="503"/>
                    <a:pt x="197" y="532"/>
                    <a:pt x="267" y="532"/>
                  </a:cubicBezTo>
                  <a:cubicBezTo>
                    <a:pt x="336" y="532"/>
                    <a:pt x="405" y="503"/>
                    <a:pt x="454" y="454"/>
                  </a:cubicBezTo>
                  <a:cubicBezTo>
                    <a:pt x="504" y="405"/>
                    <a:pt x="532" y="336"/>
                    <a:pt x="532" y="266"/>
                  </a:cubicBezTo>
                  <a:cubicBezTo>
                    <a:pt x="532" y="196"/>
                    <a:pt x="504" y="127"/>
                    <a:pt x="454" y="78"/>
                  </a:cubicBezTo>
                  <a:cubicBezTo>
                    <a:pt x="405" y="29"/>
                    <a:pt x="336" y="0"/>
                    <a:pt x="2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1" name="Google Shape;2951;p64">
              <a:extLst>
                <a:ext uri="{FF2B5EF4-FFF2-40B4-BE49-F238E27FC236}">
                  <a16:creationId xmlns:a16="http://schemas.microsoft.com/office/drawing/2014/main" id="{28F58844-481A-4E21-80AF-096E48954779}"/>
                </a:ext>
              </a:extLst>
            </p:cNvPr>
            <p:cNvSpPr/>
            <p:nvPr/>
          </p:nvSpPr>
          <p:spPr>
            <a:xfrm>
              <a:off x="7585773" y="4533402"/>
              <a:ext cx="90348" cy="17645"/>
            </a:xfrm>
            <a:custGeom>
              <a:avLst/>
              <a:gdLst/>
              <a:ahLst/>
              <a:cxnLst/>
              <a:rect l="l" t="t" r="r" b="b"/>
              <a:pathLst>
                <a:path w="2724" h="532" extrusionOk="0">
                  <a:moveTo>
                    <a:pt x="265" y="0"/>
                  </a:moveTo>
                  <a:cubicBezTo>
                    <a:pt x="119" y="0"/>
                    <a:pt x="1" y="119"/>
                    <a:pt x="1" y="266"/>
                  </a:cubicBezTo>
                  <a:cubicBezTo>
                    <a:pt x="1" y="413"/>
                    <a:pt x="120" y="532"/>
                    <a:pt x="265" y="532"/>
                  </a:cubicBezTo>
                  <a:lnTo>
                    <a:pt x="2457" y="532"/>
                  </a:lnTo>
                  <a:cubicBezTo>
                    <a:pt x="2604" y="532"/>
                    <a:pt x="2723" y="413"/>
                    <a:pt x="2723" y="266"/>
                  </a:cubicBezTo>
                  <a:cubicBezTo>
                    <a:pt x="2723" y="119"/>
                    <a:pt x="2604" y="0"/>
                    <a:pt x="24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</p:spTree>
    <p:extLst>
      <p:ext uri="{BB962C8B-B14F-4D97-AF65-F5344CB8AC3E}">
        <p14:creationId xmlns:p14="http://schemas.microsoft.com/office/powerpoint/2010/main" val="25366831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1" name="Google Shape;1321;p39"/>
          <p:cNvSpPr/>
          <p:nvPr/>
        </p:nvSpPr>
        <p:spPr>
          <a:xfrm rot="5400000">
            <a:off x="1496540" y="1679966"/>
            <a:ext cx="956100" cy="8286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002E8A">
              <a:alpha val="33000"/>
            </a:srgbClr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22" name="Google Shape;1322;p39"/>
          <p:cNvSpPr/>
          <p:nvPr/>
        </p:nvSpPr>
        <p:spPr>
          <a:xfrm rot="5400000">
            <a:off x="4161801" y="5398253"/>
            <a:ext cx="956100" cy="8286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002E8A">
              <a:alpha val="33000"/>
            </a:srgbClr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23" name="Google Shape;1323;p39"/>
          <p:cNvSpPr/>
          <p:nvPr/>
        </p:nvSpPr>
        <p:spPr>
          <a:xfrm rot="5400000">
            <a:off x="6759213" y="5398254"/>
            <a:ext cx="956100" cy="8286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002E8A">
              <a:alpha val="33000"/>
            </a:srgbClr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1375" name="Google Shape;1375;p39"/>
          <p:cNvGrpSpPr/>
          <p:nvPr/>
        </p:nvGrpSpPr>
        <p:grpSpPr>
          <a:xfrm>
            <a:off x="3152500" y="1391963"/>
            <a:ext cx="76825" cy="76800"/>
            <a:chOff x="3104875" y="1099400"/>
            <a:chExt cx="76825" cy="76800"/>
          </a:xfrm>
        </p:grpSpPr>
        <p:sp>
          <p:nvSpPr>
            <p:cNvPr id="1376" name="Google Shape;1376;p39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77" name="Google Shape;1377;p39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pic>
        <p:nvPicPr>
          <p:cNvPr id="1378" name="Google Shape;1378;p39"/>
          <p:cNvPicPr preferRelativeResize="0"/>
          <p:nvPr/>
        </p:nvPicPr>
        <p:blipFill rotWithShape="1">
          <a:blip r:embed="rId3">
            <a:alphaModFix/>
          </a:blip>
          <a:srcRect l="22009" r="18455"/>
          <a:stretch/>
        </p:blipFill>
        <p:spPr>
          <a:xfrm rot="1203247">
            <a:off x="7912229" y="3946308"/>
            <a:ext cx="903665" cy="85381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Rectangle: Rounded Corners 109">
            <a:extLst>
              <a:ext uri="{FF2B5EF4-FFF2-40B4-BE49-F238E27FC236}">
                <a16:creationId xmlns:a16="http://schemas.microsoft.com/office/drawing/2014/main" id="{3CEC278C-804A-49DC-BA70-A8AC46AF60A8}"/>
              </a:ext>
            </a:extLst>
          </p:cNvPr>
          <p:cNvSpPr/>
          <p:nvPr/>
        </p:nvSpPr>
        <p:spPr>
          <a:xfrm>
            <a:off x="6559094" y="219548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F17CDC78-5AFC-4A7E-8ECE-C7060F99E46D}"/>
              </a:ext>
            </a:extLst>
          </p:cNvPr>
          <p:cNvSpPr txBox="1"/>
          <p:nvPr/>
        </p:nvSpPr>
        <p:spPr>
          <a:xfrm>
            <a:off x="6557498" y="320319"/>
            <a:ext cx="194638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معرفی ماشین های خودران</a:t>
            </a:r>
            <a:endParaRPr lang="en-US" sz="1200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112" name="Rectangle: Rounded Corners 111">
            <a:extLst>
              <a:ext uri="{FF2B5EF4-FFF2-40B4-BE49-F238E27FC236}">
                <a16:creationId xmlns:a16="http://schemas.microsoft.com/office/drawing/2014/main" id="{AD560B99-39AB-4846-B527-67B1A7AFA020}"/>
              </a:ext>
            </a:extLst>
          </p:cNvPr>
          <p:cNvSpPr/>
          <p:nvPr/>
        </p:nvSpPr>
        <p:spPr>
          <a:xfrm>
            <a:off x="4556240" y="229094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3CC37295-4CDC-43B9-9037-F730E83FEC94}"/>
              </a:ext>
            </a:extLst>
          </p:cNvPr>
          <p:cNvSpPr txBox="1"/>
          <p:nvPr/>
        </p:nvSpPr>
        <p:spPr>
          <a:xfrm>
            <a:off x="4553048" y="371065"/>
            <a:ext cx="1946382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تاریخچه و تکامل</a:t>
            </a:r>
            <a:endParaRPr lang="en-US" sz="1200" dirty="0">
              <a:solidFill>
                <a:schemeClr val="tx1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  <a:p>
            <a:pPr algn="ctr"/>
            <a:endParaRPr lang="en-US" sz="1200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114" name="Rectangle: Rounded Corners 113">
            <a:extLst>
              <a:ext uri="{FF2B5EF4-FFF2-40B4-BE49-F238E27FC236}">
                <a16:creationId xmlns:a16="http://schemas.microsoft.com/office/drawing/2014/main" id="{01528015-6B78-427C-9995-B0C407409CAD}"/>
              </a:ext>
            </a:extLst>
          </p:cNvPr>
          <p:cNvSpPr/>
          <p:nvPr/>
        </p:nvSpPr>
        <p:spPr>
          <a:xfrm>
            <a:off x="2550992" y="222971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8592109F-7540-4086-ABD4-911F77C08929}"/>
              </a:ext>
            </a:extLst>
          </p:cNvPr>
          <p:cNvSpPr txBox="1"/>
          <p:nvPr/>
        </p:nvSpPr>
        <p:spPr>
          <a:xfrm>
            <a:off x="2550194" y="320319"/>
            <a:ext cx="194638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b="1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چرا ماشین های خودران؟</a:t>
            </a:r>
            <a:endParaRPr lang="en-US" b="1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116" name="Rectangle: Rounded Corners 115">
            <a:extLst>
              <a:ext uri="{FF2B5EF4-FFF2-40B4-BE49-F238E27FC236}">
                <a16:creationId xmlns:a16="http://schemas.microsoft.com/office/drawing/2014/main" id="{F852B690-4C65-4B43-B140-93CBDAADE44F}"/>
              </a:ext>
            </a:extLst>
          </p:cNvPr>
          <p:cNvSpPr/>
          <p:nvPr/>
        </p:nvSpPr>
        <p:spPr>
          <a:xfrm>
            <a:off x="545744" y="215859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E95D4D82-E4F2-4EFB-97BD-7054C786D89A}"/>
              </a:ext>
            </a:extLst>
          </p:cNvPr>
          <p:cNvSpPr txBox="1"/>
          <p:nvPr/>
        </p:nvSpPr>
        <p:spPr>
          <a:xfrm>
            <a:off x="544148" y="316630"/>
            <a:ext cx="194638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Segoe UI Variable Text Semiligh" pitchFamily="2" charset="0"/>
                <a:ea typeface="Source Sans Pro" panose="020B0503030403020204" pitchFamily="34" charset="0"/>
                <a:cs typeface="Vazir" panose="020B0603030804020204" pitchFamily="34" charset="-78"/>
              </a:rPr>
              <a:t>اجزای اصلی</a:t>
            </a:r>
            <a:endParaRPr lang="en-US" sz="1200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118" name="Rectangle: Rounded Corners 117">
            <a:extLst>
              <a:ext uri="{FF2B5EF4-FFF2-40B4-BE49-F238E27FC236}">
                <a16:creationId xmlns:a16="http://schemas.microsoft.com/office/drawing/2014/main" id="{104E379F-AA33-451A-B55E-E57E408734C4}"/>
              </a:ext>
            </a:extLst>
          </p:cNvPr>
          <p:cNvSpPr/>
          <p:nvPr/>
        </p:nvSpPr>
        <p:spPr>
          <a:xfrm>
            <a:off x="6559094" y="797982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FC6ED3A2-651F-4A9F-BF36-3A6798C4EFDF}"/>
              </a:ext>
            </a:extLst>
          </p:cNvPr>
          <p:cNvSpPr txBox="1"/>
          <p:nvPr/>
        </p:nvSpPr>
        <p:spPr>
          <a:xfrm>
            <a:off x="6557498" y="895064"/>
            <a:ext cx="194638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نحوه عملکرد</a:t>
            </a:r>
            <a:endParaRPr lang="en-US" sz="1200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120" name="Rectangle: Rounded Corners 119">
            <a:extLst>
              <a:ext uri="{FF2B5EF4-FFF2-40B4-BE49-F238E27FC236}">
                <a16:creationId xmlns:a16="http://schemas.microsoft.com/office/drawing/2014/main" id="{21C8D5FA-BE95-4B6A-8309-552F85FF54FF}"/>
              </a:ext>
            </a:extLst>
          </p:cNvPr>
          <p:cNvSpPr/>
          <p:nvPr/>
        </p:nvSpPr>
        <p:spPr>
          <a:xfrm>
            <a:off x="4556240" y="807528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4C9A4F05-6C0C-46A4-9374-776F9FF7BF6D}"/>
              </a:ext>
            </a:extLst>
          </p:cNvPr>
          <p:cNvSpPr txBox="1"/>
          <p:nvPr/>
        </p:nvSpPr>
        <p:spPr>
          <a:xfrm>
            <a:off x="4554644" y="908299"/>
            <a:ext cx="194638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چالش ها و موانع</a:t>
            </a:r>
            <a:endParaRPr lang="en-US" sz="1200" dirty="0">
              <a:solidFill>
                <a:schemeClr val="tx1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</p:txBody>
      </p:sp>
      <p:sp>
        <p:nvSpPr>
          <p:cNvPr id="122" name="Rectangle: Rounded Corners 121">
            <a:extLst>
              <a:ext uri="{FF2B5EF4-FFF2-40B4-BE49-F238E27FC236}">
                <a16:creationId xmlns:a16="http://schemas.microsoft.com/office/drawing/2014/main" id="{6210408A-B27F-4C78-BC80-C99201793416}"/>
              </a:ext>
            </a:extLst>
          </p:cNvPr>
          <p:cNvSpPr/>
          <p:nvPr/>
        </p:nvSpPr>
        <p:spPr>
          <a:xfrm>
            <a:off x="2551790" y="797982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58B60014-B102-4E1C-BBD1-5C2ECB513AA9}"/>
              </a:ext>
            </a:extLst>
          </p:cNvPr>
          <p:cNvSpPr txBox="1"/>
          <p:nvPr/>
        </p:nvSpPr>
        <p:spPr>
          <a:xfrm>
            <a:off x="2550194" y="898753"/>
            <a:ext cx="194638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آینده ماشین های خودران</a:t>
            </a:r>
            <a:endParaRPr lang="en-US" sz="1200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124" name="Rectangle: Rounded Corners 123">
            <a:extLst>
              <a:ext uri="{FF2B5EF4-FFF2-40B4-BE49-F238E27FC236}">
                <a16:creationId xmlns:a16="http://schemas.microsoft.com/office/drawing/2014/main" id="{67D76EB8-FC27-4D92-95AD-77E683052878}"/>
              </a:ext>
            </a:extLst>
          </p:cNvPr>
          <p:cNvSpPr/>
          <p:nvPr/>
        </p:nvSpPr>
        <p:spPr>
          <a:xfrm>
            <a:off x="545744" y="794293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CA655A86-4BD3-42DF-B1A7-8E9D3A8D0ADB}"/>
              </a:ext>
            </a:extLst>
          </p:cNvPr>
          <p:cNvSpPr txBox="1"/>
          <p:nvPr/>
        </p:nvSpPr>
        <p:spPr>
          <a:xfrm>
            <a:off x="544148" y="895064"/>
            <a:ext cx="194638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منابع</a:t>
            </a:r>
            <a:endParaRPr lang="en-US" sz="1200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F81A1E-E2E0-4B98-AB5D-99C719708236}"/>
              </a:ext>
            </a:extLst>
          </p:cNvPr>
          <p:cNvSpPr txBox="1"/>
          <p:nvPr/>
        </p:nvSpPr>
        <p:spPr>
          <a:xfrm>
            <a:off x="947120" y="2725452"/>
            <a:ext cx="209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a-IR" sz="1800" dirty="0">
                <a:solidFill>
                  <a:schemeClr val="tx1"/>
                </a:solidFill>
                <a:cs typeface="Yekan" pitchFamily="2" charset="-78"/>
              </a:rPr>
              <a:t>هوش مصنوعی</a:t>
            </a:r>
            <a:endParaRPr lang="en-US" sz="1800" dirty="0">
              <a:solidFill>
                <a:schemeClr val="tx1"/>
              </a:solidFill>
              <a:cs typeface="Yekan" pitchFamily="2" charset="-78"/>
            </a:endParaRP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29A2B92B-B0D6-4243-B396-75D9A8E866C8}"/>
              </a:ext>
            </a:extLst>
          </p:cNvPr>
          <p:cNvSpPr txBox="1"/>
          <p:nvPr/>
        </p:nvSpPr>
        <p:spPr>
          <a:xfrm>
            <a:off x="3607740" y="6460179"/>
            <a:ext cx="209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a-IR" sz="1800" dirty="0">
                <a:solidFill>
                  <a:schemeClr val="tx1"/>
                </a:solidFill>
                <a:cs typeface="Yekan" pitchFamily="2" charset="-78"/>
              </a:rPr>
              <a:t>ضمیمه کردن خدمات</a:t>
            </a:r>
            <a:endParaRPr lang="en-US" sz="1800" dirty="0">
              <a:solidFill>
                <a:schemeClr val="tx1"/>
              </a:solidFill>
              <a:cs typeface="Yekan" pitchFamily="2" charset="-78"/>
            </a:endParaRP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EAB80953-1D30-46A1-ADE7-0597549351C1}"/>
              </a:ext>
            </a:extLst>
          </p:cNvPr>
          <p:cNvSpPr txBox="1"/>
          <p:nvPr/>
        </p:nvSpPr>
        <p:spPr>
          <a:xfrm>
            <a:off x="6204904" y="6439743"/>
            <a:ext cx="209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a-IR" sz="1800" dirty="0">
                <a:solidFill>
                  <a:schemeClr val="tx1"/>
                </a:solidFill>
                <a:cs typeface="Yekan" pitchFamily="2" charset="-78"/>
              </a:rPr>
              <a:t>دلایل اقتصادی</a:t>
            </a:r>
            <a:endParaRPr lang="en-US" sz="1800" dirty="0">
              <a:solidFill>
                <a:schemeClr val="tx1"/>
              </a:solidFill>
              <a:cs typeface="Yekan" pitchFamily="2" charset="-78"/>
            </a:endParaRPr>
          </a:p>
        </p:txBody>
      </p:sp>
      <p:grpSp>
        <p:nvGrpSpPr>
          <p:cNvPr id="137" name="Google Shape;11890;p79">
            <a:extLst>
              <a:ext uri="{FF2B5EF4-FFF2-40B4-BE49-F238E27FC236}">
                <a16:creationId xmlns:a16="http://schemas.microsoft.com/office/drawing/2014/main" id="{10212200-A78A-4F49-86B0-AA764EB91E7E}"/>
              </a:ext>
            </a:extLst>
          </p:cNvPr>
          <p:cNvGrpSpPr/>
          <p:nvPr/>
        </p:nvGrpSpPr>
        <p:grpSpPr>
          <a:xfrm>
            <a:off x="6977538" y="5553798"/>
            <a:ext cx="548640" cy="548640"/>
            <a:chOff x="3097241" y="2433564"/>
            <a:chExt cx="344883" cy="343387"/>
          </a:xfrm>
        </p:grpSpPr>
        <p:sp>
          <p:nvSpPr>
            <p:cNvPr id="138" name="Google Shape;11891;p79">
              <a:extLst>
                <a:ext uri="{FF2B5EF4-FFF2-40B4-BE49-F238E27FC236}">
                  <a16:creationId xmlns:a16="http://schemas.microsoft.com/office/drawing/2014/main" id="{69CC9B83-98AF-43CF-8D5E-A1C8BE1FFBB6}"/>
                </a:ext>
              </a:extLst>
            </p:cNvPr>
            <p:cNvSpPr/>
            <p:nvPr/>
          </p:nvSpPr>
          <p:spPr>
            <a:xfrm>
              <a:off x="3151825" y="2465806"/>
              <a:ext cx="235746" cy="311146"/>
            </a:xfrm>
            <a:custGeom>
              <a:avLst/>
              <a:gdLst/>
              <a:ahLst/>
              <a:cxnLst/>
              <a:rect l="l" t="t" r="r" b="b"/>
              <a:pathLst>
                <a:path w="7407" h="9776" extrusionOk="0">
                  <a:moveTo>
                    <a:pt x="3703" y="322"/>
                  </a:moveTo>
                  <a:cubicBezTo>
                    <a:pt x="5573" y="322"/>
                    <a:pt x="7097" y="1846"/>
                    <a:pt x="7097" y="3715"/>
                  </a:cubicBezTo>
                  <a:cubicBezTo>
                    <a:pt x="7097" y="5239"/>
                    <a:pt x="6144" y="6728"/>
                    <a:pt x="5358" y="7704"/>
                  </a:cubicBezTo>
                  <a:cubicBezTo>
                    <a:pt x="4656" y="8573"/>
                    <a:pt x="3953" y="9192"/>
                    <a:pt x="3703" y="9418"/>
                  </a:cubicBezTo>
                  <a:cubicBezTo>
                    <a:pt x="3441" y="9192"/>
                    <a:pt x="2751" y="8573"/>
                    <a:pt x="2048" y="7704"/>
                  </a:cubicBezTo>
                  <a:cubicBezTo>
                    <a:pt x="1263" y="6728"/>
                    <a:pt x="310" y="5239"/>
                    <a:pt x="310" y="3715"/>
                  </a:cubicBezTo>
                  <a:cubicBezTo>
                    <a:pt x="310" y="1846"/>
                    <a:pt x="1822" y="322"/>
                    <a:pt x="3703" y="322"/>
                  </a:cubicBezTo>
                  <a:close/>
                  <a:moveTo>
                    <a:pt x="3703" y="1"/>
                  </a:moveTo>
                  <a:cubicBezTo>
                    <a:pt x="1667" y="1"/>
                    <a:pt x="0" y="1668"/>
                    <a:pt x="0" y="3704"/>
                  </a:cubicBezTo>
                  <a:cubicBezTo>
                    <a:pt x="0" y="4418"/>
                    <a:pt x="191" y="5192"/>
                    <a:pt x="560" y="5978"/>
                  </a:cubicBezTo>
                  <a:cubicBezTo>
                    <a:pt x="858" y="6609"/>
                    <a:pt x="1274" y="7263"/>
                    <a:pt x="1798" y="7894"/>
                  </a:cubicBezTo>
                  <a:cubicBezTo>
                    <a:pt x="2691" y="9002"/>
                    <a:pt x="3549" y="9716"/>
                    <a:pt x="3596" y="9740"/>
                  </a:cubicBezTo>
                  <a:cubicBezTo>
                    <a:pt x="3626" y="9764"/>
                    <a:pt x="3665" y="9776"/>
                    <a:pt x="3700" y="9776"/>
                  </a:cubicBezTo>
                  <a:cubicBezTo>
                    <a:pt x="3736" y="9776"/>
                    <a:pt x="3769" y="9764"/>
                    <a:pt x="3787" y="9740"/>
                  </a:cubicBezTo>
                  <a:cubicBezTo>
                    <a:pt x="3822" y="9716"/>
                    <a:pt x="4703" y="9002"/>
                    <a:pt x="5596" y="7894"/>
                  </a:cubicBezTo>
                  <a:cubicBezTo>
                    <a:pt x="6108" y="7252"/>
                    <a:pt x="6525" y="6609"/>
                    <a:pt x="6823" y="5978"/>
                  </a:cubicBezTo>
                  <a:cubicBezTo>
                    <a:pt x="7204" y="5192"/>
                    <a:pt x="7394" y="4418"/>
                    <a:pt x="7394" y="3704"/>
                  </a:cubicBezTo>
                  <a:cubicBezTo>
                    <a:pt x="7406" y="1668"/>
                    <a:pt x="5739" y="1"/>
                    <a:pt x="3703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9" name="Google Shape;11892;p79">
              <a:extLst>
                <a:ext uri="{FF2B5EF4-FFF2-40B4-BE49-F238E27FC236}">
                  <a16:creationId xmlns:a16="http://schemas.microsoft.com/office/drawing/2014/main" id="{F4FB37C6-BB3C-41C3-BB40-36E98B3EF15F}"/>
                </a:ext>
              </a:extLst>
            </p:cNvPr>
            <p:cNvSpPr/>
            <p:nvPr/>
          </p:nvSpPr>
          <p:spPr>
            <a:xfrm>
              <a:off x="3179483" y="2492732"/>
              <a:ext cx="181926" cy="181894"/>
            </a:xfrm>
            <a:custGeom>
              <a:avLst/>
              <a:gdLst/>
              <a:ahLst/>
              <a:cxnLst/>
              <a:rect l="l" t="t" r="r" b="b"/>
              <a:pathLst>
                <a:path w="5716" h="5715" extrusionOk="0">
                  <a:moveTo>
                    <a:pt x="2858" y="0"/>
                  </a:moveTo>
                  <a:cubicBezTo>
                    <a:pt x="1286" y="0"/>
                    <a:pt x="1" y="1286"/>
                    <a:pt x="1" y="2858"/>
                  </a:cubicBezTo>
                  <a:cubicBezTo>
                    <a:pt x="1" y="4441"/>
                    <a:pt x="1286" y="5715"/>
                    <a:pt x="2858" y="5715"/>
                  </a:cubicBezTo>
                  <a:cubicBezTo>
                    <a:pt x="4442" y="5715"/>
                    <a:pt x="5716" y="4429"/>
                    <a:pt x="5716" y="2858"/>
                  </a:cubicBezTo>
                  <a:cubicBezTo>
                    <a:pt x="5692" y="2131"/>
                    <a:pt x="5418" y="1429"/>
                    <a:pt x="4918" y="893"/>
                  </a:cubicBezTo>
                  <a:cubicBezTo>
                    <a:pt x="4888" y="863"/>
                    <a:pt x="4846" y="848"/>
                    <a:pt x="4805" y="848"/>
                  </a:cubicBezTo>
                  <a:cubicBezTo>
                    <a:pt x="4763" y="848"/>
                    <a:pt x="4721" y="863"/>
                    <a:pt x="4692" y="893"/>
                  </a:cubicBezTo>
                  <a:cubicBezTo>
                    <a:pt x="4632" y="953"/>
                    <a:pt x="4632" y="1060"/>
                    <a:pt x="4692" y="1119"/>
                  </a:cubicBezTo>
                  <a:cubicBezTo>
                    <a:pt x="5144" y="1595"/>
                    <a:pt x="5394" y="2215"/>
                    <a:pt x="5394" y="2869"/>
                  </a:cubicBezTo>
                  <a:cubicBezTo>
                    <a:pt x="5394" y="4274"/>
                    <a:pt x="4251" y="5417"/>
                    <a:pt x="2846" y="5417"/>
                  </a:cubicBezTo>
                  <a:cubicBezTo>
                    <a:pt x="1453" y="5417"/>
                    <a:pt x="298" y="4274"/>
                    <a:pt x="298" y="2869"/>
                  </a:cubicBezTo>
                  <a:cubicBezTo>
                    <a:pt x="298" y="1476"/>
                    <a:pt x="1453" y="333"/>
                    <a:pt x="2846" y="333"/>
                  </a:cubicBezTo>
                  <a:cubicBezTo>
                    <a:pt x="3299" y="333"/>
                    <a:pt x="3739" y="452"/>
                    <a:pt x="4132" y="667"/>
                  </a:cubicBezTo>
                  <a:cubicBezTo>
                    <a:pt x="4157" y="683"/>
                    <a:pt x="4185" y="691"/>
                    <a:pt x="4214" y="691"/>
                  </a:cubicBezTo>
                  <a:cubicBezTo>
                    <a:pt x="4269" y="691"/>
                    <a:pt x="4323" y="662"/>
                    <a:pt x="4346" y="607"/>
                  </a:cubicBezTo>
                  <a:cubicBezTo>
                    <a:pt x="4394" y="536"/>
                    <a:pt x="4370" y="429"/>
                    <a:pt x="4287" y="393"/>
                  </a:cubicBezTo>
                  <a:cubicBezTo>
                    <a:pt x="3858" y="131"/>
                    <a:pt x="3370" y="0"/>
                    <a:pt x="2858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0" name="Google Shape;11893;p79">
              <a:extLst>
                <a:ext uri="{FF2B5EF4-FFF2-40B4-BE49-F238E27FC236}">
                  <a16:creationId xmlns:a16="http://schemas.microsoft.com/office/drawing/2014/main" id="{6FACBDDC-74BE-461E-AF48-885E62DA8EEE}"/>
                </a:ext>
              </a:extLst>
            </p:cNvPr>
            <p:cNvSpPr/>
            <p:nvPr/>
          </p:nvSpPr>
          <p:spPr>
            <a:xfrm>
              <a:off x="3242024" y="2524941"/>
              <a:ext cx="54202" cy="117857"/>
            </a:xfrm>
            <a:custGeom>
              <a:avLst/>
              <a:gdLst/>
              <a:ahLst/>
              <a:cxnLst/>
              <a:rect l="l" t="t" r="r" b="b"/>
              <a:pathLst>
                <a:path w="1703" h="3703" extrusionOk="0">
                  <a:moveTo>
                    <a:pt x="857" y="0"/>
                  </a:moveTo>
                  <a:cubicBezTo>
                    <a:pt x="762" y="0"/>
                    <a:pt x="691" y="71"/>
                    <a:pt x="691" y="167"/>
                  </a:cubicBezTo>
                  <a:lnTo>
                    <a:pt x="691" y="524"/>
                  </a:lnTo>
                  <a:cubicBezTo>
                    <a:pt x="322" y="560"/>
                    <a:pt x="24" y="881"/>
                    <a:pt x="24" y="1262"/>
                  </a:cubicBezTo>
                  <a:cubicBezTo>
                    <a:pt x="24" y="1679"/>
                    <a:pt x="357" y="2012"/>
                    <a:pt x="762" y="2012"/>
                  </a:cubicBezTo>
                  <a:lnTo>
                    <a:pt x="929" y="2012"/>
                  </a:lnTo>
                  <a:cubicBezTo>
                    <a:pt x="1167" y="2012"/>
                    <a:pt x="1357" y="2203"/>
                    <a:pt x="1357" y="2441"/>
                  </a:cubicBezTo>
                  <a:cubicBezTo>
                    <a:pt x="1357" y="2679"/>
                    <a:pt x="1167" y="2869"/>
                    <a:pt x="929" y="2869"/>
                  </a:cubicBezTo>
                  <a:lnTo>
                    <a:pt x="679" y="2869"/>
                  </a:lnTo>
                  <a:cubicBezTo>
                    <a:pt x="476" y="2869"/>
                    <a:pt x="334" y="2703"/>
                    <a:pt x="334" y="2524"/>
                  </a:cubicBezTo>
                  <a:cubicBezTo>
                    <a:pt x="334" y="2441"/>
                    <a:pt x="262" y="2369"/>
                    <a:pt x="167" y="2369"/>
                  </a:cubicBezTo>
                  <a:cubicBezTo>
                    <a:pt x="83" y="2369"/>
                    <a:pt x="0" y="2441"/>
                    <a:pt x="0" y="2524"/>
                  </a:cubicBezTo>
                  <a:cubicBezTo>
                    <a:pt x="0" y="2905"/>
                    <a:pt x="298" y="3203"/>
                    <a:pt x="679" y="3203"/>
                  </a:cubicBezTo>
                  <a:lnTo>
                    <a:pt x="691" y="3203"/>
                  </a:lnTo>
                  <a:lnTo>
                    <a:pt x="691" y="3536"/>
                  </a:lnTo>
                  <a:cubicBezTo>
                    <a:pt x="691" y="3631"/>
                    <a:pt x="762" y="3703"/>
                    <a:pt x="857" y="3703"/>
                  </a:cubicBezTo>
                  <a:cubicBezTo>
                    <a:pt x="941" y="3703"/>
                    <a:pt x="1012" y="3631"/>
                    <a:pt x="1012" y="3536"/>
                  </a:cubicBezTo>
                  <a:lnTo>
                    <a:pt x="1012" y="3179"/>
                  </a:lnTo>
                  <a:cubicBezTo>
                    <a:pt x="1393" y="3143"/>
                    <a:pt x="1691" y="2822"/>
                    <a:pt x="1691" y="2441"/>
                  </a:cubicBezTo>
                  <a:cubicBezTo>
                    <a:pt x="1691" y="2024"/>
                    <a:pt x="1346" y="1691"/>
                    <a:pt x="941" y="1691"/>
                  </a:cubicBezTo>
                  <a:lnTo>
                    <a:pt x="774" y="1691"/>
                  </a:lnTo>
                  <a:cubicBezTo>
                    <a:pt x="536" y="1691"/>
                    <a:pt x="345" y="1500"/>
                    <a:pt x="345" y="1262"/>
                  </a:cubicBezTo>
                  <a:cubicBezTo>
                    <a:pt x="345" y="1024"/>
                    <a:pt x="536" y="833"/>
                    <a:pt x="774" y="833"/>
                  </a:cubicBezTo>
                  <a:lnTo>
                    <a:pt x="1036" y="833"/>
                  </a:lnTo>
                  <a:cubicBezTo>
                    <a:pt x="1226" y="833"/>
                    <a:pt x="1369" y="1000"/>
                    <a:pt x="1369" y="1179"/>
                  </a:cubicBezTo>
                  <a:lnTo>
                    <a:pt x="1369" y="1345"/>
                  </a:lnTo>
                  <a:cubicBezTo>
                    <a:pt x="1393" y="1429"/>
                    <a:pt x="1453" y="1500"/>
                    <a:pt x="1536" y="1500"/>
                  </a:cubicBezTo>
                  <a:cubicBezTo>
                    <a:pt x="1631" y="1500"/>
                    <a:pt x="1703" y="1429"/>
                    <a:pt x="1703" y="1345"/>
                  </a:cubicBezTo>
                  <a:lnTo>
                    <a:pt x="1703" y="1179"/>
                  </a:lnTo>
                  <a:cubicBezTo>
                    <a:pt x="1703" y="810"/>
                    <a:pt x="1405" y="512"/>
                    <a:pt x="1036" y="512"/>
                  </a:cubicBezTo>
                  <a:lnTo>
                    <a:pt x="1012" y="512"/>
                  </a:lnTo>
                  <a:lnTo>
                    <a:pt x="1012" y="167"/>
                  </a:lnTo>
                  <a:cubicBezTo>
                    <a:pt x="1012" y="71"/>
                    <a:pt x="941" y="0"/>
                    <a:pt x="857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1" name="Google Shape;11894;p79">
              <a:extLst>
                <a:ext uri="{FF2B5EF4-FFF2-40B4-BE49-F238E27FC236}">
                  <a16:creationId xmlns:a16="http://schemas.microsoft.com/office/drawing/2014/main" id="{172F5C4F-FE0B-4ECB-B8B9-01B3CFFAE86A}"/>
                </a:ext>
              </a:extLst>
            </p:cNvPr>
            <p:cNvSpPr/>
            <p:nvPr/>
          </p:nvSpPr>
          <p:spPr>
            <a:xfrm>
              <a:off x="3390945" y="2433724"/>
              <a:ext cx="51179" cy="85934"/>
            </a:xfrm>
            <a:custGeom>
              <a:avLst/>
              <a:gdLst/>
              <a:ahLst/>
              <a:cxnLst/>
              <a:rect l="l" t="t" r="r" b="b"/>
              <a:pathLst>
                <a:path w="1608" h="2700" extrusionOk="0">
                  <a:moveTo>
                    <a:pt x="182" y="1"/>
                  </a:moveTo>
                  <a:cubicBezTo>
                    <a:pt x="134" y="1"/>
                    <a:pt x="86" y="22"/>
                    <a:pt x="48" y="68"/>
                  </a:cubicBezTo>
                  <a:cubicBezTo>
                    <a:pt x="0" y="140"/>
                    <a:pt x="12" y="235"/>
                    <a:pt x="84" y="294"/>
                  </a:cubicBezTo>
                  <a:cubicBezTo>
                    <a:pt x="834" y="794"/>
                    <a:pt x="1274" y="1628"/>
                    <a:pt x="1274" y="2545"/>
                  </a:cubicBezTo>
                  <a:cubicBezTo>
                    <a:pt x="1274" y="2628"/>
                    <a:pt x="1358" y="2699"/>
                    <a:pt x="1441" y="2699"/>
                  </a:cubicBezTo>
                  <a:cubicBezTo>
                    <a:pt x="1536" y="2699"/>
                    <a:pt x="1608" y="2628"/>
                    <a:pt x="1608" y="2545"/>
                  </a:cubicBezTo>
                  <a:cubicBezTo>
                    <a:pt x="1596" y="1533"/>
                    <a:pt x="1096" y="592"/>
                    <a:pt x="262" y="20"/>
                  </a:cubicBezTo>
                  <a:cubicBezTo>
                    <a:pt x="237" y="8"/>
                    <a:pt x="209" y="1"/>
                    <a:pt x="182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2" name="Google Shape;11895;p79">
              <a:extLst>
                <a:ext uri="{FF2B5EF4-FFF2-40B4-BE49-F238E27FC236}">
                  <a16:creationId xmlns:a16="http://schemas.microsoft.com/office/drawing/2014/main" id="{28F8C636-6C20-465C-813D-A81231060A96}"/>
                </a:ext>
              </a:extLst>
            </p:cNvPr>
            <p:cNvSpPr/>
            <p:nvPr/>
          </p:nvSpPr>
          <p:spPr>
            <a:xfrm>
              <a:off x="3360613" y="2478187"/>
              <a:ext cx="27340" cy="41471"/>
            </a:xfrm>
            <a:custGeom>
              <a:avLst/>
              <a:gdLst/>
              <a:ahLst/>
              <a:cxnLst/>
              <a:rect l="l" t="t" r="r" b="b"/>
              <a:pathLst>
                <a:path w="859" h="1303" extrusionOk="0">
                  <a:moveTo>
                    <a:pt x="177" y="1"/>
                  </a:moveTo>
                  <a:cubicBezTo>
                    <a:pt x="131" y="1"/>
                    <a:pt x="85" y="25"/>
                    <a:pt x="48" y="76"/>
                  </a:cubicBezTo>
                  <a:cubicBezTo>
                    <a:pt x="1" y="147"/>
                    <a:pt x="13" y="231"/>
                    <a:pt x="84" y="290"/>
                  </a:cubicBezTo>
                  <a:cubicBezTo>
                    <a:pt x="370" y="493"/>
                    <a:pt x="537" y="802"/>
                    <a:pt x="537" y="1148"/>
                  </a:cubicBezTo>
                  <a:cubicBezTo>
                    <a:pt x="537" y="1231"/>
                    <a:pt x="608" y="1302"/>
                    <a:pt x="703" y="1302"/>
                  </a:cubicBezTo>
                  <a:cubicBezTo>
                    <a:pt x="787" y="1302"/>
                    <a:pt x="858" y="1231"/>
                    <a:pt x="858" y="1148"/>
                  </a:cubicBezTo>
                  <a:cubicBezTo>
                    <a:pt x="858" y="683"/>
                    <a:pt x="644" y="278"/>
                    <a:pt x="263" y="28"/>
                  </a:cubicBezTo>
                  <a:cubicBezTo>
                    <a:pt x="235" y="10"/>
                    <a:pt x="206" y="1"/>
                    <a:pt x="177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3" name="Google Shape;11896;p79">
              <a:extLst>
                <a:ext uri="{FF2B5EF4-FFF2-40B4-BE49-F238E27FC236}">
                  <a16:creationId xmlns:a16="http://schemas.microsoft.com/office/drawing/2014/main" id="{CD4D3B78-798D-4654-8940-37F1311829B2}"/>
                </a:ext>
              </a:extLst>
            </p:cNvPr>
            <p:cNvSpPr/>
            <p:nvPr/>
          </p:nvSpPr>
          <p:spPr>
            <a:xfrm>
              <a:off x="3375795" y="2455939"/>
              <a:ext cx="39434" cy="63719"/>
            </a:xfrm>
            <a:custGeom>
              <a:avLst/>
              <a:gdLst/>
              <a:ahLst/>
              <a:cxnLst/>
              <a:rect l="l" t="t" r="r" b="b"/>
              <a:pathLst>
                <a:path w="1239" h="2002" extrusionOk="0">
                  <a:moveTo>
                    <a:pt x="183" y="0"/>
                  </a:moveTo>
                  <a:cubicBezTo>
                    <a:pt x="134" y="0"/>
                    <a:pt x="86" y="26"/>
                    <a:pt x="48" y="73"/>
                  </a:cubicBezTo>
                  <a:cubicBezTo>
                    <a:pt x="0" y="144"/>
                    <a:pt x="12" y="239"/>
                    <a:pt x="83" y="299"/>
                  </a:cubicBezTo>
                  <a:cubicBezTo>
                    <a:pt x="595" y="632"/>
                    <a:pt x="905" y="1216"/>
                    <a:pt x="905" y="1847"/>
                  </a:cubicBezTo>
                  <a:cubicBezTo>
                    <a:pt x="905" y="1930"/>
                    <a:pt x="976" y="2001"/>
                    <a:pt x="1072" y="2001"/>
                  </a:cubicBezTo>
                  <a:cubicBezTo>
                    <a:pt x="1155" y="2001"/>
                    <a:pt x="1238" y="1930"/>
                    <a:pt x="1238" y="1847"/>
                  </a:cubicBezTo>
                  <a:cubicBezTo>
                    <a:pt x="1238" y="1108"/>
                    <a:pt x="881" y="430"/>
                    <a:pt x="262" y="25"/>
                  </a:cubicBezTo>
                  <a:cubicBezTo>
                    <a:pt x="237" y="8"/>
                    <a:pt x="210" y="0"/>
                    <a:pt x="183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4" name="Google Shape;11897;p79">
              <a:extLst>
                <a:ext uri="{FF2B5EF4-FFF2-40B4-BE49-F238E27FC236}">
                  <a16:creationId xmlns:a16="http://schemas.microsoft.com/office/drawing/2014/main" id="{F26D57A1-1A40-4442-84F4-DDD78A544C34}"/>
                </a:ext>
              </a:extLst>
            </p:cNvPr>
            <p:cNvSpPr/>
            <p:nvPr/>
          </p:nvSpPr>
          <p:spPr>
            <a:xfrm>
              <a:off x="3097241" y="2433564"/>
              <a:ext cx="50829" cy="85711"/>
            </a:xfrm>
            <a:custGeom>
              <a:avLst/>
              <a:gdLst/>
              <a:ahLst/>
              <a:cxnLst/>
              <a:rect l="l" t="t" r="r" b="b"/>
              <a:pathLst>
                <a:path w="1597" h="2693" extrusionOk="0">
                  <a:moveTo>
                    <a:pt x="1408" y="1"/>
                  </a:moveTo>
                  <a:cubicBezTo>
                    <a:pt x="1378" y="1"/>
                    <a:pt x="1348" y="9"/>
                    <a:pt x="1323" y="25"/>
                  </a:cubicBezTo>
                  <a:cubicBezTo>
                    <a:pt x="489" y="597"/>
                    <a:pt x="1" y="1538"/>
                    <a:pt x="1" y="2526"/>
                  </a:cubicBezTo>
                  <a:cubicBezTo>
                    <a:pt x="1" y="2621"/>
                    <a:pt x="72" y="2692"/>
                    <a:pt x="168" y="2692"/>
                  </a:cubicBezTo>
                  <a:cubicBezTo>
                    <a:pt x="251" y="2692"/>
                    <a:pt x="322" y="2621"/>
                    <a:pt x="322" y="2526"/>
                  </a:cubicBezTo>
                  <a:cubicBezTo>
                    <a:pt x="322" y="1633"/>
                    <a:pt x="775" y="787"/>
                    <a:pt x="1513" y="275"/>
                  </a:cubicBezTo>
                  <a:cubicBezTo>
                    <a:pt x="1573" y="240"/>
                    <a:pt x="1596" y="133"/>
                    <a:pt x="1549" y="73"/>
                  </a:cubicBezTo>
                  <a:cubicBezTo>
                    <a:pt x="1518" y="27"/>
                    <a:pt x="1462" y="1"/>
                    <a:pt x="1408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5" name="Google Shape;11898;p79">
              <a:extLst>
                <a:ext uri="{FF2B5EF4-FFF2-40B4-BE49-F238E27FC236}">
                  <a16:creationId xmlns:a16="http://schemas.microsoft.com/office/drawing/2014/main" id="{B0EBCE3F-DC3E-4276-BBBF-DB3188B1D07C}"/>
                </a:ext>
              </a:extLst>
            </p:cNvPr>
            <p:cNvSpPr/>
            <p:nvPr/>
          </p:nvSpPr>
          <p:spPr>
            <a:xfrm>
              <a:off x="3151061" y="2477773"/>
              <a:ext cx="27690" cy="41503"/>
            </a:xfrm>
            <a:custGeom>
              <a:avLst/>
              <a:gdLst/>
              <a:ahLst/>
              <a:cxnLst/>
              <a:rect l="l" t="t" r="r" b="b"/>
              <a:pathLst>
                <a:path w="870" h="1304" extrusionOk="0">
                  <a:moveTo>
                    <a:pt x="681" y="1"/>
                  </a:moveTo>
                  <a:cubicBezTo>
                    <a:pt x="647" y="1"/>
                    <a:pt x="613" y="10"/>
                    <a:pt x="584" y="29"/>
                  </a:cubicBezTo>
                  <a:cubicBezTo>
                    <a:pt x="215" y="280"/>
                    <a:pt x="1" y="696"/>
                    <a:pt x="1" y="1137"/>
                  </a:cubicBezTo>
                  <a:cubicBezTo>
                    <a:pt x="1" y="1232"/>
                    <a:pt x="84" y="1303"/>
                    <a:pt x="167" y="1303"/>
                  </a:cubicBezTo>
                  <a:cubicBezTo>
                    <a:pt x="263" y="1303"/>
                    <a:pt x="334" y="1232"/>
                    <a:pt x="334" y="1137"/>
                  </a:cubicBezTo>
                  <a:cubicBezTo>
                    <a:pt x="334" y="803"/>
                    <a:pt x="501" y="482"/>
                    <a:pt x="775" y="291"/>
                  </a:cubicBezTo>
                  <a:cubicBezTo>
                    <a:pt x="834" y="244"/>
                    <a:pt x="870" y="149"/>
                    <a:pt x="810" y="65"/>
                  </a:cubicBezTo>
                  <a:cubicBezTo>
                    <a:pt x="782" y="22"/>
                    <a:pt x="732" y="1"/>
                    <a:pt x="68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6" name="Google Shape;11899;p79">
              <a:extLst>
                <a:ext uri="{FF2B5EF4-FFF2-40B4-BE49-F238E27FC236}">
                  <a16:creationId xmlns:a16="http://schemas.microsoft.com/office/drawing/2014/main" id="{821C47C2-313D-47DA-A749-FDDEDDA854B2}"/>
                </a:ext>
              </a:extLst>
            </p:cNvPr>
            <p:cNvSpPr/>
            <p:nvPr/>
          </p:nvSpPr>
          <p:spPr>
            <a:xfrm>
              <a:off x="3124167" y="2455939"/>
              <a:ext cx="39434" cy="63337"/>
            </a:xfrm>
            <a:custGeom>
              <a:avLst/>
              <a:gdLst/>
              <a:ahLst/>
              <a:cxnLst/>
              <a:rect l="l" t="t" r="r" b="b"/>
              <a:pathLst>
                <a:path w="1239" h="1990" extrusionOk="0">
                  <a:moveTo>
                    <a:pt x="1038" y="0"/>
                  </a:moveTo>
                  <a:cubicBezTo>
                    <a:pt x="1008" y="0"/>
                    <a:pt x="978" y="8"/>
                    <a:pt x="953" y="25"/>
                  </a:cubicBezTo>
                  <a:cubicBezTo>
                    <a:pt x="357" y="430"/>
                    <a:pt x="0" y="1108"/>
                    <a:pt x="0" y="1823"/>
                  </a:cubicBezTo>
                  <a:cubicBezTo>
                    <a:pt x="0" y="1918"/>
                    <a:pt x="72" y="1989"/>
                    <a:pt x="167" y="1989"/>
                  </a:cubicBezTo>
                  <a:cubicBezTo>
                    <a:pt x="250" y="1989"/>
                    <a:pt x="334" y="1918"/>
                    <a:pt x="334" y="1823"/>
                  </a:cubicBezTo>
                  <a:cubicBezTo>
                    <a:pt x="334" y="1204"/>
                    <a:pt x="643" y="632"/>
                    <a:pt x="1143" y="275"/>
                  </a:cubicBezTo>
                  <a:cubicBezTo>
                    <a:pt x="1203" y="239"/>
                    <a:pt x="1239" y="132"/>
                    <a:pt x="1179" y="73"/>
                  </a:cubicBezTo>
                  <a:cubicBezTo>
                    <a:pt x="1148" y="26"/>
                    <a:pt x="1093" y="0"/>
                    <a:pt x="1038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47" name="Google Shape;2328;p64">
            <a:extLst>
              <a:ext uri="{FF2B5EF4-FFF2-40B4-BE49-F238E27FC236}">
                <a16:creationId xmlns:a16="http://schemas.microsoft.com/office/drawing/2014/main" id="{A3DB77BC-B1C0-42D5-9DFA-47D1656D2FCB}"/>
              </a:ext>
            </a:extLst>
          </p:cNvPr>
          <p:cNvGrpSpPr/>
          <p:nvPr/>
        </p:nvGrpSpPr>
        <p:grpSpPr>
          <a:xfrm>
            <a:off x="4377658" y="3952973"/>
            <a:ext cx="914400" cy="822960"/>
            <a:chOff x="1902821" y="1455690"/>
            <a:chExt cx="602023" cy="553698"/>
          </a:xfrm>
        </p:grpSpPr>
        <p:sp>
          <p:nvSpPr>
            <p:cNvPr id="148" name="Google Shape;2329;p64">
              <a:extLst>
                <a:ext uri="{FF2B5EF4-FFF2-40B4-BE49-F238E27FC236}">
                  <a16:creationId xmlns:a16="http://schemas.microsoft.com/office/drawing/2014/main" id="{8C2958C8-70B5-4D9C-9764-BF2C7FBC4827}"/>
                </a:ext>
              </a:extLst>
            </p:cNvPr>
            <p:cNvSpPr/>
            <p:nvPr/>
          </p:nvSpPr>
          <p:spPr>
            <a:xfrm>
              <a:off x="2268526" y="1496088"/>
              <a:ext cx="51774" cy="61990"/>
            </a:xfrm>
            <a:custGeom>
              <a:avLst/>
              <a:gdLst/>
              <a:ahLst/>
              <a:cxnLst/>
              <a:rect l="l" t="t" r="r" b="b"/>
              <a:pathLst>
                <a:path w="1561" h="1869" extrusionOk="0">
                  <a:moveTo>
                    <a:pt x="780" y="533"/>
                  </a:moveTo>
                  <a:cubicBezTo>
                    <a:pt x="918" y="533"/>
                    <a:pt x="1029" y="644"/>
                    <a:pt x="1029" y="781"/>
                  </a:cubicBezTo>
                  <a:lnTo>
                    <a:pt x="1029" y="1087"/>
                  </a:lnTo>
                  <a:cubicBezTo>
                    <a:pt x="1029" y="1225"/>
                    <a:pt x="918" y="1337"/>
                    <a:pt x="780" y="1337"/>
                  </a:cubicBezTo>
                  <a:cubicBezTo>
                    <a:pt x="644" y="1337"/>
                    <a:pt x="532" y="1225"/>
                    <a:pt x="532" y="1087"/>
                  </a:cubicBezTo>
                  <a:lnTo>
                    <a:pt x="532" y="781"/>
                  </a:lnTo>
                  <a:cubicBezTo>
                    <a:pt x="532" y="644"/>
                    <a:pt x="644" y="533"/>
                    <a:pt x="780" y="533"/>
                  </a:cubicBezTo>
                  <a:close/>
                  <a:moveTo>
                    <a:pt x="780" y="1"/>
                  </a:moveTo>
                  <a:cubicBezTo>
                    <a:pt x="350" y="1"/>
                    <a:pt x="0" y="351"/>
                    <a:pt x="0" y="782"/>
                  </a:cubicBezTo>
                  <a:lnTo>
                    <a:pt x="0" y="1087"/>
                  </a:lnTo>
                  <a:cubicBezTo>
                    <a:pt x="0" y="1518"/>
                    <a:pt x="350" y="1869"/>
                    <a:pt x="780" y="1869"/>
                  </a:cubicBezTo>
                  <a:cubicBezTo>
                    <a:pt x="1211" y="1869"/>
                    <a:pt x="1561" y="1518"/>
                    <a:pt x="1561" y="1087"/>
                  </a:cubicBezTo>
                  <a:lnTo>
                    <a:pt x="1561" y="782"/>
                  </a:lnTo>
                  <a:cubicBezTo>
                    <a:pt x="1561" y="351"/>
                    <a:pt x="1211" y="1"/>
                    <a:pt x="7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9" name="Google Shape;2330;p64">
              <a:extLst>
                <a:ext uri="{FF2B5EF4-FFF2-40B4-BE49-F238E27FC236}">
                  <a16:creationId xmlns:a16="http://schemas.microsoft.com/office/drawing/2014/main" id="{A5D7AF34-2C64-41EA-818F-D4F9BD5F0D11}"/>
                </a:ext>
              </a:extLst>
            </p:cNvPr>
            <p:cNvSpPr/>
            <p:nvPr/>
          </p:nvSpPr>
          <p:spPr>
            <a:xfrm>
              <a:off x="2394894" y="1496088"/>
              <a:ext cx="51774" cy="61990"/>
            </a:xfrm>
            <a:custGeom>
              <a:avLst/>
              <a:gdLst/>
              <a:ahLst/>
              <a:cxnLst/>
              <a:rect l="l" t="t" r="r" b="b"/>
              <a:pathLst>
                <a:path w="1561" h="1869" extrusionOk="0">
                  <a:moveTo>
                    <a:pt x="782" y="533"/>
                  </a:moveTo>
                  <a:cubicBezTo>
                    <a:pt x="918" y="533"/>
                    <a:pt x="1030" y="644"/>
                    <a:pt x="1030" y="781"/>
                  </a:cubicBezTo>
                  <a:lnTo>
                    <a:pt x="1030" y="1087"/>
                  </a:lnTo>
                  <a:cubicBezTo>
                    <a:pt x="1030" y="1225"/>
                    <a:pt x="918" y="1337"/>
                    <a:pt x="782" y="1337"/>
                  </a:cubicBezTo>
                  <a:cubicBezTo>
                    <a:pt x="644" y="1337"/>
                    <a:pt x="532" y="1225"/>
                    <a:pt x="532" y="1087"/>
                  </a:cubicBezTo>
                  <a:lnTo>
                    <a:pt x="532" y="781"/>
                  </a:lnTo>
                  <a:cubicBezTo>
                    <a:pt x="532" y="644"/>
                    <a:pt x="644" y="533"/>
                    <a:pt x="782" y="533"/>
                  </a:cubicBezTo>
                  <a:close/>
                  <a:moveTo>
                    <a:pt x="781" y="1"/>
                  </a:moveTo>
                  <a:cubicBezTo>
                    <a:pt x="350" y="1"/>
                    <a:pt x="0" y="351"/>
                    <a:pt x="0" y="782"/>
                  </a:cubicBezTo>
                  <a:lnTo>
                    <a:pt x="0" y="1087"/>
                  </a:lnTo>
                  <a:cubicBezTo>
                    <a:pt x="0" y="1518"/>
                    <a:pt x="350" y="1869"/>
                    <a:pt x="781" y="1869"/>
                  </a:cubicBezTo>
                  <a:cubicBezTo>
                    <a:pt x="1212" y="1869"/>
                    <a:pt x="1561" y="1518"/>
                    <a:pt x="1561" y="1087"/>
                  </a:cubicBezTo>
                  <a:lnTo>
                    <a:pt x="1561" y="782"/>
                  </a:lnTo>
                  <a:cubicBezTo>
                    <a:pt x="1561" y="351"/>
                    <a:pt x="1212" y="1"/>
                    <a:pt x="7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0" name="Google Shape;2331;p64">
              <a:extLst>
                <a:ext uri="{FF2B5EF4-FFF2-40B4-BE49-F238E27FC236}">
                  <a16:creationId xmlns:a16="http://schemas.microsoft.com/office/drawing/2014/main" id="{BEACAAFC-B151-4362-832A-542EE16B53BD}"/>
                </a:ext>
              </a:extLst>
            </p:cNvPr>
            <p:cNvSpPr/>
            <p:nvPr/>
          </p:nvSpPr>
          <p:spPr>
            <a:xfrm>
              <a:off x="2453036" y="1496088"/>
              <a:ext cx="51808" cy="61990"/>
            </a:xfrm>
            <a:custGeom>
              <a:avLst/>
              <a:gdLst/>
              <a:ahLst/>
              <a:cxnLst/>
              <a:rect l="l" t="t" r="r" b="b"/>
              <a:pathLst>
                <a:path w="1562" h="1869" extrusionOk="0">
                  <a:moveTo>
                    <a:pt x="781" y="533"/>
                  </a:moveTo>
                  <a:cubicBezTo>
                    <a:pt x="918" y="533"/>
                    <a:pt x="1030" y="644"/>
                    <a:pt x="1030" y="781"/>
                  </a:cubicBezTo>
                  <a:lnTo>
                    <a:pt x="1030" y="1087"/>
                  </a:lnTo>
                  <a:cubicBezTo>
                    <a:pt x="1030" y="1225"/>
                    <a:pt x="918" y="1337"/>
                    <a:pt x="781" y="1337"/>
                  </a:cubicBezTo>
                  <a:cubicBezTo>
                    <a:pt x="644" y="1337"/>
                    <a:pt x="533" y="1225"/>
                    <a:pt x="533" y="1087"/>
                  </a:cubicBezTo>
                  <a:lnTo>
                    <a:pt x="533" y="781"/>
                  </a:lnTo>
                  <a:cubicBezTo>
                    <a:pt x="533" y="644"/>
                    <a:pt x="644" y="533"/>
                    <a:pt x="781" y="533"/>
                  </a:cubicBezTo>
                  <a:close/>
                  <a:moveTo>
                    <a:pt x="781" y="1"/>
                  </a:moveTo>
                  <a:cubicBezTo>
                    <a:pt x="351" y="1"/>
                    <a:pt x="1" y="351"/>
                    <a:pt x="1" y="782"/>
                  </a:cubicBezTo>
                  <a:lnTo>
                    <a:pt x="1" y="1087"/>
                  </a:lnTo>
                  <a:cubicBezTo>
                    <a:pt x="1" y="1518"/>
                    <a:pt x="351" y="1869"/>
                    <a:pt x="781" y="1869"/>
                  </a:cubicBezTo>
                  <a:cubicBezTo>
                    <a:pt x="1211" y="1869"/>
                    <a:pt x="1562" y="1518"/>
                    <a:pt x="1562" y="1087"/>
                  </a:cubicBezTo>
                  <a:lnTo>
                    <a:pt x="1562" y="782"/>
                  </a:lnTo>
                  <a:cubicBezTo>
                    <a:pt x="1562" y="351"/>
                    <a:pt x="1211" y="1"/>
                    <a:pt x="7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1" name="Google Shape;2332;p64">
              <a:extLst>
                <a:ext uri="{FF2B5EF4-FFF2-40B4-BE49-F238E27FC236}">
                  <a16:creationId xmlns:a16="http://schemas.microsoft.com/office/drawing/2014/main" id="{A44A30DE-6C50-49DB-8E75-372BE9E1C2FA}"/>
                </a:ext>
              </a:extLst>
            </p:cNvPr>
            <p:cNvSpPr/>
            <p:nvPr/>
          </p:nvSpPr>
          <p:spPr>
            <a:xfrm>
              <a:off x="2324114" y="1496088"/>
              <a:ext cx="27131" cy="61990"/>
            </a:xfrm>
            <a:custGeom>
              <a:avLst/>
              <a:gdLst/>
              <a:ahLst/>
              <a:cxnLst/>
              <a:rect l="l" t="t" r="r" b="b"/>
              <a:pathLst>
                <a:path w="818" h="1869" extrusionOk="0">
                  <a:moveTo>
                    <a:pt x="267" y="1"/>
                  </a:moveTo>
                  <a:cubicBezTo>
                    <a:pt x="120" y="1"/>
                    <a:pt x="1" y="120"/>
                    <a:pt x="1" y="267"/>
                  </a:cubicBezTo>
                  <a:cubicBezTo>
                    <a:pt x="1" y="414"/>
                    <a:pt x="120" y="533"/>
                    <a:pt x="267" y="533"/>
                  </a:cubicBezTo>
                  <a:lnTo>
                    <a:pt x="287" y="533"/>
                  </a:lnTo>
                  <a:lnTo>
                    <a:pt x="287" y="1603"/>
                  </a:lnTo>
                  <a:cubicBezTo>
                    <a:pt x="287" y="1749"/>
                    <a:pt x="405" y="1869"/>
                    <a:pt x="553" y="1869"/>
                  </a:cubicBezTo>
                  <a:cubicBezTo>
                    <a:pt x="700" y="1869"/>
                    <a:pt x="818" y="1749"/>
                    <a:pt x="818" y="1603"/>
                  </a:cubicBezTo>
                  <a:lnTo>
                    <a:pt x="818" y="267"/>
                  </a:lnTo>
                  <a:cubicBezTo>
                    <a:pt x="818" y="120"/>
                    <a:pt x="700" y="1"/>
                    <a:pt x="5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2" name="Google Shape;2333;p64">
              <a:extLst>
                <a:ext uri="{FF2B5EF4-FFF2-40B4-BE49-F238E27FC236}">
                  <a16:creationId xmlns:a16="http://schemas.microsoft.com/office/drawing/2014/main" id="{F8F45690-9125-4A1B-8B4D-2E62FAA5C28E}"/>
                </a:ext>
              </a:extLst>
            </p:cNvPr>
            <p:cNvSpPr/>
            <p:nvPr/>
          </p:nvSpPr>
          <p:spPr>
            <a:xfrm>
              <a:off x="2358874" y="1496088"/>
              <a:ext cx="27164" cy="61990"/>
            </a:xfrm>
            <a:custGeom>
              <a:avLst/>
              <a:gdLst/>
              <a:ahLst/>
              <a:cxnLst/>
              <a:rect l="l" t="t" r="r" b="b"/>
              <a:pathLst>
                <a:path w="819" h="1869" extrusionOk="0">
                  <a:moveTo>
                    <a:pt x="267" y="1"/>
                  </a:moveTo>
                  <a:cubicBezTo>
                    <a:pt x="120" y="1"/>
                    <a:pt x="1" y="120"/>
                    <a:pt x="1" y="267"/>
                  </a:cubicBezTo>
                  <a:cubicBezTo>
                    <a:pt x="1" y="414"/>
                    <a:pt x="120" y="533"/>
                    <a:pt x="267" y="533"/>
                  </a:cubicBezTo>
                  <a:lnTo>
                    <a:pt x="286" y="533"/>
                  </a:lnTo>
                  <a:lnTo>
                    <a:pt x="286" y="1603"/>
                  </a:lnTo>
                  <a:cubicBezTo>
                    <a:pt x="286" y="1749"/>
                    <a:pt x="406" y="1869"/>
                    <a:pt x="552" y="1869"/>
                  </a:cubicBezTo>
                  <a:cubicBezTo>
                    <a:pt x="699" y="1869"/>
                    <a:pt x="818" y="1749"/>
                    <a:pt x="818" y="1603"/>
                  </a:cubicBezTo>
                  <a:lnTo>
                    <a:pt x="818" y="267"/>
                  </a:lnTo>
                  <a:cubicBezTo>
                    <a:pt x="818" y="120"/>
                    <a:pt x="699" y="1"/>
                    <a:pt x="5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3" name="Google Shape;2334;p64">
              <a:extLst>
                <a:ext uri="{FF2B5EF4-FFF2-40B4-BE49-F238E27FC236}">
                  <a16:creationId xmlns:a16="http://schemas.microsoft.com/office/drawing/2014/main" id="{CB2C840F-02B3-4AF3-8E60-E4CC7BEA7D30}"/>
                </a:ext>
              </a:extLst>
            </p:cNvPr>
            <p:cNvSpPr/>
            <p:nvPr/>
          </p:nvSpPr>
          <p:spPr>
            <a:xfrm>
              <a:off x="2453036" y="1575458"/>
              <a:ext cx="51808" cy="61957"/>
            </a:xfrm>
            <a:custGeom>
              <a:avLst/>
              <a:gdLst/>
              <a:ahLst/>
              <a:cxnLst/>
              <a:rect l="l" t="t" r="r" b="b"/>
              <a:pathLst>
                <a:path w="1562" h="1868" extrusionOk="0">
                  <a:moveTo>
                    <a:pt x="781" y="532"/>
                  </a:moveTo>
                  <a:cubicBezTo>
                    <a:pt x="918" y="532"/>
                    <a:pt x="1030" y="644"/>
                    <a:pt x="1030" y="782"/>
                  </a:cubicBezTo>
                  <a:lnTo>
                    <a:pt x="1030" y="1087"/>
                  </a:lnTo>
                  <a:cubicBezTo>
                    <a:pt x="1030" y="1224"/>
                    <a:pt x="918" y="1336"/>
                    <a:pt x="781" y="1336"/>
                  </a:cubicBezTo>
                  <a:cubicBezTo>
                    <a:pt x="644" y="1336"/>
                    <a:pt x="533" y="1224"/>
                    <a:pt x="533" y="1087"/>
                  </a:cubicBezTo>
                  <a:lnTo>
                    <a:pt x="533" y="782"/>
                  </a:lnTo>
                  <a:cubicBezTo>
                    <a:pt x="533" y="644"/>
                    <a:pt x="644" y="532"/>
                    <a:pt x="781" y="532"/>
                  </a:cubicBezTo>
                  <a:close/>
                  <a:moveTo>
                    <a:pt x="781" y="0"/>
                  </a:moveTo>
                  <a:cubicBezTo>
                    <a:pt x="351" y="0"/>
                    <a:pt x="1" y="350"/>
                    <a:pt x="1" y="782"/>
                  </a:cubicBezTo>
                  <a:lnTo>
                    <a:pt x="1" y="1087"/>
                  </a:lnTo>
                  <a:cubicBezTo>
                    <a:pt x="1" y="1518"/>
                    <a:pt x="351" y="1868"/>
                    <a:pt x="781" y="1868"/>
                  </a:cubicBezTo>
                  <a:cubicBezTo>
                    <a:pt x="1211" y="1868"/>
                    <a:pt x="1562" y="1518"/>
                    <a:pt x="1562" y="1087"/>
                  </a:cubicBezTo>
                  <a:lnTo>
                    <a:pt x="1562" y="782"/>
                  </a:lnTo>
                  <a:cubicBezTo>
                    <a:pt x="1562" y="350"/>
                    <a:pt x="1211" y="0"/>
                    <a:pt x="7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4" name="Google Shape;2335;p64">
              <a:extLst>
                <a:ext uri="{FF2B5EF4-FFF2-40B4-BE49-F238E27FC236}">
                  <a16:creationId xmlns:a16="http://schemas.microsoft.com/office/drawing/2014/main" id="{DEA94CD7-2178-42E6-ABFE-9877F144C6AD}"/>
                </a:ext>
              </a:extLst>
            </p:cNvPr>
            <p:cNvSpPr/>
            <p:nvPr/>
          </p:nvSpPr>
          <p:spPr>
            <a:xfrm>
              <a:off x="2360731" y="1575458"/>
              <a:ext cx="51808" cy="61957"/>
            </a:xfrm>
            <a:custGeom>
              <a:avLst/>
              <a:gdLst/>
              <a:ahLst/>
              <a:cxnLst/>
              <a:rect l="l" t="t" r="r" b="b"/>
              <a:pathLst>
                <a:path w="1562" h="1868" extrusionOk="0">
                  <a:moveTo>
                    <a:pt x="781" y="532"/>
                  </a:moveTo>
                  <a:cubicBezTo>
                    <a:pt x="918" y="532"/>
                    <a:pt x="1029" y="644"/>
                    <a:pt x="1029" y="782"/>
                  </a:cubicBezTo>
                  <a:lnTo>
                    <a:pt x="1029" y="1087"/>
                  </a:lnTo>
                  <a:cubicBezTo>
                    <a:pt x="1029" y="1224"/>
                    <a:pt x="918" y="1336"/>
                    <a:pt x="781" y="1336"/>
                  </a:cubicBezTo>
                  <a:cubicBezTo>
                    <a:pt x="644" y="1336"/>
                    <a:pt x="532" y="1224"/>
                    <a:pt x="532" y="1087"/>
                  </a:cubicBezTo>
                  <a:lnTo>
                    <a:pt x="532" y="782"/>
                  </a:lnTo>
                  <a:cubicBezTo>
                    <a:pt x="532" y="644"/>
                    <a:pt x="644" y="532"/>
                    <a:pt x="781" y="532"/>
                  </a:cubicBezTo>
                  <a:close/>
                  <a:moveTo>
                    <a:pt x="781" y="0"/>
                  </a:moveTo>
                  <a:cubicBezTo>
                    <a:pt x="351" y="0"/>
                    <a:pt x="0" y="350"/>
                    <a:pt x="0" y="782"/>
                  </a:cubicBezTo>
                  <a:lnTo>
                    <a:pt x="0" y="1087"/>
                  </a:lnTo>
                  <a:cubicBezTo>
                    <a:pt x="0" y="1518"/>
                    <a:pt x="351" y="1868"/>
                    <a:pt x="781" y="1868"/>
                  </a:cubicBezTo>
                  <a:cubicBezTo>
                    <a:pt x="1211" y="1868"/>
                    <a:pt x="1561" y="1518"/>
                    <a:pt x="1561" y="1087"/>
                  </a:cubicBezTo>
                  <a:lnTo>
                    <a:pt x="1561" y="782"/>
                  </a:lnTo>
                  <a:cubicBezTo>
                    <a:pt x="1561" y="350"/>
                    <a:pt x="1211" y="0"/>
                    <a:pt x="7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5" name="Google Shape;2336;p64">
              <a:extLst>
                <a:ext uri="{FF2B5EF4-FFF2-40B4-BE49-F238E27FC236}">
                  <a16:creationId xmlns:a16="http://schemas.microsoft.com/office/drawing/2014/main" id="{FD79F0EC-98B5-4812-B5A5-A6DA9EE6B82B}"/>
                </a:ext>
              </a:extLst>
            </p:cNvPr>
            <p:cNvSpPr/>
            <p:nvPr/>
          </p:nvSpPr>
          <p:spPr>
            <a:xfrm>
              <a:off x="2417249" y="1575458"/>
              <a:ext cx="27164" cy="61957"/>
            </a:xfrm>
            <a:custGeom>
              <a:avLst/>
              <a:gdLst/>
              <a:ahLst/>
              <a:cxnLst/>
              <a:rect l="l" t="t" r="r" b="b"/>
              <a:pathLst>
                <a:path w="819" h="1868" extrusionOk="0">
                  <a:moveTo>
                    <a:pt x="267" y="0"/>
                  </a:moveTo>
                  <a:cubicBezTo>
                    <a:pt x="120" y="0"/>
                    <a:pt x="1" y="119"/>
                    <a:pt x="1" y="266"/>
                  </a:cubicBezTo>
                  <a:cubicBezTo>
                    <a:pt x="1" y="413"/>
                    <a:pt x="120" y="531"/>
                    <a:pt x="267" y="531"/>
                  </a:cubicBezTo>
                  <a:lnTo>
                    <a:pt x="286" y="531"/>
                  </a:lnTo>
                  <a:lnTo>
                    <a:pt x="286" y="1602"/>
                  </a:lnTo>
                  <a:cubicBezTo>
                    <a:pt x="286" y="1749"/>
                    <a:pt x="405" y="1868"/>
                    <a:pt x="552" y="1868"/>
                  </a:cubicBezTo>
                  <a:cubicBezTo>
                    <a:pt x="699" y="1868"/>
                    <a:pt x="818" y="1749"/>
                    <a:pt x="818" y="1602"/>
                  </a:cubicBezTo>
                  <a:lnTo>
                    <a:pt x="818" y="266"/>
                  </a:lnTo>
                  <a:cubicBezTo>
                    <a:pt x="818" y="119"/>
                    <a:pt x="699" y="0"/>
                    <a:pt x="5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6" name="Google Shape;2337;p64">
              <a:extLst>
                <a:ext uri="{FF2B5EF4-FFF2-40B4-BE49-F238E27FC236}">
                  <a16:creationId xmlns:a16="http://schemas.microsoft.com/office/drawing/2014/main" id="{D04F2C1A-D5D0-4E2B-A89E-B980C65914C7}"/>
                </a:ext>
              </a:extLst>
            </p:cNvPr>
            <p:cNvSpPr/>
            <p:nvPr/>
          </p:nvSpPr>
          <p:spPr>
            <a:xfrm>
              <a:off x="2290250" y="1575458"/>
              <a:ext cx="27164" cy="61957"/>
            </a:xfrm>
            <a:custGeom>
              <a:avLst/>
              <a:gdLst/>
              <a:ahLst/>
              <a:cxnLst/>
              <a:rect l="l" t="t" r="r" b="b"/>
              <a:pathLst>
                <a:path w="819" h="1868" extrusionOk="0">
                  <a:moveTo>
                    <a:pt x="266" y="0"/>
                  </a:moveTo>
                  <a:cubicBezTo>
                    <a:pt x="119" y="0"/>
                    <a:pt x="0" y="119"/>
                    <a:pt x="0" y="266"/>
                  </a:cubicBezTo>
                  <a:cubicBezTo>
                    <a:pt x="0" y="413"/>
                    <a:pt x="119" y="531"/>
                    <a:pt x="266" y="531"/>
                  </a:cubicBezTo>
                  <a:lnTo>
                    <a:pt x="287" y="531"/>
                  </a:lnTo>
                  <a:lnTo>
                    <a:pt x="287" y="1602"/>
                  </a:lnTo>
                  <a:cubicBezTo>
                    <a:pt x="287" y="1749"/>
                    <a:pt x="406" y="1868"/>
                    <a:pt x="551" y="1868"/>
                  </a:cubicBezTo>
                  <a:cubicBezTo>
                    <a:pt x="698" y="1868"/>
                    <a:pt x="817" y="1749"/>
                    <a:pt x="817" y="1602"/>
                  </a:cubicBezTo>
                  <a:lnTo>
                    <a:pt x="817" y="266"/>
                  </a:lnTo>
                  <a:cubicBezTo>
                    <a:pt x="818" y="119"/>
                    <a:pt x="699" y="0"/>
                    <a:pt x="5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7" name="Google Shape;2338;p64">
              <a:extLst>
                <a:ext uri="{FF2B5EF4-FFF2-40B4-BE49-F238E27FC236}">
                  <a16:creationId xmlns:a16="http://schemas.microsoft.com/office/drawing/2014/main" id="{F6A8F58B-62DB-4D90-A8E1-438A4F2B9272}"/>
                </a:ext>
              </a:extLst>
            </p:cNvPr>
            <p:cNvSpPr/>
            <p:nvPr/>
          </p:nvSpPr>
          <p:spPr>
            <a:xfrm>
              <a:off x="2325010" y="1575458"/>
              <a:ext cx="27131" cy="61957"/>
            </a:xfrm>
            <a:custGeom>
              <a:avLst/>
              <a:gdLst/>
              <a:ahLst/>
              <a:cxnLst/>
              <a:rect l="l" t="t" r="r" b="b"/>
              <a:pathLst>
                <a:path w="818" h="1868" extrusionOk="0">
                  <a:moveTo>
                    <a:pt x="266" y="0"/>
                  </a:moveTo>
                  <a:cubicBezTo>
                    <a:pt x="119" y="0"/>
                    <a:pt x="0" y="119"/>
                    <a:pt x="0" y="266"/>
                  </a:cubicBezTo>
                  <a:cubicBezTo>
                    <a:pt x="0" y="413"/>
                    <a:pt x="119" y="531"/>
                    <a:pt x="266" y="531"/>
                  </a:cubicBezTo>
                  <a:lnTo>
                    <a:pt x="286" y="531"/>
                  </a:lnTo>
                  <a:lnTo>
                    <a:pt x="286" y="1602"/>
                  </a:lnTo>
                  <a:cubicBezTo>
                    <a:pt x="286" y="1749"/>
                    <a:pt x="405" y="1868"/>
                    <a:pt x="552" y="1868"/>
                  </a:cubicBezTo>
                  <a:cubicBezTo>
                    <a:pt x="699" y="1868"/>
                    <a:pt x="818" y="1749"/>
                    <a:pt x="818" y="1602"/>
                  </a:cubicBezTo>
                  <a:lnTo>
                    <a:pt x="818" y="266"/>
                  </a:lnTo>
                  <a:cubicBezTo>
                    <a:pt x="818" y="119"/>
                    <a:pt x="699" y="0"/>
                    <a:pt x="5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8" name="Google Shape;2339;p64">
              <a:extLst>
                <a:ext uri="{FF2B5EF4-FFF2-40B4-BE49-F238E27FC236}">
                  <a16:creationId xmlns:a16="http://schemas.microsoft.com/office/drawing/2014/main" id="{9C353328-F7DA-4038-A7C3-C5948283A4FD}"/>
                </a:ext>
              </a:extLst>
            </p:cNvPr>
            <p:cNvSpPr/>
            <p:nvPr/>
          </p:nvSpPr>
          <p:spPr>
            <a:xfrm>
              <a:off x="1902821" y="1455690"/>
              <a:ext cx="441327" cy="553698"/>
            </a:xfrm>
            <a:custGeom>
              <a:avLst/>
              <a:gdLst/>
              <a:ahLst/>
              <a:cxnLst/>
              <a:rect l="l" t="t" r="r" b="b"/>
              <a:pathLst>
                <a:path w="13306" h="16694" extrusionOk="0">
                  <a:moveTo>
                    <a:pt x="3904" y="2715"/>
                  </a:moveTo>
                  <a:cubicBezTo>
                    <a:pt x="4031" y="2715"/>
                    <a:pt x="4136" y="2820"/>
                    <a:pt x="4136" y="2948"/>
                  </a:cubicBezTo>
                  <a:cubicBezTo>
                    <a:pt x="4136" y="3076"/>
                    <a:pt x="4031" y="3180"/>
                    <a:pt x="3904" y="3180"/>
                  </a:cubicBezTo>
                  <a:cubicBezTo>
                    <a:pt x="3776" y="3180"/>
                    <a:pt x="3672" y="3076"/>
                    <a:pt x="3672" y="2948"/>
                  </a:cubicBezTo>
                  <a:cubicBezTo>
                    <a:pt x="3672" y="2820"/>
                    <a:pt x="3776" y="2715"/>
                    <a:pt x="3904" y="2715"/>
                  </a:cubicBezTo>
                  <a:close/>
                  <a:moveTo>
                    <a:pt x="2323" y="3889"/>
                  </a:moveTo>
                  <a:cubicBezTo>
                    <a:pt x="2451" y="3889"/>
                    <a:pt x="2554" y="3993"/>
                    <a:pt x="2554" y="4122"/>
                  </a:cubicBezTo>
                  <a:cubicBezTo>
                    <a:pt x="2554" y="4250"/>
                    <a:pt x="2451" y="4355"/>
                    <a:pt x="2323" y="4355"/>
                  </a:cubicBezTo>
                  <a:cubicBezTo>
                    <a:pt x="2195" y="4355"/>
                    <a:pt x="2091" y="4251"/>
                    <a:pt x="2091" y="4122"/>
                  </a:cubicBezTo>
                  <a:cubicBezTo>
                    <a:pt x="2091" y="3994"/>
                    <a:pt x="2195" y="3889"/>
                    <a:pt x="2323" y="3889"/>
                  </a:cubicBezTo>
                  <a:close/>
                  <a:moveTo>
                    <a:pt x="4039" y="5780"/>
                  </a:moveTo>
                  <a:cubicBezTo>
                    <a:pt x="4166" y="5780"/>
                    <a:pt x="4270" y="5884"/>
                    <a:pt x="4270" y="6013"/>
                  </a:cubicBezTo>
                  <a:cubicBezTo>
                    <a:pt x="4270" y="6141"/>
                    <a:pt x="4166" y="6245"/>
                    <a:pt x="4039" y="6245"/>
                  </a:cubicBezTo>
                  <a:cubicBezTo>
                    <a:pt x="3911" y="6245"/>
                    <a:pt x="3807" y="6141"/>
                    <a:pt x="3807" y="6013"/>
                  </a:cubicBezTo>
                  <a:cubicBezTo>
                    <a:pt x="3807" y="5884"/>
                    <a:pt x="3911" y="5780"/>
                    <a:pt x="4039" y="5780"/>
                  </a:cubicBezTo>
                  <a:close/>
                  <a:moveTo>
                    <a:pt x="2826" y="11946"/>
                  </a:moveTo>
                  <a:lnTo>
                    <a:pt x="2826" y="12141"/>
                  </a:lnTo>
                  <a:cubicBezTo>
                    <a:pt x="2827" y="12444"/>
                    <a:pt x="3245" y="12660"/>
                    <a:pt x="3249" y="12662"/>
                  </a:cubicBezTo>
                  <a:cubicBezTo>
                    <a:pt x="3307" y="12691"/>
                    <a:pt x="3372" y="12705"/>
                    <a:pt x="3440" y="12705"/>
                  </a:cubicBezTo>
                  <a:cubicBezTo>
                    <a:pt x="3577" y="12705"/>
                    <a:pt x="3716" y="12647"/>
                    <a:pt x="3812" y="12549"/>
                  </a:cubicBezTo>
                  <a:lnTo>
                    <a:pt x="3946" y="12415"/>
                  </a:lnTo>
                  <a:lnTo>
                    <a:pt x="4242" y="12714"/>
                  </a:lnTo>
                  <a:lnTo>
                    <a:pt x="4106" y="12853"/>
                  </a:lnTo>
                  <a:cubicBezTo>
                    <a:pt x="3891" y="13069"/>
                    <a:pt x="4036" y="13516"/>
                    <a:pt x="4038" y="13520"/>
                  </a:cubicBezTo>
                  <a:cubicBezTo>
                    <a:pt x="4102" y="13706"/>
                    <a:pt x="4302" y="13841"/>
                    <a:pt x="4514" y="13841"/>
                  </a:cubicBezTo>
                  <a:lnTo>
                    <a:pt x="4704" y="13841"/>
                  </a:lnTo>
                  <a:lnTo>
                    <a:pt x="4704" y="14268"/>
                  </a:lnTo>
                  <a:lnTo>
                    <a:pt x="4514" y="14268"/>
                  </a:lnTo>
                  <a:cubicBezTo>
                    <a:pt x="4211" y="14268"/>
                    <a:pt x="3997" y="14690"/>
                    <a:pt x="3995" y="14694"/>
                  </a:cubicBezTo>
                  <a:cubicBezTo>
                    <a:pt x="3910" y="14868"/>
                    <a:pt x="3956" y="15106"/>
                    <a:pt x="4106" y="15256"/>
                  </a:cubicBezTo>
                  <a:lnTo>
                    <a:pt x="4242" y="15394"/>
                  </a:lnTo>
                  <a:lnTo>
                    <a:pt x="3946" y="15694"/>
                  </a:lnTo>
                  <a:lnTo>
                    <a:pt x="3812" y="15559"/>
                  </a:lnTo>
                  <a:cubicBezTo>
                    <a:pt x="3733" y="15479"/>
                    <a:pt x="3620" y="15440"/>
                    <a:pt x="3468" y="15440"/>
                  </a:cubicBezTo>
                  <a:cubicBezTo>
                    <a:pt x="3343" y="15440"/>
                    <a:pt x="3214" y="15466"/>
                    <a:pt x="3145" y="15490"/>
                  </a:cubicBezTo>
                  <a:cubicBezTo>
                    <a:pt x="2961" y="15554"/>
                    <a:pt x="2827" y="15755"/>
                    <a:pt x="2827" y="15967"/>
                  </a:cubicBezTo>
                  <a:lnTo>
                    <a:pt x="2827" y="16163"/>
                  </a:lnTo>
                  <a:lnTo>
                    <a:pt x="2410" y="16163"/>
                  </a:lnTo>
                  <a:lnTo>
                    <a:pt x="2410" y="15967"/>
                  </a:lnTo>
                  <a:cubicBezTo>
                    <a:pt x="2410" y="15664"/>
                    <a:pt x="1992" y="15449"/>
                    <a:pt x="1988" y="15447"/>
                  </a:cubicBezTo>
                  <a:cubicBezTo>
                    <a:pt x="1929" y="15418"/>
                    <a:pt x="1865" y="15403"/>
                    <a:pt x="1797" y="15403"/>
                  </a:cubicBezTo>
                  <a:cubicBezTo>
                    <a:pt x="1660" y="15403"/>
                    <a:pt x="1521" y="15462"/>
                    <a:pt x="1425" y="15559"/>
                  </a:cubicBezTo>
                  <a:lnTo>
                    <a:pt x="1290" y="15695"/>
                  </a:lnTo>
                  <a:lnTo>
                    <a:pt x="994" y="15394"/>
                  </a:lnTo>
                  <a:lnTo>
                    <a:pt x="1131" y="15256"/>
                  </a:lnTo>
                  <a:cubicBezTo>
                    <a:pt x="1345" y="15040"/>
                    <a:pt x="1200" y="14593"/>
                    <a:pt x="1199" y="14589"/>
                  </a:cubicBezTo>
                  <a:cubicBezTo>
                    <a:pt x="1135" y="14402"/>
                    <a:pt x="935" y="14268"/>
                    <a:pt x="722" y="14268"/>
                  </a:cubicBezTo>
                  <a:lnTo>
                    <a:pt x="532" y="14268"/>
                  </a:lnTo>
                  <a:lnTo>
                    <a:pt x="532" y="13841"/>
                  </a:lnTo>
                  <a:lnTo>
                    <a:pt x="722" y="13841"/>
                  </a:lnTo>
                  <a:cubicBezTo>
                    <a:pt x="1027" y="13841"/>
                    <a:pt x="1240" y="13419"/>
                    <a:pt x="1242" y="13415"/>
                  </a:cubicBezTo>
                  <a:cubicBezTo>
                    <a:pt x="1326" y="13240"/>
                    <a:pt x="1280" y="13004"/>
                    <a:pt x="1131" y="12853"/>
                  </a:cubicBezTo>
                  <a:lnTo>
                    <a:pt x="994" y="12714"/>
                  </a:lnTo>
                  <a:lnTo>
                    <a:pt x="1290" y="12415"/>
                  </a:lnTo>
                  <a:lnTo>
                    <a:pt x="1425" y="12549"/>
                  </a:lnTo>
                  <a:cubicBezTo>
                    <a:pt x="1503" y="12629"/>
                    <a:pt x="1616" y="12668"/>
                    <a:pt x="1769" y="12668"/>
                  </a:cubicBezTo>
                  <a:cubicBezTo>
                    <a:pt x="1893" y="12668"/>
                    <a:pt x="2023" y="12642"/>
                    <a:pt x="2091" y="12619"/>
                  </a:cubicBezTo>
                  <a:cubicBezTo>
                    <a:pt x="2275" y="12554"/>
                    <a:pt x="2410" y="12354"/>
                    <a:pt x="2410" y="12141"/>
                  </a:cubicBezTo>
                  <a:lnTo>
                    <a:pt x="2410" y="11946"/>
                  </a:lnTo>
                  <a:close/>
                  <a:moveTo>
                    <a:pt x="5848" y="0"/>
                  </a:moveTo>
                  <a:cubicBezTo>
                    <a:pt x="2681" y="0"/>
                    <a:pt x="104" y="2582"/>
                    <a:pt x="104" y="5756"/>
                  </a:cubicBezTo>
                  <a:cubicBezTo>
                    <a:pt x="104" y="7726"/>
                    <a:pt x="1098" y="9478"/>
                    <a:pt x="2622" y="10517"/>
                  </a:cubicBezTo>
                  <a:lnTo>
                    <a:pt x="2622" y="11414"/>
                  </a:lnTo>
                  <a:lnTo>
                    <a:pt x="2321" y="11414"/>
                  </a:lnTo>
                  <a:cubicBezTo>
                    <a:pt x="2077" y="11414"/>
                    <a:pt x="1878" y="11613"/>
                    <a:pt x="1878" y="11857"/>
                  </a:cubicBezTo>
                  <a:lnTo>
                    <a:pt x="1878" y="12125"/>
                  </a:lnTo>
                  <a:cubicBezTo>
                    <a:pt x="1848" y="12130"/>
                    <a:pt x="1807" y="12136"/>
                    <a:pt x="1769" y="12136"/>
                  </a:cubicBezTo>
                  <a:lnTo>
                    <a:pt x="1764" y="12136"/>
                  </a:lnTo>
                  <a:lnTo>
                    <a:pt x="1605" y="11975"/>
                  </a:lnTo>
                  <a:cubicBezTo>
                    <a:pt x="1521" y="11891"/>
                    <a:pt x="1410" y="11845"/>
                    <a:pt x="1291" y="11845"/>
                  </a:cubicBezTo>
                  <a:cubicBezTo>
                    <a:pt x="1172" y="11845"/>
                    <a:pt x="1061" y="11891"/>
                    <a:pt x="977" y="11975"/>
                  </a:cubicBezTo>
                  <a:lnTo>
                    <a:pt x="555" y="12401"/>
                  </a:lnTo>
                  <a:cubicBezTo>
                    <a:pt x="385" y="12574"/>
                    <a:pt x="385" y="12855"/>
                    <a:pt x="555" y="13028"/>
                  </a:cubicBezTo>
                  <a:lnTo>
                    <a:pt x="743" y="13216"/>
                  </a:lnTo>
                  <a:cubicBezTo>
                    <a:pt x="722" y="13248"/>
                    <a:pt x="691" y="13286"/>
                    <a:pt x="667" y="13309"/>
                  </a:cubicBezTo>
                  <a:lnTo>
                    <a:pt x="444" y="13309"/>
                  </a:lnTo>
                  <a:cubicBezTo>
                    <a:pt x="200" y="13309"/>
                    <a:pt x="1" y="13508"/>
                    <a:pt x="1" y="13752"/>
                  </a:cubicBezTo>
                  <a:lnTo>
                    <a:pt x="1" y="14356"/>
                  </a:lnTo>
                  <a:cubicBezTo>
                    <a:pt x="1" y="14600"/>
                    <a:pt x="200" y="14800"/>
                    <a:pt x="444" y="14800"/>
                  </a:cubicBezTo>
                  <a:lnTo>
                    <a:pt x="705" y="14800"/>
                  </a:lnTo>
                  <a:cubicBezTo>
                    <a:pt x="711" y="14838"/>
                    <a:pt x="716" y="14886"/>
                    <a:pt x="715" y="14920"/>
                  </a:cubicBezTo>
                  <a:lnTo>
                    <a:pt x="555" y="15081"/>
                  </a:lnTo>
                  <a:cubicBezTo>
                    <a:pt x="385" y="15253"/>
                    <a:pt x="385" y="15535"/>
                    <a:pt x="555" y="15707"/>
                  </a:cubicBezTo>
                  <a:lnTo>
                    <a:pt x="977" y="16133"/>
                  </a:lnTo>
                  <a:cubicBezTo>
                    <a:pt x="1060" y="16218"/>
                    <a:pt x="1172" y="16264"/>
                    <a:pt x="1291" y="16264"/>
                  </a:cubicBezTo>
                  <a:cubicBezTo>
                    <a:pt x="1410" y="16264"/>
                    <a:pt x="1521" y="16218"/>
                    <a:pt x="1605" y="16133"/>
                  </a:cubicBezTo>
                  <a:lnTo>
                    <a:pt x="1789" y="15948"/>
                  </a:lnTo>
                  <a:cubicBezTo>
                    <a:pt x="1819" y="15969"/>
                    <a:pt x="1855" y="15998"/>
                    <a:pt x="1878" y="16021"/>
                  </a:cubicBezTo>
                  <a:lnTo>
                    <a:pt x="1878" y="16251"/>
                  </a:lnTo>
                  <a:cubicBezTo>
                    <a:pt x="1878" y="16496"/>
                    <a:pt x="2077" y="16694"/>
                    <a:pt x="2321" y="16694"/>
                  </a:cubicBezTo>
                  <a:lnTo>
                    <a:pt x="2916" y="16694"/>
                  </a:lnTo>
                  <a:cubicBezTo>
                    <a:pt x="3160" y="16694"/>
                    <a:pt x="3359" y="16496"/>
                    <a:pt x="3359" y="16251"/>
                  </a:cubicBezTo>
                  <a:lnTo>
                    <a:pt x="3359" y="15983"/>
                  </a:lnTo>
                  <a:cubicBezTo>
                    <a:pt x="3389" y="15978"/>
                    <a:pt x="3430" y="15972"/>
                    <a:pt x="3468" y="15972"/>
                  </a:cubicBezTo>
                  <a:lnTo>
                    <a:pt x="3473" y="15972"/>
                  </a:lnTo>
                  <a:lnTo>
                    <a:pt x="3632" y="16133"/>
                  </a:lnTo>
                  <a:cubicBezTo>
                    <a:pt x="3716" y="16218"/>
                    <a:pt x="3828" y="16264"/>
                    <a:pt x="3946" y="16264"/>
                  </a:cubicBezTo>
                  <a:cubicBezTo>
                    <a:pt x="4065" y="16264"/>
                    <a:pt x="4176" y="16218"/>
                    <a:pt x="4260" y="16133"/>
                  </a:cubicBezTo>
                  <a:lnTo>
                    <a:pt x="4682" y="15707"/>
                  </a:lnTo>
                  <a:cubicBezTo>
                    <a:pt x="4802" y="15586"/>
                    <a:pt x="4837" y="15411"/>
                    <a:pt x="4788" y="15257"/>
                  </a:cubicBezTo>
                  <a:lnTo>
                    <a:pt x="5602" y="15257"/>
                  </a:lnTo>
                  <a:cubicBezTo>
                    <a:pt x="5749" y="15257"/>
                    <a:pt x="5868" y="15138"/>
                    <a:pt x="5868" y="14992"/>
                  </a:cubicBezTo>
                  <a:cubicBezTo>
                    <a:pt x="5868" y="14845"/>
                    <a:pt x="5749" y="14726"/>
                    <a:pt x="5602" y="14726"/>
                  </a:cubicBezTo>
                  <a:lnTo>
                    <a:pt x="5038" y="14726"/>
                  </a:lnTo>
                  <a:cubicBezTo>
                    <a:pt x="5157" y="14646"/>
                    <a:pt x="5236" y="14510"/>
                    <a:pt x="5236" y="14356"/>
                  </a:cubicBezTo>
                  <a:lnTo>
                    <a:pt x="5236" y="13752"/>
                  </a:lnTo>
                  <a:cubicBezTo>
                    <a:pt x="5236" y="13508"/>
                    <a:pt x="5037" y="13310"/>
                    <a:pt x="4793" y="13310"/>
                  </a:cubicBezTo>
                  <a:lnTo>
                    <a:pt x="4532" y="13310"/>
                  </a:lnTo>
                  <a:cubicBezTo>
                    <a:pt x="4525" y="13272"/>
                    <a:pt x="4521" y="13223"/>
                    <a:pt x="4521" y="13190"/>
                  </a:cubicBezTo>
                  <a:lnTo>
                    <a:pt x="4682" y="13028"/>
                  </a:lnTo>
                  <a:cubicBezTo>
                    <a:pt x="4852" y="12855"/>
                    <a:pt x="4852" y="12574"/>
                    <a:pt x="4682" y="12401"/>
                  </a:cubicBezTo>
                  <a:lnTo>
                    <a:pt x="4260" y="11976"/>
                  </a:lnTo>
                  <a:cubicBezTo>
                    <a:pt x="4176" y="11892"/>
                    <a:pt x="4065" y="11845"/>
                    <a:pt x="3946" y="11845"/>
                  </a:cubicBezTo>
                  <a:cubicBezTo>
                    <a:pt x="3826" y="11845"/>
                    <a:pt x="3716" y="11892"/>
                    <a:pt x="3632" y="11975"/>
                  </a:cubicBezTo>
                  <a:lnTo>
                    <a:pt x="3448" y="12162"/>
                  </a:lnTo>
                  <a:cubicBezTo>
                    <a:pt x="3417" y="12140"/>
                    <a:pt x="3381" y="12111"/>
                    <a:pt x="3359" y="12087"/>
                  </a:cubicBezTo>
                  <a:lnTo>
                    <a:pt x="3359" y="11857"/>
                  </a:lnTo>
                  <a:cubicBezTo>
                    <a:pt x="3359" y="11701"/>
                    <a:pt x="3277" y="11563"/>
                    <a:pt x="3154" y="11484"/>
                  </a:cubicBezTo>
                  <a:lnTo>
                    <a:pt x="3154" y="10840"/>
                  </a:lnTo>
                  <a:cubicBezTo>
                    <a:pt x="3793" y="11180"/>
                    <a:pt x="4504" y="11404"/>
                    <a:pt x="5261" y="11481"/>
                  </a:cubicBezTo>
                  <a:lnTo>
                    <a:pt x="5261" y="12020"/>
                  </a:lnTo>
                  <a:cubicBezTo>
                    <a:pt x="5261" y="12737"/>
                    <a:pt x="5842" y="13320"/>
                    <a:pt x="6558" y="13320"/>
                  </a:cubicBezTo>
                  <a:lnTo>
                    <a:pt x="7770" y="13320"/>
                  </a:lnTo>
                  <a:lnTo>
                    <a:pt x="7770" y="14726"/>
                  </a:lnTo>
                  <a:lnTo>
                    <a:pt x="7196" y="14726"/>
                  </a:lnTo>
                  <a:cubicBezTo>
                    <a:pt x="7050" y="14726"/>
                    <a:pt x="6930" y="14845"/>
                    <a:pt x="6930" y="14992"/>
                  </a:cubicBezTo>
                  <a:cubicBezTo>
                    <a:pt x="6930" y="15138"/>
                    <a:pt x="7049" y="15257"/>
                    <a:pt x="7196" y="15257"/>
                  </a:cubicBezTo>
                  <a:lnTo>
                    <a:pt x="7859" y="15257"/>
                  </a:lnTo>
                  <a:cubicBezTo>
                    <a:pt x="8103" y="15257"/>
                    <a:pt x="8302" y="15058"/>
                    <a:pt x="8302" y="14814"/>
                  </a:cubicBezTo>
                  <a:lnTo>
                    <a:pt x="8302" y="13320"/>
                  </a:lnTo>
                  <a:lnTo>
                    <a:pt x="10296" y="13320"/>
                  </a:lnTo>
                  <a:cubicBezTo>
                    <a:pt x="11012" y="13320"/>
                    <a:pt x="11593" y="12737"/>
                    <a:pt x="11593" y="12020"/>
                  </a:cubicBezTo>
                  <a:lnTo>
                    <a:pt x="11593" y="8956"/>
                  </a:lnTo>
                  <a:lnTo>
                    <a:pt x="12618" y="8956"/>
                  </a:lnTo>
                  <a:cubicBezTo>
                    <a:pt x="12881" y="8956"/>
                    <a:pt x="13093" y="8850"/>
                    <a:pt x="13200" y="8663"/>
                  </a:cubicBezTo>
                  <a:cubicBezTo>
                    <a:pt x="13305" y="8477"/>
                    <a:pt x="13290" y="8240"/>
                    <a:pt x="13157" y="8014"/>
                  </a:cubicBezTo>
                  <a:lnTo>
                    <a:pt x="11578" y="5344"/>
                  </a:lnTo>
                  <a:cubicBezTo>
                    <a:pt x="11478" y="3922"/>
                    <a:pt x="10858" y="2596"/>
                    <a:pt x="9827" y="1605"/>
                  </a:cubicBezTo>
                  <a:cubicBezTo>
                    <a:pt x="9775" y="1555"/>
                    <a:pt x="9709" y="1530"/>
                    <a:pt x="9643" y="1530"/>
                  </a:cubicBezTo>
                  <a:cubicBezTo>
                    <a:pt x="9573" y="1530"/>
                    <a:pt x="9503" y="1558"/>
                    <a:pt x="9451" y="1612"/>
                  </a:cubicBezTo>
                  <a:cubicBezTo>
                    <a:pt x="9349" y="1718"/>
                    <a:pt x="9352" y="1886"/>
                    <a:pt x="9458" y="1988"/>
                  </a:cubicBezTo>
                  <a:cubicBezTo>
                    <a:pt x="10408" y="2902"/>
                    <a:pt x="10974" y="4128"/>
                    <a:pt x="11052" y="5441"/>
                  </a:cubicBezTo>
                  <a:cubicBezTo>
                    <a:pt x="11055" y="5483"/>
                    <a:pt x="11067" y="5524"/>
                    <a:pt x="11089" y="5560"/>
                  </a:cubicBezTo>
                  <a:lnTo>
                    <a:pt x="12699" y="8284"/>
                  </a:lnTo>
                  <a:cubicBezTo>
                    <a:pt x="12740" y="8354"/>
                    <a:pt x="12740" y="8394"/>
                    <a:pt x="12739" y="8399"/>
                  </a:cubicBezTo>
                  <a:cubicBezTo>
                    <a:pt x="12733" y="8404"/>
                    <a:pt x="12699" y="8425"/>
                    <a:pt x="12618" y="8425"/>
                  </a:cubicBezTo>
                  <a:lnTo>
                    <a:pt x="11328" y="8425"/>
                  </a:lnTo>
                  <a:cubicBezTo>
                    <a:pt x="11181" y="8425"/>
                    <a:pt x="11062" y="8544"/>
                    <a:pt x="11062" y="8691"/>
                  </a:cubicBezTo>
                  <a:lnTo>
                    <a:pt x="11062" y="10333"/>
                  </a:lnTo>
                  <a:lnTo>
                    <a:pt x="9222" y="10333"/>
                  </a:lnTo>
                  <a:cubicBezTo>
                    <a:pt x="9075" y="10333"/>
                    <a:pt x="8956" y="10452"/>
                    <a:pt x="8956" y="10599"/>
                  </a:cubicBezTo>
                  <a:cubicBezTo>
                    <a:pt x="8956" y="10746"/>
                    <a:pt x="9075" y="10865"/>
                    <a:pt x="9222" y="10865"/>
                  </a:cubicBezTo>
                  <a:lnTo>
                    <a:pt x="11062" y="10865"/>
                  </a:lnTo>
                  <a:lnTo>
                    <a:pt x="11062" y="12020"/>
                  </a:lnTo>
                  <a:cubicBezTo>
                    <a:pt x="11062" y="12443"/>
                    <a:pt x="10718" y="12787"/>
                    <a:pt x="10296" y="12787"/>
                  </a:cubicBezTo>
                  <a:lnTo>
                    <a:pt x="6558" y="12787"/>
                  </a:lnTo>
                  <a:cubicBezTo>
                    <a:pt x="6136" y="12787"/>
                    <a:pt x="5793" y="12443"/>
                    <a:pt x="5793" y="12020"/>
                  </a:cubicBezTo>
                  <a:lnTo>
                    <a:pt x="5793" y="11236"/>
                  </a:lnTo>
                  <a:cubicBezTo>
                    <a:pt x="5793" y="11095"/>
                    <a:pt x="5683" y="10978"/>
                    <a:pt x="5542" y="10970"/>
                  </a:cubicBezTo>
                  <a:cubicBezTo>
                    <a:pt x="5420" y="10964"/>
                    <a:pt x="5299" y="10951"/>
                    <a:pt x="5179" y="10936"/>
                  </a:cubicBezTo>
                  <a:lnTo>
                    <a:pt x="5179" y="8304"/>
                  </a:lnTo>
                  <a:cubicBezTo>
                    <a:pt x="5180" y="8276"/>
                    <a:pt x="5206" y="8210"/>
                    <a:pt x="5227" y="8189"/>
                  </a:cubicBezTo>
                  <a:lnTo>
                    <a:pt x="5526" y="7890"/>
                  </a:lnTo>
                  <a:cubicBezTo>
                    <a:pt x="5645" y="7771"/>
                    <a:pt x="5728" y="7568"/>
                    <a:pt x="5728" y="7400"/>
                  </a:cubicBezTo>
                  <a:lnTo>
                    <a:pt x="5728" y="6823"/>
                  </a:lnTo>
                  <a:cubicBezTo>
                    <a:pt x="5728" y="6677"/>
                    <a:pt x="5609" y="6558"/>
                    <a:pt x="5462" y="6558"/>
                  </a:cubicBezTo>
                  <a:cubicBezTo>
                    <a:pt x="5315" y="6558"/>
                    <a:pt x="5197" y="6677"/>
                    <a:pt x="5197" y="6823"/>
                  </a:cubicBezTo>
                  <a:lnTo>
                    <a:pt x="5197" y="7399"/>
                  </a:lnTo>
                  <a:cubicBezTo>
                    <a:pt x="5196" y="7428"/>
                    <a:pt x="5169" y="7493"/>
                    <a:pt x="5149" y="7515"/>
                  </a:cubicBezTo>
                  <a:lnTo>
                    <a:pt x="4851" y="7814"/>
                  </a:lnTo>
                  <a:cubicBezTo>
                    <a:pt x="4731" y="7933"/>
                    <a:pt x="4648" y="8135"/>
                    <a:pt x="4648" y="8304"/>
                  </a:cubicBezTo>
                  <a:lnTo>
                    <a:pt x="4648" y="10840"/>
                  </a:lnTo>
                  <a:cubicBezTo>
                    <a:pt x="4532" y="10813"/>
                    <a:pt x="4417" y="10781"/>
                    <a:pt x="4305" y="10746"/>
                  </a:cubicBezTo>
                  <a:lnTo>
                    <a:pt x="4305" y="6728"/>
                  </a:lnTo>
                  <a:cubicBezTo>
                    <a:pt x="4595" y="6620"/>
                    <a:pt x="4802" y="6340"/>
                    <a:pt x="4802" y="6013"/>
                  </a:cubicBezTo>
                  <a:cubicBezTo>
                    <a:pt x="4802" y="5592"/>
                    <a:pt x="4460" y="5249"/>
                    <a:pt x="4039" y="5249"/>
                  </a:cubicBezTo>
                  <a:cubicBezTo>
                    <a:pt x="3618" y="5249"/>
                    <a:pt x="3275" y="5592"/>
                    <a:pt x="3275" y="6013"/>
                  </a:cubicBezTo>
                  <a:cubicBezTo>
                    <a:pt x="3275" y="6340"/>
                    <a:pt x="3483" y="6620"/>
                    <a:pt x="3773" y="6728"/>
                  </a:cubicBezTo>
                  <a:lnTo>
                    <a:pt x="3773" y="10549"/>
                  </a:lnTo>
                  <a:cubicBezTo>
                    <a:pt x="3641" y="10491"/>
                    <a:pt x="3512" y="10429"/>
                    <a:pt x="3387" y="10361"/>
                  </a:cubicBezTo>
                  <a:lnTo>
                    <a:pt x="3387" y="7694"/>
                  </a:lnTo>
                  <a:cubicBezTo>
                    <a:pt x="3387" y="7525"/>
                    <a:pt x="3303" y="7323"/>
                    <a:pt x="3184" y="7204"/>
                  </a:cubicBezTo>
                  <a:lnTo>
                    <a:pt x="2637" y="6656"/>
                  </a:lnTo>
                  <a:cubicBezTo>
                    <a:pt x="2616" y="6635"/>
                    <a:pt x="2589" y="6569"/>
                    <a:pt x="2588" y="6541"/>
                  </a:cubicBezTo>
                  <a:lnTo>
                    <a:pt x="2588" y="4838"/>
                  </a:lnTo>
                  <a:cubicBezTo>
                    <a:pt x="2879" y="4729"/>
                    <a:pt x="3086" y="4450"/>
                    <a:pt x="3086" y="4123"/>
                  </a:cubicBezTo>
                  <a:cubicBezTo>
                    <a:pt x="3086" y="3701"/>
                    <a:pt x="2743" y="3358"/>
                    <a:pt x="2322" y="3358"/>
                  </a:cubicBezTo>
                  <a:cubicBezTo>
                    <a:pt x="1901" y="3358"/>
                    <a:pt x="1559" y="3701"/>
                    <a:pt x="1559" y="4123"/>
                  </a:cubicBezTo>
                  <a:cubicBezTo>
                    <a:pt x="1559" y="4450"/>
                    <a:pt x="1767" y="4729"/>
                    <a:pt x="2056" y="4838"/>
                  </a:cubicBezTo>
                  <a:lnTo>
                    <a:pt x="2056" y="6541"/>
                  </a:lnTo>
                  <a:cubicBezTo>
                    <a:pt x="2056" y="6709"/>
                    <a:pt x="2141" y="6911"/>
                    <a:pt x="2260" y="7030"/>
                  </a:cubicBezTo>
                  <a:lnTo>
                    <a:pt x="2807" y="7579"/>
                  </a:lnTo>
                  <a:cubicBezTo>
                    <a:pt x="2826" y="7600"/>
                    <a:pt x="2854" y="7665"/>
                    <a:pt x="2855" y="7694"/>
                  </a:cubicBezTo>
                  <a:lnTo>
                    <a:pt x="2855" y="10032"/>
                  </a:lnTo>
                  <a:cubicBezTo>
                    <a:pt x="1509" y="9084"/>
                    <a:pt x="635" y="7516"/>
                    <a:pt x="635" y="5756"/>
                  </a:cubicBezTo>
                  <a:cubicBezTo>
                    <a:pt x="635" y="3668"/>
                    <a:pt x="1865" y="1862"/>
                    <a:pt x="3638" y="1026"/>
                  </a:cubicBezTo>
                  <a:lnTo>
                    <a:pt x="3638" y="2232"/>
                  </a:lnTo>
                  <a:cubicBezTo>
                    <a:pt x="3348" y="2340"/>
                    <a:pt x="3141" y="2619"/>
                    <a:pt x="3141" y="2948"/>
                  </a:cubicBezTo>
                  <a:cubicBezTo>
                    <a:pt x="3141" y="3369"/>
                    <a:pt x="3483" y="3712"/>
                    <a:pt x="3904" y="3712"/>
                  </a:cubicBezTo>
                  <a:cubicBezTo>
                    <a:pt x="4324" y="3712"/>
                    <a:pt x="4666" y="3369"/>
                    <a:pt x="4666" y="2948"/>
                  </a:cubicBezTo>
                  <a:cubicBezTo>
                    <a:pt x="4666" y="2619"/>
                    <a:pt x="4459" y="2340"/>
                    <a:pt x="4169" y="2232"/>
                  </a:cubicBezTo>
                  <a:lnTo>
                    <a:pt x="4169" y="810"/>
                  </a:lnTo>
                  <a:cubicBezTo>
                    <a:pt x="4696" y="631"/>
                    <a:pt x="5262" y="532"/>
                    <a:pt x="5849" y="532"/>
                  </a:cubicBezTo>
                  <a:cubicBezTo>
                    <a:pt x="6667" y="532"/>
                    <a:pt x="7450" y="717"/>
                    <a:pt x="8177" y="1081"/>
                  </a:cubicBezTo>
                  <a:cubicBezTo>
                    <a:pt x="8215" y="1100"/>
                    <a:pt x="8255" y="1109"/>
                    <a:pt x="8295" y="1109"/>
                  </a:cubicBezTo>
                  <a:cubicBezTo>
                    <a:pt x="8393" y="1109"/>
                    <a:pt x="8486" y="1056"/>
                    <a:pt x="8533" y="962"/>
                  </a:cubicBezTo>
                  <a:cubicBezTo>
                    <a:pt x="8599" y="831"/>
                    <a:pt x="8546" y="672"/>
                    <a:pt x="8415" y="605"/>
                  </a:cubicBezTo>
                  <a:cubicBezTo>
                    <a:pt x="7614" y="205"/>
                    <a:pt x="6751" y="0"/>
                    <a:pt x="58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9" name="Google Shape;2340;p64">
              <a:extLst>
                <a:ext uri="{FF2B5EF4-FFF2-40B4-BE49-F238E27FC236}">
                  <a16:creationId xmlns:a16="http://schemas.microsoft.com/office/drawing/2014/main" id="{13F3A4A6-49FB-4A87-886A-89E1BD7FDE85}"/>
                </a:ext>
              </a:extLst>
            </p:cNvPr>
            <p:cNvSpPr/>
            <p:nvPr/>
          </p:nvSpPr>
          <p:spPr>
            <a:xfrm>
              <a:off x="2201295" y="1609919"/>
              <a:ext cx="17678" cy="51973"/>
            </a:xfrm>
            <a:custGeom>
              <a:avLst/>
              <a:gdLst/>
              <a:ahLst/>
              <a:cxnLst/>
              <a:rect l="l" t="t" r="r" b="b"/>
              <a:pathLst>
                <a:path w="533" h="1567" extrusionOk="0">
                  <a:moveTo>
                    <a:pt x="266" y="0"/>
                  </a:moveTo>
                  <a:cubicBezTo>
                    <a:pt x="119" y="0"/>
                    <a:pt x="0" y="119"/>
                    <a:pt x="0" y="266"/>
                  </a:cubicBezTo>
                  <a:lnTo>
                    <a:pt x="0" y="1300"/>
                  </a:lnTo>
                  <a:cubicBezTo>
                    <a:pt x="0" y="1447"/>
                    <a:pt x="119" y="1566"/>
                    <a:pt x="266" y="1566"/>
                  </a:cubicBezTo>
                  <a:cubicBezTo>
                    <a:pt x="413" y="1566"/>
                    <a:pt x="532" y="1447"/>
                    <a:pt x="532" y="1300"/>
                  </a:cubicBezTo>
                  <a:lnTo>
                    <a:pt x="532" y="266"/>
                  </a:lnTo>
                  <a:cubicBezTo>
                    <a:pt x="532" y="119"/>
                    <a:pt x="413" y="0"/>
                    <a:pt x="2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0" name="Google Shape;2341;p64">
              <a:extLst>
                <a:ext uri="{FF2B5EF4-FFF2-40B4-BE49-F238E27FC236}">
                  <a16:creationId xmlns:a16="http://schemas.microsoft.com/office/drawing/2014/main" id="{BB0872DE-9ACC-43DB-9E72-3096D1590CDF}"/>
                </a:ext>
              </a:extLst>
            </p:cNvPr>
            <p:cNvSpPr/>
            <p:nvPr/>
          </p:nvSpPr>
          <p:spPr>
            <a:xfrm>
              <a:off x="1943285" y="1875093"/>
              <a:ext cx="92769" cy="93466"/>
            </a:xfrm>
            <a:custGeom>
              <a:avLst/>
              <a:gdLst/>
              <a:ahLst/>
              <a:cxnLst/>
              <a:rect l="l" t="t" r="r" b="b"/>
              <a:pathLst>
                <a:path w="2797" h="2818" extrusionOk="0">
                  <a:moveTo>
                    <a:pt x="1398" y="532"/>
                  </a:moveTo>
                  <a:cubicBezTo>
                    <a:pt x="1875" y="532"/>
                    <a:pt x="2265" y="926"/>
                    <a:pt x="2265" y="1409"/>
                  </a:cubicBezTo>
                  <a:cubicBezTo>
                    <a:pt x="2265" y="1893"/>
                    <a:pt x="1876" y="2286"/>
                    <a:pt x="1398" y="2286"/>
                  </a:cubicBezTo>
                  <a:cubicBezTo>
                    <a:pt x="921" y="2286"/>
                    <a:pt x="532" y="1893"/>
                    <a:pt x="532" y="1409"/>
                  </a:cubicBezTo>
                  <a:cubicBezTo>
                    <a:pt x="532" y="926"/>
                    <a:pt x="921" y="532"/>
                    <a:pt x="1398" y="532"/>
                  </a:cubicBezTo>
                  <a:close/>
                  <a:moveTo>
                    <a:pt x="1398" y="1"/>
                  </a:moveTo>
                  <a:cubicBezTo>
                    <a:pt x="628" y="1"/>
                    <a:pt x="1" y="633"/>
                    <a:pt x="1" y="1409"/>
                  </a:cubicBezTo>
                  <a:cubicBezTo>
                    <a:pt x="1" y="2186"/>
                    <a:pt x="628" y="2818"/>
                    <a:pt x="1398" y="2818"/>
                  </a:cubicBezTo>
                  <a:cubicBezTo>
                    <a:pt x="2169" y="2818"/>
                    <a:pt x="2796" y="2186"/>
                    <a:pt x="2796" y="1409"/>
                  </a:cubicBezTo>
                  <a:cubicBezTo>
                    <a:pt x="2796" y="633"/>
                    <a:pt x="2169" y="1"/>
                    <a:pt x="13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1" name="Google Shape;2342;p64">
              <a:extLst>
                <a:ext uri="{FF2B5EF4-FFF2-40B4-BE49-F238E27FC236}">
                  <a16:creationId xmlns:a16="http://schemas.microsoft.com/office/drawing/2014/main" id="{2957C8A5-4CB3-4BE2-943C-11FDE53923E7}"/>
                </a:ext>
              </a:extLst>
            </p:cNvPr>
            <p:cNvSpPr/>
            <p:nvPr/>
          </p:nvSpPr>
          <p:spPr>
            <a:xfrm>
              <a:off x="1964944" y="1896984"/>
              <a:ext cx="49420" cy="49718"/>
            </a:xfrm>
            <a:custGeom>
              <a:avLst/>
              <a:gdLst/>
              <a:ahLst/>
              <a:cxnLst/>
              <a:rect l="l" t="t" r="r" b="b"/>
              <a:pathLst>
                <a:path w="1490" h="1499" extrusionOk="0">
                  <a:moveTo>
                    <a:pt x="745" y="533"/>
                  </a:moveTo>
                  <a:cubicBezTo>
                    <a:pt x="863" y="533"/>
                    <a:pt x="959" y="630"/>
                    <a:pt x="959" y="749"/>
                  </a:cubicBezTo>
                  <a:cubicBezTo>
                    <a:pt x="959" y="869"/>
                    <a:pt x="863" y="967"/>
                    <a:pt x="745" y="967"/>
                  </a:cubicBezTo>
                  <a:cubicBezTo>
                    <a:pt x="628" y="967"/>
                    <a:pt x="532" y="869"/>
                    <a:pt x="532" y="749"/>
                  </a:cubicBezTo>
                  <a:cubicBezTo>
                    <a:pt x="532" y="630"/>
                    <a:pt x="628" y="533"/>
                    <a:pt x="745" y="533"/>
                  </a:cubicBezTo>
                  <a:close/>
                  <a:moveTo>
                    <a:pt x="745" y="1"/>
                  </a:moveTo>
                  <a:cubicBezTo>
                    <a:pt x="335" y="1"/>
                    <a:pt x="1" y="336"/>
                    <a:pt x="1" y="749"/>
                  </a:cubicBezTo>
                  <a:cubicBezTo>
                    <a:pt x="1" y="1162"/>
                    <a:pt x="335" y="1499"/>
                    <a:pt x="745" y="1499"/>
                  </a:cubicBezTo>
                  <a:cubicBezTo>
                    <a:pt x="1156" y="1499"/>
                    <a:pt x="1489" y="1162"/>
                    <a:pt x="1489" y="749"/>
                  </a:cubicBezTo>
                  <a:cubicBezTo>
                    <a:pt x="1489" y="336"/>
                    <a:pt x="1156" y="1"/>
                    <a:pt x="7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2" name="Google Shape;2343;p64">
              <a:extLst>
                <a:ext uri="{FF2B5EF4-FFF2-40B4-BE49-F238E27FC236}">
                  <a16:creationId xmlns:a16="http://schemas.microsoft.com/office/drawing/2014/main" id="{A3D01CEC-F48A-4AE1-901A-6A31476A6A6B}"/>
                </a:ext>
              </a:extLst>
            </p:cNvPr>
            <p:cNvSpPr/>
            <p:nvPr/>
          </p:nvSpPr>
          <p:spPr>
            <a:xfrm>
              <a:off x="2058675" y="1563053"/>
              <a:ext cx="50647" cy="78441"/>
            </a:xfrm>
            <a:custGeom>
              <a:avLst/>
              <a:gdLst/>
              <a:ahLst/>
              <a:cxnLst/>
              <a:rect l="l" t="t" r="r" b="b"/>
              <a:pathLst>
                <a:path w="1527" h="2365" extrusionOk="0">
                  <a:moveTo>
                    <a:pt x="763" y="532"/>
                  </a:moveTo>
                  <a:cubicBezTo>
                    <a:pt x="891" y="532"/>
                    <a:pt x="995" y="636"/>
                    <a:pt x="995" y="764"/>
                  </a:cubicBezTo>
                  <a:cubicBezTo>
                    <a:pt x="995" y="893"/>
                    <a:pt x="890" y="997"/>
                    <a:pt x="763" y="997"/>
                  </a:cubicBezTo>
                  <a:cubicBezTo>
                    <a:pt x="636" y="997"/>
                    <a:pt x="532" y="893"/>
                    <a:pt x="532" y="764"/>
                  </a:cubicBezTo>
                  <a:cubicBezTo>
                    <a:pt x="532" y="637"/>
                    <a:pt x="636" y="532"/>
                    <a:pt x="763" y="532"/>
                  </a:cubicBezTo>
                  <a:close/>
                  <a:moveTo>
                    <a:pt x="763" y="1"/>
                  </a:moveTo>
                  <a:cubicBezTo>
                    <a:pt x="342" y="1"/>
                    <a:pt x="0" y="343"/>
                    <a:pt x="0" y="765"/>
                  </a:cubicBezTo>
                  <a:cubicBezTo>
                    <a:pt x="0" y="1093"/>
                    <a:pt x="208" y="1372"/>
                    <a:pt x="497" y="1480"/>
                  </a:cubicBezTo>
                  <a:lnTo>
                    <a:pt x="497" y="2098"/>
                  </a:lnTo>
                  <a:cubicBezTo>
                    <a:pt x="497" y="2245"/>
                    <a:pt x="616" y="2364"/>
                    <a:pt x="763" y="2364"/>
                  </a:cubicBezTo>
                  <a:cubicBezTo>
                    <a:pt x="910" y="2364"/>
                    <a:pt x="1029" y="2245"/>
                    <a:pt x="1029" y="2098"/>
                  </a:cubicBezTo>
                  <a:lnTo>
                    <a:pt x="1029" y="1480"/>
                  </a:lnTo>
                  <a:cubicBezTo>
                    <a:pt x="1320" y="1372"/>
                    <a:pt x="1527" y="1093"/>
                    <a:pt x="1527" y="765"/>
                  </a:cubicBezTo>
                  <a:cubicBezTo>
                    <a:pt x="1527" y="343"/>
                    <a:pt x="1184" y="1"/>
                    <a:pt x="7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63" name="Google Shape;13244;p81">
            <a:extLst>
              <a:ext uri="{FF2B5EF4-FFF2-40B4-BE49-F238E27FC236}">
                <a16:creationId xmlns:a16="http://schemas.microsoft.com/office/drawing/2014/main" id="{86CC1A81-F4D0-46F1-9189-23AFAE9A2E40}"/>
              </a:ext>
            </a:extLst>
          </p:cNvPr>
          <p:cNvGrpSpPr/>
          <p:nvPr/>
        </p:nvGrpSpPr>
        <p:grpSpPr>
          <a:xfrm>
            <a:off x="4472460" y="5622269"/>
            <a:ext cx="365760" cy="365760"/>
            <a:chOff x="5343544" y="1509358"/>
            <a:chExt cx="244676" cy="351095"/>
          </a:xfrm>
        </p:grpSpPr>
        <p:sp>
          <p:nvSpPr>
            <p:cNvPr id="164" name="Google Shape;13245;p81">
              <a:extLst>
                <a:ext uri="{FF2B5EF4-FFF2-40B4-BE49-F238E27FC236}">
                  <a16:creationId xmlns:a16="http://schemas.microsoft.com/office/drawing/2014/main" id="{C87F9EBC-B0C0-4403-8A9F-CD1FB186348F}"/>
                </a:ext>
              </a:extLst>
            </p:cNvPr>
            <p:cNvSpPr/>
            <p:nvPr/>
          </p:nvSpPr>
          <p:spPr>
            <a:xfrm>
              <a:off x="5430658" y="1574494"/>
              <a:ext cx="25031" cy="10655"/>
            </a:xfrm>
            <a:custGeom>
              <a:avLst/>
              <a:gdLst/>
              <a:ahLst/>
              <a:cxnLst/>
              <a:rect l="l" t="t" r="r" b="b"/>
              <a:pathLst>
                <a:path w="787" h="335" extrusionOk="0">
                  <a:moveTo>
                    <a:pt x="167" y="1"/>
                  </a:moveTo>
                  <a:cubicBezTo>
                    <a:pt x="72" y="1"/>
                    <a:pt x="0" y="72"/>
                    <a:pt x="0" y="168"/>
                  </a:cubicBezTo>
                  <a:cubicBezTo>
                    <a:pt x="0" y="263"/>
                    <a:pt x="72" y="334"/>
                    <a:pt x="167" y="334"/>
                  </a:cubicBezTo>
                  <a:lnTo>
                    <a:pt x="619" y="334"/>
                  </a:lnTo>
                  <a:cubicBezTo>
                    <a:pt x="715" y="334"/>
                    <a:pt x="786" y="263"/>
                    <a:pt x="786" y="168"/>
                  </a:cubicBezTo>
                  <a:cubicBezTo>
                    <a:pt x="786" y="72"/>
                    <a:pt x="715" y="1"/>
                    <a:pt x="619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5" name="Google Shape;13246;p81">
              <a:extLst>
                <a:ext uri="{FF2B5EF4-FFF2-40B4-BE49-F238E27FC236}">
                  <a16:creationId xmlns:a16="http://schemas.microsoft.com/office/drawing/2014/main" id="{F7882214-97A2-44D7-BD51-826ECD412E5B}"/>
                </a:ext>
              </a:extLst>
            </p:cNvPr>
            <p:cNvSpPr/>
            <p:nvPr/>
          </p:nvSpPr>
          <p:spPr>
            <a:xfrm>
              <a:off x="5447706" y="1613137"/>
              <a:ext cx="39025" cy="38643"/>
            </a:xfrm>
            <a:custGeom>
              <a:avLst/>
              <a:gdLst/>
              <a:ahLst/>
              <a:cxnLst/>
              <a:rect l="l" t="t" r="r" b="b"/>
              <a:pathLst>
                <a:path w="1227" h="1215" extrusionOk="0">
                  <a:moveTo>
                    <a:pt x="607" y="322"/>
                  </a:moveTo>
                  <a:cubicBezTo>
                    <a:pt x="774" y="322"/>
                    <a:pt x="893" y="453"/>
                    <a:pt x="893" y="608"/>
                  </a:cubicBezTo>
                  <a:cubicBezTo>
                    <a:pt x="893" y="750"/>
                    <a:pt x="774" y="893"/>
                    <a:pt x="607" y="893"/>
                  </a:cubicBezTo>
                  <a:cubicBezTo>
                    <a:pt x="453" y="893"/>
                    <a:pt x="322" y="750"/>
                    <a:pt x="322" y="608"/>
                  </a:cubicBezTo>
                  <a:cubicBezTo>
                    <a:pt x="322" y="453"/>
                    <a:pt x="464" y="322"/>
                    <a:pt x="607" y="322"/>
                  </a:cubicBezTo>
                  <a:close/>
                  <a:moveTo>
                    <a:pt x="607" y="0"/>
                  </a:moveTo>
                  <a:cubicBezTo>
                    <a:pt x="274" y="0"/>
                    <a:pt x="0" y="262"/>
                    <a:pt x="0" y="608"/>
                  </a:cubicBezTo>
                  <a:cubicBezTo>
                    <a:pt x="0" y="953"/>
                    <a:pt x="274" y="1215"/>
                    <a:pt x="607" y="1215"/>
                  </a:cubicBezTo>
                  <a:cubicBezTo>
                    <a:pt x="953" y="1215"/>
                    <a:pt x="1215" y="953"/>
                    <a:pt x="1215" y="608"/>
                  </a:cubicBezTo>
                  <a:cubicBezTo>
                    <a:pt x="1226" y="262"/>
                    <a:pt x="953" y="0"/>
                    <a:pt x="607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6" name="Google Shape;13247;p81">
              <a:extLst>
                <a:ext uri="{FF2B5EF4-FFF2-40B4-BE49-F238E27FC236}">
                  <a16:creationId xmlns:a16="http://schemas.microsoft.com/office/drawing/2014/main" id="{2C74AB08-40A1-4920-957E-50022FFFFD26}"/>
                </a:ext>
              </a:extLst>
            </p:cNvPr>
            <p:cNvSpPr/>
            <p:nvPr/>
          </p:nvSpPr>
          <p:spPr>
            <a:xfrm>
              <a:off x="5343544" y="1509358"/>
              <a:ext cx="244676" cy="351095"/>
            </a:xfrm>
            <a:custGeom>
              <a:avLst/>
              <a:gdLst/>
              <a:ahLst/>
              <a:cxnLst/>
              <a:rect l="l" t="t" r="r" b="b"/>
              <a:pathLst>
                <a:path w="7693" h="11039" extrusionOk="0">
                  <a:moveTo>
                    <a:pt x="4728" y="311"/>
                  </a:moveTo>
                  <a:lnTo>
                    <a:pt x="4728" y="1192"/>
                  </a:lnTo>
                  <a:cubicBezTo>
                    <a:pt x="4728" y="1275"/>
                    <a:pt x="4811" y="1346"/>
                    <a:pt x="4894" y="1346"/>
                  </a:cubicBezTo>
                  <a:cubicBezTo>
                    <a:pt x="4990" y="1346"/>
                    <a:pt x="5061" y="1275"/>
                    <a:pt x="5061" y="1192"/>
                  </a:cubicBezTo>
                  <a:lnTo>
                    <a:pt x="5061" y="322"/>
                  </a:lnTo>
                  <a:cubicBezTo>
                    <a:pt x="5716" y="418"/>
                    <a:pt x="6216" y="965"/>
                    <a:pt x="6216" y="1644"/>
                  </a:cubicBezTo>
                  <a:lnTo>
                    <a:pt x="6216" y="2037"/>
                  </a:lnTo>
                  <a:lnTo>
                    <a:pt x="4418" y="2037"/>
                  </a:lnTo>
                  <a:cubicBezTo>
                    <a:pt x="4335" y="2037"/>
                    <a:pt x="4251" y="2108"/>
                    <a:pt x="4251" y="2204"/>
                  </a:cubicBezTo>
                  <a:cubicBezTo>
                    <a:pt x="4251" y="2287"/>
                    <a:pt x="4335" y="2358"/>
                    <a:pt x="4418" y="2358"/>
                  </a:cubicBezTo>
                  <a:lnTo>
                    <a:pt x="6216" y="2358"/>
                  </a:lnTo>
                  <a:lnTo>
                    <a:pt x="6216" y="2704"/>
                  </a:lnTo>
                  <a:lnTo>
                    <a:pt x="4418" y="2704"/>
                  </a:lnTo>
                  <a:cubicBezTo>
                    <a:pt x="4335" y="2704"/>
                    <a:pt x="4251" y="2775"/>
                    <a:pt x="4251" y="2870"/>
                  </a:cubicBezTo>
                  <a:cubicBezTo>
                    <a:pt x="4251" y="2966"/>
                    <a:pt x="4335" y="3037"/>
                    <a:pt x="4418" y="3037"/>
                  </a:cubicBezTo>
                  <a:lnTo>
                    <a:pt x="6216" y="3037"/>
                  </a:lnTo>
                  <a:lnTo>
                    <a:pt x="6216" y="3382"/>
                  </a:lnTo>
                  <a:lnTo>
                    <a:pt x="4894" y="3382"/>
                  </a:lnTo>
                  <a:cubicBezTo>
                    <a:pt x="4811" y="3382"/>
                    <a:pt x="4728" y="3454"/>
                    <a:pt x="4728" y="3537"/>
                  </a:cubicBezTo>
                  <a:cubicBezTo>
                    <a:pt x="4728" y="3632"/>
                    <a:pt x="4811" y="3704"/>
                    <a:pt x="4894" y="3704"/>
                  </a:cubicBezTo>
                  <a:lnTo>
                    <a:pt x="6216" y="3704"/>
                  </a:lnTo>
                  <a:lnTo>
                    <a:pt x="6216" y="4049"/>
                  </a:lnTo>
                  <a:lnTo>
                    <a:pt x="4894" y="4049"/>
                  </a:lnTo>
                  <a:cubicBezTo>
                    <a:pt x="4811" y="4049"/>
                    <a:pt x="4728" y="4121"/>
                    <a:pt x="4728" y="4216"/>
                  </a:cubicBezTo>
                  <a:cubicBezTo>
                    <a:pt x="4728" y="4299"/>
                    <a:pt x="4811" y="4371"/>
                    <a:pt x="4894" y="4371"/>
                  </a:cubicBezTo>
                  <a:lnTo>
                    <a:pt x="6216" y="4371"/>
                  </a:lnTo>
                  <a:lnTo>
                    <a:pt x="6216" y="4716"/>
                  </a:lnTo>
                  <a:lnTo>
                    <a:pt x="4418" y="4716"/>
                  </a:lnTo>
                  <a:cubicBezTo>
                    <a:pt x="4335" y="4716"/>
                    <a:pt x="4251" y="4787"/>
                    <a:pt x="4251" y="4883"/>
                  </a:cubicBezTo>
                  <a:cubicBezTo>
                    <a:pt x="4251" y="4966"/>
                    <a:pt x="4335" y="5049"/>
                    <a:pt x="4418" y="5049"/>
                  </a:cubicBezTo>
                  <a:lnTo>
                    <a:pt x="6216" y="5049"/>
                  </a:lnTo>
                  <a:lnTo>
                    <a:pt x="6216" y="5383"/>
                  </a:lnTo>
                  <a:lnTo>
                    <a:pt x="4418" y="5383"/>
                  </a:lnTo>
                  <a:cubicBezTo>
                    <a:pt x="4335" y="5383"/>
                    <a:pt x="4251" y="5466"/>
                    <a:pt x="4251" y="5549"/>
                  </a:cubicBezTo>
                  <a:cubicBezTo>
                    <a:pt x="4251" y="5645"/>
                    <a:pt x="4335" y="5716"/>
                    <a:pt x="4418" y="5716"/>
                  </a:cubicBezTo>
                  <a:lnTo>
                    <a:pt x="6216" y="5716"/>
                  </a:lnTo>
                  <a:lnTo>
                    <a:pt x="6216" y="6097"/>
                  </a:lnTo>
                  <a:cubicBezTo>
                    <a:pt x="6216" y="6788"/>
                    <a:pt x="5716" y="7335"/>
                    <a:pt x="5061" y="7430"/>
                  </a:cubicBezTo>
                  <a:lnTo>
                    <a:pt x="5061" y="6538"/>
                  </a:lnTo>
                  <a:cubicBezTo>
                    <a:pt x="5061" y="6442"/>
                    <a:pt x="4990" y="6371"/>
                    <a:pt x="4894" y="6371"/>
                  </a:cubicBezTo>
                  <a:cubicBezTo>
                    <a:pt x="4811" y="6371"/>
                    <a:pt x="4728" y="6442"/>
                    <a:pt x="4728" y="6538"/>
                  </a:cubicBezTo>
                  <a:lnTo>
                    <a:pt x="4728" y="7407"/>
                  </a:lnTo>
                  <a:lnTo>
                    <a:pt x="4394" y="7407"/>
                  </a:lnTo>
                  <a:lnTo>
                    <a:pt x="4394" y="6538"/>
                  </a:lnTo>
                  <a:cubicBezTo>
                    <a:pt x="4394" y="6442"/>
                    <a:pt x="4311" y="6371"/>
                    <a:pt x="4228" y="6371"/>
                  </a:cubicBezTo>
                  <a:cubicBezTo>
                    <a:pt x="4132" y="6371"/>
                    <a:pt x="4061" y="6442"/>
                    <a:pt x="4061" y="6538"/>
                  </a:cubicBezTo>
                  <a:lnTo>
                    <a:pt x="4061" y="7407"/>
                  </a:lnTo>
                  <a:lnTo>
                    <a:pt x="3716" y="7407"/>
                  </a:lnTo>
                  <a:lnTo>
                    <a:pt x="3716" y="6538"/>
                  </a:lnTo>
                  <a:cubicBezTo>
                    <a:pt x="3716" y="6442"/>
                    <a:pt x="3644" y="6371"/>
                    <a:pt x="3561" y="6371"/>
                  </a:cubicBezTo>
                  <a:cubicBezTo>
                    <a:pt x="3466" y="6371"/>
                    <a:pt x="3394" y="6442"/>
                    <a:pt x="3394" y="6538"/>
                  </a:cubicBezTo>
                  <a:lnTo>
                    <a:pt x="3394" y="7407"/>
                  </a:lnTo>
                  <a:lnTo>
                    <a:pt x="3049" y="7407"/>
                  </a:lnTo>
                  <a:lnTo>
                    <a:pt x="3049" y="6538"/>
                  </a:lnTo>
                  <a:cubicBezTo>
                    <a:pt x="3049" y="6442"/>
                    <a:pt x="2977" y="6371"/>
                    <a:pt x="2882" y="6371"/>
                  </a:cubicBezTo>
                  <a:cubicBezTo>
                    <a:pt x="2799" y="6371"/>
                    <a:pt x="2727" y="6442"/>
                    <a:pt x="2727" y="6538"/>
                  </a:cubicBezTo>
                  <a:lnTo>
                    <a:pt x="2727" y="7395"/>
                  </a:lnTo>
                  <a:cubicBezTo>
                    <a:pt x="2073" y="7311"/>
                    <a:pt x="1561" y="6752"/>
                    <a:pt x="1561" y="6073"/>
                  </a:cubicBezTo>
                  <a:lnTo>
                    <a:pt x="1561" y="5680"/>
                  </a:lnTo>
                  <a:lnTo>
                    <a:pt x="3358" y="5680"/>
                  </a:lnTo>
                  <a:cubicBezTo>
                    <a:pt x="3454" y="5680"/>
                    <a:pt x="3525" y="5609"/>
                    <a:pt x="3525" y="5525"/>
                  </a:cubicBezTo>
                  <a:cubicBezTo>
                    <a:pt x="3525" y="5430"/>
                    <a:pt x="3454" y="5359"/>
                    <a:pt x="3358" y="5359"/>
                  </a:cubicBezTo>
                  <a:lnTo>
                    <a:pt x="1561" y="5359"/>
                  </a:lnTo>
                  <a:lnTo>
                    <a:pt x="1561" y="5014"/>
                  </a:lnTo>
                  <a:lnTo>
                    <a:pt x="3358" y="5014"/>
                  </a:lnTo>
                  <a:cubicBezTo>
                    <a:pt x="3454" y="5014"/>
                    <a:pt x="3525" y="4942"/>
                    <a:pt x="3525" y="4847"/>
                  </a:cubicBezTo>
                  <a:cubicBezTo>
                    <a:pt x="3525" y="4763"/>
                    <a:pt x="3454" y="4680"/>
                    <a:pt x="3358" y="4680"/>
                  </a:cubicBezTo>
                  <a:lnTo>
                    <a:pt x="1561" y="4680"/>
                  </a:lnTo>
                  <a:lnTo>
                    <a:pt x="1561" y="4347"/>
                  </a:lnTo>
                  <a:lnTo>
                    <a:pt x="2894" y="4347"/>
                  </a:lnTo>
                  <a:cubicBezTo>
                    <a:pt x="2977" y="4347"/>
                    <a:pt x="3049" y="4263"/>
                    <a:pt x="3049" y="4180"/>
                  </a:cubicBezTo>
                  <a:cubicBezTo>
                    <a:pt x="3049" y="4085"/>
                    <a:pt x="2977" y="4013"/>
                    <a:pt x="2894" y="4013"/>
                  </a:cubicBezTo>
                  <a:lnTo>
                    <a:pt x="1561" y="4013"/>
                  </a:lnTo>
                  <a:lnTo>
                    <a:pt x="1561" y="3668"/>
                  </a:lnTo>
                  <a:lnTo>
                    <a:pt x="2894" y="3668"/>
                  </a:lnTo>
                  <a:cubicBezTo>
                    <a:pt x="2977" y="3668"/>
                    <a:pt x="3049" y="3597"/>
                    <a:pt x="3049" y="3513"/>
                  </a:cubicBezTo>
                  <a:cubicBezTo>
                    <a:pt x="3049" y="3418"/>
                    <a:pt x="2977" y="3347"/>
                    <a:pt x="2894" y="3347"/>
                  </a:cubicBezTo>
                  <a:lnTo>
                    <a:pt x="1561" y="3347"/>
                  </a:lnTo>
                  <a:lnTo>
                    <a:pt x="1561" y="3001"/>
                  </a:lnTo>
                  <a:lnTo>
                    <a:pt x="3358" y="3001"/>
                  </a:lnTo>
                  <a:cubicBezTo>
                    <a:pt x="3454" y="3001"/>
                    <a:pt x="3525" y="2930"/>
                    <a:pt x="3525" y="2835"/>
                  </a:cubicBezTo>
                  <a:cubicBezTo>
                    <a:pt x="3525" y="2751"/>
                    <a:pt x="3454" y="2680"/>
                    <a:pt x="3358" y="2680"/>
                  </a:cubicBezTo>
                  <a:lnTo>
                    <a:pt x="1561" y="2680"/>
                  </a:lnTo>
                  <a:lnTo>
                    <a:pt x="1561" y="2370"/>
                  </a:lnTo>
                  <a:lnTo>
                    <a:pt x="2156" y="2370"/>
                  </a:lnTo>
                  <a:cubicBezTo>
                    <a:pt x="2251" y="2370"/>
                    <a:pt x="2323" y="2287"/>
                    <a:pt x="2323" y="2204"/>
                  </a:cubicBezTo>
                  <a:cubicBezTo>
                    <a:pt x="2323" y="2108"/>
                    <a:pt x="2251" y="2037"/>
                    <a:pt x="2156" y="2037"/>
                  </a:cubicBezTo>
                  <a:lnTo>
                    <a:pt x="1561" y="2037"/>
                  </a:lnTo>
                  <a:lnTo>
                    <a:pt x="1561" y="1644"/>
                  </a:lnTo>
                  <a:cubicBezTo>
                    <a:pt x="1561" y="965"/>
                    <a:pt x="2073" y="418"/>
                    <a:pt x="2727" y="322"/>
                  </a:cubicBezTo>
                  <a:lnTo>
                    <a:pt x="2727" y="1192"/>
                  </a:lnTo>
                  <a:cubicBezTo>
                    <a:pt x="2727" y="1275"/>
                    <a:pt x="2799" y="1346"/>
                    <a:pt x="2882" y="1346"/>
                  </a:cubicBezTo>
                  <a:cubicBezTo>
                    <a:pt x="2977" y="1346"/>
                    <a:pt x="3049" y="1275"/>
                    <a:pt x="3049" y="1192"/>
                  </a:cubicBezTo>
                  <a:lnTo>
                    <a:pt x="3049" y="311"/>
                  </a:lnTo>
                  <a:lnTo>
                    <a:pt x="3394" y="311"/>
                  </a:lnTo>
                  <a:lnTo>
                    <a:pt x="3394" y="1192"/>
                  </a:lnTo>
                  <a:cubicBezTo>
                    <a:pt x="3394" y="1275"/>
                    <a:pt x="3466" y="1346"/>
                    <a:pt x="3561" y="1346"/>
                  </a:cubicBezTo>
                  <a:cubicBezTo>
                    <a:pt x="3644" y="1346"/>
                    <a:pt x="3716" y="1275"/>
                    <a:pt x="3716" y="1192"/>
                  </a:cubicBezTo>
                  <a:lnTo>
                    <a:pt x="3716" y="311"/>
                  </a:lnTo>
                  <a:lnTo>
                    <a:pt x="4061" y="311"/>
                  </a:lnTo>
                  <a:lnTo>
                    <a:pt x="4061" y="1192"/>
                  </a:lnTo>
                  <a:cubicBezTo>
                    <a:pt x="4061" y="1275"/>
                    <a:pt x="4132" y="1346"/>
                    <a:pt x="4228" y="1346"/>
                  </a:cubicBezTo>
                  <a:cubicBezTo>
                    <a:pt x="4311" y="1346"/>
                    <a:pt x="4394" y="1275"/>
                    <a:pt x="4394" y="1192"/>
                  </a:cubicBezTo>
                  <a:lnTo>
                    <a:pt x="4394" y="311"/>
                  </a:lnTo>
                  <a:close/>
                  <a:moveTo>
                    <a:pt x="6776" y="5025"/>
                  </a:moveTo>
                  <a:lnTo>
                    <a:pt x="6776" y="6192"/>
                  </a:lnTo>
                  <a:cubicBezTo>
                    <a:pt x="6776" y="7216"/>
                    <a:pt x="5942" y="8050"/>
                    <a:pt x="4906" y="8050"/>
                  </a:cubicBezTo>
                  <a:lnTo>
                    <a:pt x="2882" y="8050"/>
                  </a:lnTo>
                  <a:cubicBezTo>
                    <a:pt x="1858" y="8050"/>
                    <a:pt x="1025" y="7216"/>
                    <a:pt x="1025" y="6192"/>
                  </a:cubicBezTo>
                  <a:lnTo>
                    <a:pt x="1013" y="5025"/>
                  </a:lnTo>
                  <a:lnTo>
                    <a:pt x="1251" y="5025"/>
                  </a:lnTo>
                  <a:lnTo>
                    <a:pt x="1251" y="6085"/>
                  </a:lnTo>
                  <a:cubicBezTo>
                    <a:pt x="1251" y="6990"/>
                    <a:pt x="1977" y="7728"/>
                    <a:pt x="2882" y="7740"/>
                  </a:cubicBezTo>
                  <a:lnTo>
                    <a:pt x="4894" y="7740"/>
                  </a:lnTo>
                  <a:cubicBezTo>
                    <a:pt x="5799" y="7728"/>
                    <a:pt x="6537" y="6978"/>
                    <a:pt x="6537" y="6085"/>
                  </a:cubicBezTo>
                  <a:lnTo>
                    <a:pt x="6537" y="5025"/>
                  </a:lnTo>
                  <a:close/>
                  <a:moveTo>
                    <a:pt x="4144" y="8966"/>
                  </a:moveTo>
                  <a:lnTo>
                    <a:pt x="4144" y="9966"/>
                  </a:lnTo>
                  <a:lnTo>
                    <a:pt x="3620" y="9966"/>
                  </a:lnTo>
                  <a:lnTo>
                    <a:pt x="3620" y="8966"/>
                  </a:lnTo>
                  <a:close/>
                  <a:moveTo>
                    <a:pt x="6299" y="10300"/>
                  </a:moveTo>
                  <a:cubicBezTo>
                    <a:pt x="6561" y="10300"/>
                    <a:pt x="6787" y="10478"/>
                    <a:pt x="6859" y="10717"/>
                  </a:cubicBezTo>
                  <a:lnTo>
                    <a:pt x="918" y="10717"/>
                  </a:lnTo>
                  <a:cubicBezTo>
                    <a:pt x="1001" y="10478"/>
                    <a:pt x="1215" y="10300"/>
                    <a:pt x="1489" y="10300"/>
                  </a:cubicBezTo>
                  <a:close/>
                  <a:moveTo>
                    <a:pt x="2835" y="1"/>
                  </a:moveTo>
                  <a:cubicBezTo>
                    <a:pt x="1918" y="13"/>
                    <a:pt x="1191" y="763"/>
                    <a:pt x="1191" y="1656"/>
                  </a:cubicBezTo>
                  <a:lnTo>
                    <a:pt x="1191" y="4704"/>
                  </a:lnTo>
                  <a:lnTo>
                    <a:pt x="953" y="4704"/>
                  </a:lnTo>
                  <a:lnTo>
                    <a:pt x="953" y="4502"/>
                  </a:lnTo>
                  <a:cubicBezTo>
                    <a:pt x="953" y="4252"/>
                    <a:pt x="751" y="4037"/>
                    <a:pt x="477" y="4037"/>
                  </a:cubicBezTo>
                  <a:cubicBezTo>
                    <a:pt x="227" y="4037"/>
                    <a:pt x="1" y="4240"/>
                    <a:pt x="1" y="4502"/>
                  </a:cubicBezTo>
                  <a:lnTo>
                    <a:pt x="1" y="6168"/>
                  </a:lnTo>
                  <a:cubicBezTo>
                    <a:pt x="1" y="7716"/>
                    <a:pt x="1251" y="8966"/>
                    <a:pt x="2799" y="8966"/>
                  </a:cubicBezTo>
                  <a:lnTo>
                    <a:pt x="3227" y="8966"/>
                  </a:lnTo>
                  <a:lnTo>
                    <a:pt x="3227" y="9966"/>
                  </a:lnTo>
                  <a:lnTo>
                    <a:pt x="1406" y="9966"/>
                  </a:lnTo>
                  <a:cubicBezTo>
                    <a:pt x="906" y="9966"/>
                    <a:pt x="489" y="10371"/>
                    <a:pt x="489" y="10883"/>
                  </a:cubicBezTo>
                  <a:cubicBezTo>
                    <a:pt x="489" y="10967"/>
                    <a:pt x="572" y="11038"/>
                    <a:pt x="656" y="11038"/>
                  </a:cubicBezTo>
                  <a:lnTo>
                    <a:pt x="6966" y="11038"/>
                  </a:lnTo>
                  <a:cubicBezTo>
                    <a:pt x="7061" y="11038"/>
                    <a:pt x="7133" y="10967"/>
                    <a:pt x="7133" y="10883"/>
                  </a:cubicBezTo>
                  <a:cubicBezTo>
                    <a:pt x="7133" y="10383"/>
                    <a:pt x="6728" y="9966"/>
                    <a:pt x="6228" y="9966"/>
                  </a:cubicBezTo>
                  <a:lnTo>
                    <a:pt x="4466" y="9966"/>
                  </a:lnTo>
                  <a:lnTo>
                    <a:pt x="4466" y="8966"/>
                  </a:lnTo>
                  <a:lnTo>
                    <a:pt x="4894" y="8966"/>
                  </a:lnTo>
                  <a:cubicBezTo>
                    <a:pt x="6442" y="8966"/>
                    <a:pt x="7692" y="7728"/>
                    <a:pt x="7692" y="6168"/>
                  </a:cubicBezTo>
                  <a:lnTo>
                    <a:pt x="7692" y="5978"/>
                  </a:lnTo>
                  <a:cubicBezTo>
                    <a:pt x="7692" y="5895"/>
                    <a:pt x="7621" y="5811"/>
                    <a:pt x="7538" y="5811"/>
                  </a:cubicBezTo>
                  <a:cubicBezTo>
                    <a:pt x="7442" y="5811"/>
                    <a:pt x="7371" y="5895"/>
                    <a:pt x="7371" y="5978"/>
                  </a:cubicBezTo>
                  <a:lnTo>
                    <a:pt x="7371" y="6168"/>
                  </a:lnTo>
                  <a:cubicBezTo>
                    <a:pt x="7371" y="7538"/>
                    <a:pt x="6252" y="8657"/>
                    <a:pt x="4882" y="8657"/>
                  </a:cubicBezTo>
                  <a:lnTo>
                    <a:pt x="2858" y="8657"/>
                  </a:lnTo>
                  <a:cubicBezTo>
                    <a:pt x="1489" y="8657"/>
                    <a:pt x="370" y="7538"/>
                    <a:pt x="370" y="6168"/>
                  </a:cubicBezTo>
                  <a:lnTo>
                    <a:pt x="370" y="4502"/>
                  </a:lnTo>
                  <a:cubicBezTo>
                    <a:pt x="370" y="4418"/>
                    <a:pt x="453" y="4359"/>
                    <a:pt x="525" y="4359"/>
                  </a:cubicBezTo>
                  <a:cubicBezTo>
                    <a:pt x="596" y="4359"/>
                    <a:pt x="668" y="4430"/>
                    <a:pt x="668" y="4502"/>
                  </a:cubicBezTo>
                  <a:lnTo>
                    <a:pt x="668" y="6168"/>
                  </a:lnTo>
                  <a:cubicBezTo>
                    <a:pt x="668" y="7383"/>
                    <a:pt x="1656" y="8347"/>
                    <a:pt x="2846" y="8347"/>
                  </a:cubicBezTo>
                  <a:lnTo>
                    <a:pt x="4871" y="8347"/>
                  </a:lnTo>
                  <a:cubicBezTo>
                    <a:pt x="6073" y="8347"/>
                    <a:pt x="7037" y="7359"/>
                    <a:pt x="7037" y="6168"/>
                  </a:cubicBezTo>
                  <a:lnTo>
                    <a:pt x="7037" y="4502"/>
                  </a:lnTo>
                  <a:cubicBezTo>
                    <a:pt x="7037" y="4418"/>
                    <a:pt x="7121" y="4359"/>
                    <a:pt x="7192" y="4359"/>
                  </a:cubicBezTo>
                  <a:cubicBezTo>
                    <a:pt x="7276" y="4359"/>
                    <a:pt x="7335" y="4430"/>
                    <a:pt x="7335" y="4502"/>
                  </a:cubicBezTo>
                  <a:lnTo>
                    <a:pt x="7335" y="5252"/>
                  </a:lnTo>
                  <a:cubicBezTo>
                    <a:pt x="7335" y="5347"/>
                    <a:pt x="7418" y="5418"/>
                    <a:pt x="7502" y="5418"/>
                  </a:cubicBezTo>
                  <a:cubicBezTo>
                    <a:pt x="7585" y="5418"/>
                    <a:pt x="7668" y="5347"/>
                    <a:pt x="7668" y="5252"/>
                  </a:cubicBezTo>
                  <a:lnTo>
                    <a:pt x="7668" y="4502"/>
                  </a:lnTo>
                  <a:cubicBezTo>
                    <a:pt x="7668" y="4252"/>
                    <a:pt x="7454" y="4037"/>
                    <a:pt x="7192" y="4037"/>
                  </a:cubicBezTo>
                  <a:cubicBezTo>
                    <a:pt x="6930" y="4037"/>
                    <a:pt x="6716" y="4240"/>
                    <a:pt x="6716" y="4502"/>
                  </a:cubicBezTo>
                  <a:lnTo>
                    <a:pt x="6716" y="4704"/>
                  </a:lnTo>
                  <a:lnTo>
                    <a:pt x="6478" y="4704"/>
                  </a:lnTo>
                  <a:lnTo>
                    <a:pt x="6478" y="1656"/>
                  </a:lnTo>
                  <a:cubicBezTo>
                    <a:pt x="6478" y="739"/>
                    <a:pt x="5740" y="13"/>
                    <a:pt x="4835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67" name="Google Shape;13344;p81">
            <a:extLst>
              <a:ext uri="{FF2B5EF4-FFF2-40B4-BE49-F238E27FC236}">
                <a16:creationId xmlns:a16="http://schemas.microsoft.com/office/drawing/2014/main" id="{4808DB63-FC64-449E-8E59-44B2EDF5B6A7}"/>
              </a:ext>
            </a:extLst>
          </p:cNvPr>
          <p:cNvGrpSpPr/>
          <p:nvPr/>
        </p:nvGrpSpPr>
        <p:grpSpPr>
          <a:xfrm>
            <a:off x="1728458" y="1843134"/>
            <a:ext cx="457200" cy="548640"/>
            <a:chOff x="1367060" y="2422129"/>
            <a:chExt cx="269261" cy="352050"/>
          </a:xfrm>
        </p:grpSpPr>
        <p:sp>
          <p:nvSpPr>
            <p:cNvPr id="168" name="Google Shape;13345;p81">
              <a:extLst>
                <a:ext uri="{FF2B5EF4-FFF2-40B4-BE49-F238E27FC236}">
                  <a16:creationId xmlns:a16="http://schemas.microsoft.com/office/drawing/2014/main" id="{E833C82F-BCED-4785-BA92-3C9721862BFC}"/>
                </a:ext>
              </a:extLst>
            </p:cNvPr>
            <p:cNvSpPr/>
            <p:nvPr/>
          </p:nvSpPr>
          <p:spPr>
            <a:xfrm>
              <a:off x="1392059" y="2651857"/>
              <a:ext cx="129160" cy="122322"/>
            </a:xfrm>
            <a:custGeom>
              <a:avLst/>
              <a:gdLst/>
              <a:ahLst/>
              <a:cxnLst/>
              <a:rect l="l" t="t" r="r" b="b"/>
              <a:pathLst>
                <a:path w="4061" h="3846" extrusionOk="0">
                  <a:moveTo>
                    <a:pt x="167" y="0"/>
                  </a:moveTo>
                  <a:cubicBezTo>
                    <a:pt x="72" y="0"/>
                    <a:pt x="0" y="83"/>
                    <a:pt x="0" y="167"/>
                  </a:cubicBezTo>
                  <a:cubicBezTo>
                    <a:pt x="0" y="262"/>
                    <a:pt x="72" y="333"/>
                    <a:pt x="167" y="333"/>
                  </a:cubicBezTo>
                  <a:lnTo>
                    <a:pt x="357" y="333"/>
                  </a:lnTo>
                  <a:lnTo>
                    <a:pt x="357" y="1691"/>
                  </a:lnTo>
                  <a:cubicBezTo>
                    <a:pt x="357" y="2179"/>
                    <a:pt x="762" y="2584"/>
                    <a:pt x="1250" y="2584"/>
                  </a:cubicBezTo>
                  <a:cubicBezTo>
                    <a:pt x="1286" y="2584"/>
                    <a:pt x="1226" y="2584"/>
                    <a:pt x="2310" y="2405"/>
                  </a:cubicBezTo>
                  <a:lnTo>
                    <a:pt x="2310" y="3453"/>
                  </a:lnTo>
                  <a:cubicBezTo>
                    <a:pt x="2310" y="3667"/>
                    <a:pt x="2489" y="3846"/>
                    <a:pt x="2691" y="3846"/>
                  </a:cubicBezTo>
                  <a:lnTo>
                    <a:pt x="3905" y="3846"/>
                  </a:lnTo>
                  <a:cubicBezTo>
                    <a:pt x="3989" y="3846"/>
                    <a:pt x="4060" y="3774"/>
                    <a:pt x="4060" y="3679"/>
                  </a:cubicBezTo>
                  <a:cubicBezTo>
                    <a:pt x="4060" y="3596"/>
                    <a:pt x="3989" y="3500"/>
                    <a:pt x="3893" y="3500"/>
                  </a:cubicBezTo>
                  <a:lnTo>
                    <a:pt x="2691" y="3500"/>
                  </a:lnTo>
                  <a:cubicBezTo>
                    <a:pt x="2667" y="3500"/>
                    <a:pt x="2631" y="3465"/>
                    <a:pt x="2631" y="3441"/>
                  </a:cubicBezTo>
                  <a:lnTo>
                    <a:pt x="2631" y="2191"/>
                  </a:lnTo>
                  <a:cubicBezTo>
                    <a:pt x="2631" y="2143"/>
                    <a:pt x="2620" y="2107"/>
                    <a:pt x="2572" y="2072"/>
                  </a:cubicBezTo>
                  <a:cubicBezTo>
                    <a:pt x="2555" y="2055"/>
                    <a:pt x="2520" y="2038"/>
                    <a:pt x="2485" y="2038"/>
                  </a:cubicBezTo>
                  <a:cubicBezTo>
                    <a:pt x="2470" y="2038"/>
                    <a:pt x="2455" y="2041"/>
                    <a:pt x="2441" y="2048"/>
                  </a:cubicBezTo>
                  <a:lnTo>
                    <a:pt x="1238" y="2250"/>
                  </a:lnTo>
                  <a:cubicBezTo>
                    <a:pt x="917" y="2250"/>
                    <a:pt x="691" y="2000"/>
                    <a:pt x="691" y="1691"/>
                  </a:cubicBezTo>
                  <a:lnTo>
                    <a:pt x="691" y="167"/>
                  </a:lnTo>
                  <a:cubicBezTo>
                    <a:pt x="691" y="83"/>
                    <a:pt x="607" y="0"/>
                    <a:pt x="524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9" name="Google Shape;13346;p81">
              <a:extLst>
                <a:ext uri="{FF2B5EF4-FFF2-40B4-BE49-F238E27FC236}">
                  <a16:creationId xmlns:a16="http://schemas.microsoft.com/office/drawing/2014/main" id="{F70156E1-3C4D-467B-BA5B-D925472B77BE}"/>
                </a:ext>
              </a:extLst>
            </p:cNvPr>
            <p:cNvSpPr/>
            <p:nvPr/>
          </p:nvSpPr>
          <p:spPr>
            <a:xfrm>
              <a:off x="1367060" y="2441912"/>
              <a:ext cx="82184" cy="212139"/>
            </a:xfrm>
            <a:custGeom>
              <a:avLst/>
              <a:gdLst/>
              <a:ahLst/>
              <a:cxnLst/>
              <a:rect l="l" t="t" r="r" b="b"/>
              <a:pathLst>
                <a:path w="2584" h="6670" extrusionOk="0">
                  <a:moveTo>
                    <a:pt x="2415" y="1"/>
                  </a:moveTo>
                  <a:cubicBezTo>
                    <a:pt x="2382" y="1"/>
                    <a:pt x="2350" y="10"/>
                    <a:pt x="2322" y="29"/>
                  </a:cubicBezTo>
                  <a:cubicBezTo>
                    <a:pt x="1274" y="731"/>
                    <a:pt x="655" y="1898"/>
                    <a:pt x="655" y="3148"/>
                  </a:cubicBezTo>
                  <a:cubicBezTo>
                    <a:pt x="655" y="3351"/>
                    <a:pt x="667" y="3541"/>
                    <a:pt x="703" y="3732"/>
                  </a:cubicBezTo>
                  <a:cubicBezTo>
                    <a:pt x="48" y="5708"/>
                    <a:pt x="0" y="5696"/>
                    <a:pt x="0" y="5970"/>
                  </a:cubicBezTo>
                  <a:cubicBezTo>
                    <a:pt x="0" y="6208"/>
                    <a:pt x="84" y="6446"/>
                    <a:pt x="262" y="6625"/>
                  </a:cubicBezTo>
                  <a:cubicBezTo>
                    <a:pt x="295" y="6651"/>
                    <a:pt x="342" y="6670"/>
                    <a:pt x="389" y="6670"/>
                  </a:cubicBezTo>
                  <a:cubicBezTo>
                    <a:pt x="429" y="6670"/>
                    <a:pt x="468" y="6657"/>
                    <a:pt x="500" y="6625"/>
                  </a:cubicBezTo>
                  <a:cubicBezTo>
                    <a:pt x="560" y="6565"/>
                    <a:pt x="584" y="6458"/>
                    <a:pt x="500" y="6375"/>
                  </a:cubicBezTo>
                  <a:cubicBezTo>
                    <a:pt x="358" y="6220"/>
                    <a:pt x="298" y="5982"/>
                    <a:pt x="369" y="5756"/>
                  </a:cubicBezTo>
                  <a:lnTo>
                    <a:pt x="1036" y="3791"/>
                  </a:lnTo>
                  <a:cubicBezTo>
                    <a:pt x="1060" y="3767"/>
                    <a:pt x="1060" y="3732"/>
                    <a:pt x="1036" y="3720"/>
                  </a:cubicBezTo>
                  <a:cubicBezTo>
                    <a:pt x="1012" y="3517"/>
                    <a:pt x="1000" y="3327"/>
                    <a:pt x="1000" y="3148"/>
                  </a:cubicBezTo>
                  <a:cubicBezTo>
                    <a:pt x="1000" y="2005"/>
                    <a:pt x="1560" y="934"/>
                    <a:pt x="2513" y="291"/>
                  </a:cubicBezTo>
                  <a:cubicBezTo>
                    <a:pt x="2572" y="255"/>
                    <a:pt x="2584" y="148"/>
                    <a:pt x="2548" y="76"/>
                  </a:cubicBezTo>
                  <a:cubicBezTo>
                    <a:pt x="2519" y="25"/>
                    <a:pt x="2467" y="1"/>
                    <a:pt x="2415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0" name="Google Shape;13347;p81">
              <a:extLst>
                <a:ext uri="{FF2B5EF4-FFF2-40B4-BE49-F238E27FC236}">
                  <a16:creationId xmlns:a16="http://schemas.microsoft.com/office/drawing/2014/main" id="{A02D8CB8-A44D-4D65-BB69-619F8F93DB88}"/>
                </a:ext>
              </a:extLst>
            </p:cNvPr>
            <p:cNvSpPr/>
            <p:nvPr/>
          </p:nvSpPr>
          <p:spPr>
            <a:xfrm>
              <a:off x="1456051" y="2422129"/>
              <a:ext cx="180271" cy="162937"/>
            </a:xfrm>
            <a:custGeom>
              <a:avLst/>
              <a:gdLst/>
              <a:ahLst/>
              <a:cxnLst/>
              <a:rect l="l" t="t" r="r" b="b"/>
              <a:pathLst>
                <a:path w="5668" h="5123" extrusionOk="0">
                  <a:moveTo>
                    <a:pt x="1621" y="1"/>
                  </a:moveTo>
                  <a:cubicBezTo>
                    <a:pt x="1104" y="1"/>
                    <a:pt x="591" y="107"/>
                    <a:pt x="119" y="317"/>
                  </a:cubicBezTo>
                  <a:cubicBezTo>
                    <a:pt x="24" y="353"/>
                    <a:pt x="0" y="448"/>
                    <a:pt x="24" y="544"/>
                  </a:cubicBezTo>
                  <a:cubicBezTo>
                    <a:pt x="51" y="616"/>
                    <a:pt x="113" y="648"/>
                    <a:pt x="184" y="648"/>
                  </a:cubicBezTo>
                  <a:cubicBezTo>
                    <a:pt x="205" y="648"/>
                    <a:pt x="228" y="645"/>
                    <a:pt x="250" y="639"/>
                  </a:cubicBezTo>
                  <a:cubicBezTo>
                    <a:pt x="965" y="317"/>
                    <a:pt x="1536" y="365"/>
                    <a:pt x="1643" y="353"/>
                  </a:cubicBezTo>
                  <a:cubicBezTo>
                    <a:pt x="3941" y="365"/>
                    <a:pt x="5644" y="2556"/>
                    <a:pt x="4894" y="4901"/>
                  </a:cubicBezTo>
                  <a:cubicBezTo>
                    <a:pt x="4870" y="4997"/>
                    <a:pt x="4906" y="5080"/>
                    <a:pt x="5001" y="5116"/>
                  </a:cubicBezTo>
                  <a:cubicBezTo>
                    <a:pt x="5018" y="5120"/>
                    <a:pt x="5035" y="5123"/>
                    <a:pt x="5052" y="5123"/>
                  </a:cubicBezTo>
                  <a:cubicBezTo>
                    <a:pt x="5119" y="5123"/>
                    <a:pt x="5184" y="5085"/>
                    <a:pt x="5203" y="5009"/>
                  </a:cubicBezTo>
                  <a:cubicBezTo>
                    <a:pt x="5668" y="3508"/>
                    <a:pt x="5239" y="2044"/>
                    <a:pt x="4263" y="1079"/>
                  </a:cubicBezTo>
                  <a:cubicBezTo>
                    <a:pt x="3524" y="356"/>
                    <a:pt x="2566" y="1"/>
                    <a:pt x="162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1" name="Google Shape;13348;p81">
              <a:extLst>
                <a:ext uri="{FF2B5EF4-FFF2-40B4-BE49-F238E27FC236}">
                  <a16:creationId xmlns:a16="http://schemas.microsoft.com/office/drawing/2014/main" id="{A68F7B4E-D47C-4D01-8BD2-49D8AEB609FA}"/>
                </a:ext>
              </a:extLst>
            </p:cNvPr>
            <p:cNvSpPr/>
            <p:nvPr/>
          </p:nvSpPr>
          <p:spPr>
            <a:xfrm>
              <a:off x="1532160" y="2593590"/>
              <a:ext cx="81834" cy="180207"/>
            </a:xfrm>
            <a:custGeom>
              <a:avLst/>
              <a:gdLst/>
              <a:ahLst/>
              <a:cxnLst/>
              <a:rect l="l" t="t" r="r" b="b"/>
              <a:pathLst>
                <a:path w="2573" h="5666" extrusionOk="0">
                  <a:moveTo>
                    <a:pt x="2399" y="1"/>
                  </a:moveTo>
                  <a:cubicBezTo>
                    <a:pt x="2340" y="1"/>
                    <a:pt x="2284" y="36"/>
                    <a:pt x="2251" y="94"/>
                  </a:cubicBezTo>
                  <a:cubicBezTo>
                    <a:pt x="2096" y="380"/>
                    <a:pt x="1715" y="856"/>
                    <a:pt x="1715" y="1737"/>
                  </a:cubicBezTo>
                  <a:lnTo>
                    <a:pt x="1715" y="5273"/>
                  </a:lnTo>
                  <a:cubicBezTo>
                    <a:pt x="1715" y="5309"/>
                    <a:pt x="1679" y="5332"/>
                    <a:pt x="1655" y="5332"/>
                  </a:cubicBezTo>
                  <a:lnTo>
                    <a:pt x="167" y="5332"/>
                  </a:lnTo>
                  <a:cubicBezTo>
                    <a:pt x="72" y="5332"/>
                    <a:pt x="0" y="5404"/>
                    <a:pt x="0" y="5499"/>
                  </a:cubicBezTo>
                  <a:cubicBezTo>
                    <a:pt x="0" y="5583"/>
                    <a:pt x="72" y="5666"/>
                    <a:pt x="167" y="5666"/>
                  </a:cubicBezTo>
                  <a:lnTo>
                    <a:pt x="1655" y="5666"/>
                  </a:lnTo>
                  <a:cubicBezTo>
                    <a:pt x="1858" y="5666"/>
                    <a:pt x="2036" y="5487"/>
                    <a:pt x="2036" y="5273"/>
                  </a:cubicBezTo>
                  <a:lnTo>
                    <a:pt x="2036" y="1737"/>
                  </a:lnTo>
                  <a:cubicBezTo>
                    <a:pt x="2036" y="963"/>
                    <a:pt x="2382" y="558"/>
                    <a:pt x="2548" y="249"/>
                  </a:cubicBezTo>
                  <a:cubicBezTo>
                    <a:pt x="2572" y="153"/>
                    <a:pt x="2548" y="70"/>
                    <a:pt x="2477" y="22"/>
                  </a:cubicBezTo>
                  <a:cubicBezTo>
                    <a:pt x="2451" y="8"/>
                    <a:pt x="2425" y="1"/>
                    <a:pt x="2399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2" name="Google Shape;13349;p81">
              <a:extLst>
                <a:ext uri="{FF2B5EF4-FFF2-40B4-BE49-F238E27FC236}">
                  <a16:creationId xmlns:a16="http://schemas.microsoft.com/office/drawing/2014/main" id="{2AB32748-0432-435F-9CA9-32AB418DEABA}"/>
                </a:ext>
              </a:extLst>
            </p:cNvPr>
            <p:cNvSpPr/>
            <p:nvPr/>
          </p:nvSpPr>
          <p:spPr>
            <a:xfrm>
              <a:off x="1425359" y="2572313"/>
              <a:ext cx="24267" cy="17843"/>
            </a:xfrm>
            <a:custGeom>
              <a:avLst/>
              <a:gdLst/>
              <a:ahLst/>
              <a:cxnLst/>
              <a:rect l="l" t="t" r="r" b="b"/>
              <a:pathLst>
                <a:path w="763" h="561" extrusionOk="0">
                  <a:moveTo>
                    <a:pt x="583" y="0"/>
                  </a:moveTo>
                  <a:cubicBezTo>
                    <a:pt x="554" y="0"/>
                    <a:pt x="525" y="8"/>
                    <a:pt x="501" y="25"/>
                  </a:cubicBezTo>
                  <a:lnTo>
                    <a:pt x="96" y="239"/>
                  </a:lnTo>
                  <a:cubicBezTo>
                    <a:pt x="25" y="287"/>
                    <a:pt x="1" y="394"/>
                    <a:pt x="37" y="465"/>
                  </a:cubicBezTo>
                  <a:cubicBezTo>
                    <a:pt x="72" y="525"/>
                    <a:pt x="132" y="560"/>
                    <a:pt x="191" y="560"/>
                  </a:cubicBezTo>
                  <a:cubicBezTo>
                    <a:pt x="215" y="560"/>
                    <a:pt x="251" y="560"/>
                    <a:pt x="275" y="537"/>
                  </a:cubicBezTo>
                  <a:lnTo>
                    <a:pt x="680" y="322"/>
                  </a:lnTo>
                  <a:cubicBezTo>
                    <a:pt x="739" y="263"/>
                    <a:pt x="763" y="156"/>
                    <a:pt x="727" y="84"/>
                  </a:cubicBezTo>
                  <a:cubicBezTo>
                    <a:pt x="696" y="29"/>
                    <a:pt x="639" y="0"/>
                    <a:pt x="583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3" name="Google Shape;13350;p81">
              <a:extLst>
                <a:ext uri="{FF2B5EF4-FFF2-40B4-BE49-F238E27FC236}">
                  <a16:creationId xmlns:a16="http://schemas.microsoft.com/office/drawing/2014/main" id="{F2DB5B7B-391C-43AE-BC00-518BB998DB90}"/>
                </a:ext>
              </a:extLst>
            </p:cNvPr>
            <p:cNvSpPr/>
            <p:nvPr/>
          </p:nvSpPr>
          <p:spPr>
            <a:xfrm>
              <a:off x="1562820" y="2573680"/>
              <a:ext cx="26176" cy="17620"/>
            </a:xfrm>
            <a:custGeom>
              <a:avLst/>
              <a:gdLst/>
              <a:ahLst/>
              <a:cxnLst/>
              <a:rect l="l" t="t" r="r" b="b"/>
              <a:pathLst>
                <a:path w="823" h="554" extrusionOk="0">
                  <a:moveTo>
                    <a:pt x="201" y="1"/>
                  </a:moveTo>
                  <a:cubicBezTo>
                    <a:pt x="143" y="1"/>
                    <a:pt x="81" y="28"/>
                    <a:pt x="48" y="77"/>
                  </a:cubicBezTo>
                  <a:cubicBezTo>
                    <a:pt x="1" y="160"/>
                    <a:pt x="37" y="255"/>
                    <a:pt x="108" y="303"/>
                  </a:cubicBezTo>
                  <a:cubicBezTo>
                    <a:pt x="513" y="529"/>
                    <a:pt x="513" y="553"/>
                    <a:pt x="584" y="553"/>
                  </a:cubicBezTo>
                  <a:cubicBezTo>
                    <a:pt x="763" y="541"/>
                    <a:pt x="822" y="315"/>
                    <a:pt x="680" y="244"/>
                  </a:cubicBezTo>
                  <a:lnTo>
                    <a:pt x="275" y="17"/>
                  </a:lnTo>
                  <a:cubicBezTo>
                    <a:pt x="253" y="6"/>
                    <a:pt x="227" y="1"/>
                    <a:pt x="20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4" name="Google Shape;13351;p81">
              <a:extLst>
                <a:ext uri="{FF2B5EF4-FFF2-40B4-BE49-F238E27FC236}">
                  <a16:creationId xmlns:a16="http://schemas.microsoft.com/office/drawing/2014/main" id="{4BF28DF2-1379-4122-87C2-6A4725F85F70}"/>
                </a:ext>
              </a:extLst>
            </p:cNvPr>
            <p:cNvSpPr/>
            <p:nvPr/>
          </p:nvSpPr>
          <p:spPr>
            <a:xfrm>
              <a:off x="1448100" y="2481414"/>
              <a:ext cx="125375" cy="191275"/>
            </a:xfrm>
            <a:custGeom>
              <a:avLst/>
              <a:gdLst/>
              <a:ahLst/>
              <a:cxnLst/>
              <a:rect l="l" t="t" r="r" b="b"/>
              <a:pathLst>
                <a:path w="3942" h="6014" extrusionOk="0">
                  <a:moveTo>
                    <a:pt x="1280" y="1498"/>
                  </a:moveTo>
                  <a:cubicBezTo>
                    <a:pt x="1355" y="1498"/>
                    <a:pt x="1429" y="1543"/>
                    <a:pt x="1429" y="1632"/>
                  </a:cubicBezTo>
                  <a:lnTo>
                    <a:pt x="1429" y="1763"/>
                  </a:lnTo>
                  <a:lnTo>
                    <a:pt x="1262" y="1763"/>
                  </a:lnTo>
                  <a:cubicBezTo>
                    <a:pt x="1191" y="1763"/>
                    <a:pt x="1131" y="1704"/>
                    <a:pt x="1131" y="1632"/>
                  </a:cubicBezTo>
                  <a:cubicBezTo>
                    <a:pt x="1131" y="1543"/>
                    <a:pt x="1206" y="1498"/>
                    <a:pt x="1280" y="1498"/>
                  </a:cubicBezTo>
                  <a:close/>
                  <a:moveTo>
                    <a:pt x="2483" y="1498"/>
                  </a:moveTo>
                  <a:cubicBezTo>
                    <a:pt x="2557" y="1498"/>
                    <a:pt x="2632" y="1543"/>
                    <a:pt x="2632" y="1632"/>
                  </a:cubicBezTo>
                  <a:cubicBezTo>
                    <a:pt x="2632" y="1704"/>
                    <a:pt x="2572" y="1763"/>
                    <a:pt x="2501" y="1763"/>
                  </a:cubicBezTo>
                  <a:lnTo>
                    <a:pt x="2334" y="1763"/>
                  </a:lnTo>
                  <a:lnTo>
                    <a:pt x="2334" y="1632"/>
                  </a:lnTo>
                  <a:cubicBezTo>
                    <a:pt x="2334" y="1543"/>
                    <a:pt x="2408" y="1498"/>
                    <a:pt x="2483" y="1498"/>
                  </a:cubicBezTo>
                  <a:close/>
                  <a:moveTo>
                    <a:pt x="1989" y="2085"/>
                  </a:moveTo>
                  <a:lnTo>
                    <a:pt x="1989" y="3776"/>
                  </a:lnTo>
                  <a:lnTo>
                    <a:pt x="1739" y="3776"/>
                  </a:lnTo>
                  <a:lnTo>
                    <a:pt x="1739" y="2085"/>
                  </a:lnTo>
                  <a:close/>
                  <a:moveTo>
                    <a:pt x="2524" y="4097"/>
                  </a:moveTo>
                  <a:lnTo>
                    <a:pt x="2524" y="4430"/>
                  </a:lnTo>
                  <a:lnTo>
                    <a:pt x="1215" y="4430"/>
                  </a:lnTo>
                  <a:lnTo>
                    <a:pt x="1215" y="4097"/>
                  </a:lnTo>
                  <a:close/>
                  <a:moveTo>
                    <a:pt x="2512" y="4752"/>
                  </a:moveTo>
                  <a:lnTo>
                    <a:pt x="2512" y="4942"/>
                  </a:lnTo>
                  <a:lnTo>
                    <a:pt x="2524" y="4942"/>
                  </a:lnTo>
                  <a:cubicBezTo>
                    <a:pt x="2524" y="5026"/>
                    <a:pt x="2465" y="5085"/>
                    <a:pt x="2393" y="5085"/>
                  </a:cubicBezTo>
                  <a:lnTo>
                    <a:pt x="1334" y="5085"/>
                  </a:lnTo>
                  <a:cubicBezTo>
                    <a:pt x="1262" y="5085"/>
                    <a:pt x="1203" y="5026"/>
                    <a:pt x="1203" y="4942"/>
                  </a:cubicBezTo>
                  <a:lnTo>
                    <a:pt x="1203" y="4752"/>
                  </a:lnTo>
                  <a:close/>
                  <a:moveTo>
                    <a:pt x="2227" y="5395"/>
                  </a:moveTo>
                  <a:cubicBezTo>
                    <a:pt x="2203" y="5561"/>
                    <a:pt x="2048" y="5681"/>
                    <a:pt x="1870" y="5681"/>
                  </a:cubicBezTo>
                  <a:cubicBezTo>
                    <a:pt x="1691" y="5681"/>
                    <a:pt x="1548" y="5561"/>
                    <a:pt x="1500" y="5395"/>
                  </a:cubicBezTo>
                  <a:close/>
                  <a:moveTo>
                    <a:pt x="1874" y="1"/>
                  </a:moveTo>
                  <a:cubicBezTo>
                    <a:pt x="834" y="1"/>
                    <a:pt x="0" y="837"/>
                    <a:pt x="0" y="1882"/>
                  </a:cubicBezTo>
                  <a:cubicBezTo>
                    <a:pt x="0" y="2406"/>
                    <a:pt x="215" y="2906"/>
                    <a:pt x="607" y="3264"/>
                  </a:cubicBezTo>
                  <a:cubicBezTo>
                    <a:pt x="786" y="3418"/>
                    <a:pt x="869" y="3656"/>
                    <a:pt x="869" y="3895"/>
                  </a:cubicBezTo>
                  <a:lnTo>
                    <a:pt x="869" y="4942"/>
                  </a:lnTo>
                  <a:cubicBezTo>
                    <a:pt x="869" y="5145"/>
                    <a:pt x="988" y="5300"/>
                    <a:pt x="1155" y="5359"/>
                  </a:cubicBezTo>
                  <a:cubicBezTo>
                    <a:pt x="1191" y="5716"/>
                    <a:pt x="1489" y="6014"/>
                    <a:pt x="1858" y="6014"/>
                  </a:cubicBezTo>
                  <a:cubicBezTo>
                    <a:pt x="2227" y="6014"/>
                    <a:pt x="2524" y="5740"/>
                    <a:pt x="2560" y="5359"/>
                  </a:cubicBezTo>
                  <a:cubicBezTo>
                    <a:pt x="2715" y="5288"/>
                    <a:pt x="2834" y="5121"/>
                    <a:pt x="2834" y="4942"/>
                  </a:cubicBezTo>
                  <a:lnTo>
                    <a:pt x="2834" y="3871"/>
                  </a:lnTo>
                  <a:cubicBezTo>
                    <a:pt x="2834" y="3811"/>
                    <a:pt x="2834" y="3752"/>
                    <a:pt x="2858" y="3692"/>
                  </a:cubicBezTo>
                  <a:cubicBezTo>
                    <a:pt x="2870" y="3609"/>
                    <a:pt x="2822" y="3514"/>
                    <a:pt x="2727" y="3502"/>
                  </a:cubicBezTo>
                  <a:cubicBezTo>
                    <a:pt x="2718" y="3500"/>
                    <a:pt x="2710" y="3500"/>
                    <a:pt x="2701" y="3500"/>
                  </a:cubicBezTo>
                  <a:cubicBezTo>
                    <a:pt x="2627" y="3500"/>
                    <a:pt x="2558" y="3546"/>
                    <a:pt x="2536" y="3621"/>
                  </a:cubicBezTo>
                  <a:cubicBezTo>
                    <a:pt x="2524" y="3668"/>
                    <a:pt x="2524" y="3728"/>
                    <a:pt x="2512" y="3776"/>
                  </a:cubicBezTo>
                  <a:lnTo>
                    <a:pt x="2298" y="3776"/>
                  </a:lnTo>
                  <a:lnTo>
                    <a:pt x="2298" y="2085"/>
                  </a:lnTo>
                  <a:lnTo>
                    <a:pt x="2465" y="2085"/>
                  </a:lnTo>
                  <a:cubicBezTo>
                    <a:pt x="2715" y="2085"/>
                    <a:pt x="2929" y="1882"/>
                    <a:pt x="2929" y="1632"/>
                  </a:cubicBezTo>
                  <a:cubicBezTo>
                    <a:pt x="2929" y="1370"/>
                    <a:pt x="2715" y="1168"/>
                    <a:pt x="2465" y="1168"/>
                  </a:cubicBezTo>
                  <a:lnTo>
                    <a:pt x="2441" y="1168"/>
                  </a:lnTo>
                  <a:cubicBezTo>
                    <a:pt x="2179" y="1168"/>
                    <a:pt x="1977" y="1370"/>
                    <a:pt x="1977" y="1632"/>
                  </a:cubicBezTo>
                  <a:lnTo>
                    <a:pt x="1977" y="1763"/>
                  </a:lnTo>
                  <a:lnTo>
                    <a:pt x="1727" y="1763"/>
                  </a:lnTo>
                  <a:lnTo>
                    <a:pt x="1727" y="1632"/>
                  </a:lnTo>
                  <a:cubicBezTo>
                    <a:pt x="1727" y="1370"/>
                    <a:pt x="1512" y="1168"/>
                    <a:pt x="1262" y="1168"/>
                  </a:cubicBezTo>
                  <a:lnTo>
                    <a:pt x="1227" y="1168"/>
                  </a:lnTo>
                  <a:cubicBezTo>
                    <a:pt x="977" y="1168"/>
                    <a:pt x="774" y="1370"/>
                    <a:pt x="774" y="1632"/>
                  </a:cubicBezTo>
                  <a:cubicBezTo>
                    <a:pt x="774" y="1882"/>
                    <a:pt x="977" y="2085"/>
                    <a:pt x="1227" y="2085"/>
                  </a:cubicBezTo>
                  <a:lnTo>
                    <a:pt x="1393" y="2085"/>
                  </a:lnTo>
                  <a:lnTo>
                    <a:pt x="1393" y="3776"/>
                  </a:lnTo>
                  <a:lnTo>
                    <a:pt x="1191" y="3776"/>
                  </a:lnTo>
                  <a:cubicBezTo>
                    <a:pt x="1155" y="3478"/>
                    <a:pt x="1024" y="3204"/>
                    <a:pt x="810" y="3014"/>
                  </a:cubicBezTo>
                  <a:cubicBezTo>
                    <a:pt x="488" y="2716"/>
                    <a:pt x="310" y="2299"/>
                    <a:pt x="310" y="1871"/>
                  </a:cubicBezTo>
                  <a:cubicBezTo>
                    <a:pt x="310" y="1013"/>
                    <a:pt x="988" y="323"/>
                    <a:pt x="1858" y="323"/>
                  </a:cubicBezTo>
                  <a:lnTo>
                    <a:pt x="1905" y="323"/>
                  </a:lnTo>
                  <a:cubicBezTo>
                    <a:pt x="2715" y="335"/>
                    <a:pt x="3394" y="1013"/>
                    <a:pt x="3405" y="1835"/>
                  </a:cubicBezTo>
                  <a:lnTo>
                    <a:pt x="3405" y="1847"/>
                  </a:lnTo>
                  <a:cubicBezTo>
                    <a:pt x="3405" y="2287"/>
                    <a:pt x="3239" y="2668"/>
                    <a:pt x="2929" y="2966"/>
                  </a:cubicBezTo>
                  <a:cubicBezTo>
                    <a:pt x="2870" y="3025"/>
                    <a:pt x="2858" y="3133"/>
                    <a:pt x="2929" y="3204"/>
                  </a:cubicBezTo>
                  <a:cubicBezTo>
                    <a:pt x="2965" y="3240"/>
                    <a:pt x="3007" y="3258"/>
                    <a:pt x="3048" y="3258"/>
                  </a:cubicBezTo>
                  <a:cubicBezTo>
                    <a:pt x="3090" y="3258"/>
                    <a:pt x="3132" y="3240"/>
                    <a:pt x="3167" y="3204"/>
                  </a:cubicBezTo>
                  <a:cubicBezTo>
                    <a:pt x="3906" y="2502"/>
                    <a:pt x="3941" y="1299"/>
                    <a:pt x="3191" y="561"/>
                  </a:cubicBezTo>
                  <a:cubicBezTo>
                    <a:pt x="2858" y="216"/>
                    <a:pt x="2393" y="1"/>
                    <a:pt x="1917" y="1"/>
                  </a:cubicBezTo>
                  <a:cubicBezTo>
                    <a:pt x="1903" y="1"/>
                    <a:pt x="1888" y="1"/>
                    <a:pt x="1874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5" name="Google Shape;13352;p81">
              <a:extLst>
                <a:ext uri="{FF2B5EF4-FFF2-40B4-BE49-F238E27FC236}">
                  <a16:creationId xmlns:a16="http://schemas.microsoft.com/office/drawing/2014/main" id="{757B1FBB-0342-4312-8F40-18D92A38F5A2}"/>
                </a:ext>
              </a:extLst>
            </p:cNvPr>
            <p:cNvSpPr/>
            <p:nvPr/>
          </p:nvSpPr>
          <p:spPr>
            <a:xfrm>
              <a:off x="1502232" y="2449259"/>
              <a:ext cx="10655" cy="25380"/>
            </a:xfrm>
            <a:custGeom>
              <a:avLst/>
              <a:gdLst/>
              <a:ahLst/>
              <a:cxnLst/>
              <a:rect l="l" t="t" r="r" b="b"/>
              <a:pathLst>
                <a:path w="335" h="798" extrusionOk="0">
                  <a:moveTo>
                    <a:pt x="168" y="0"/>
                  </a:moveTo>
                  <a:cubicBezTo>
                    <a:pt x="84" y="0"/>
                    <a:pt x="1" y="84"/>
                    <a:pt x="1" y="167"/>
                  </a:cubicBezTo>
                  <a:lnTo>
                    <a:pt x="1" y="631"/>
                  </a:lnTo>
                  <a:cubicBezTo>
                    <a:pt x="1" y="715"/>
                    <a:pt x="84" y="798"/>
                    <a:pt x="168" y="798"/>
                  </a:cubicBezTo>
                  <a:cubicBezTo>
                    <a:pt x="263" y="798"/>
                    <a:pt x="334" y="715"/>
                    <a:pt x="334" y="631"/>
                  </a:cubicBezTo>
                  <a:lnTo>
                    <a:pt x="334" y="167"/>
                  </a:lnTo>
                  <a:cubicBezTo>
                    <a:pt x="334" y="84"/>
                    <a:pt x="263" y="0"/>
                    <a:pt x="168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6" name="Google Shape;13353;p81">
              <a:extLst>
                <a:ext uri="{FF2B5EF4-FFF2-40B4-BE49-F238E27FC236}">
                  <a16:creationId xmlns:a16="http://schemas.microsoft.com/office/drawing/2014/main" id="{DA24D612-BCEE-422A-9912-CDFCAD9B758F}"/>
                </a:ext>
              </a:extLst>
            </p:cNvPr>
            <p:cNvSpPr/>
            <p:nvPr/>
          </p:nvSpPr>
          <p:spPr>
            <a:xfrm>
              <a:off x="1458309" y="2460582"/>
              <a:ext cx="18988" cy="23090"/>
            </a:xfrm>
            <a:custGeom>
              <a:avLst/>
              <a:gdLst/>
              <a:ahLst/>
              <a:cxnLst/>
              <a:rect l="l" t="t" r="r" b="b"/>
              <a:pathLst>
                <a:path w="597" h="726" extrusionOk="0">
                  <a:moveTo>
                    <a:pt x="190" y="1"/>
                  </a:moveTo>
                  <a:cubicBezTo>
                    <a:pt x="161" y="1"/>
                    <a:pt x="132" y="9"/>
                    <a:pt x="108" y="25"/>
                  </a:cubicBezTo>
                  <a:cubicBezTo>
                    <a:pt x="25" y="61"/>
                    <a:pt x="1" y="168"/>
                    <a:pt x="48" y="240"/>
                  </a:cubicBezTo>
                  <a:lnTo>
                    <a:pt x="275" y="644"/>
                  </a:lnTo>
                  <a:cubicBezTo>
                    <a:pt x="299" y="693"/>
                    <a:pt x="357" y="726"/>
                    <a:pt x="414" y="726"/>
                  </a:cubicBezTo>
                  <a:cubicBezTo>
                    <a:pt x="441" y="726"/>
                    <a:pt x="466" y="719"/>
                    <a:pt x="489" y="704"/>
                  </a:cubicBezTo>
                  <a:cubicBezTo>
                    <a:pt x="572" y="656"/>
                    <a:pt x="596" y="573"/>
                    <a:pt x="548" y="478"/>
                  </a:cubicBezTo>
                  <a:lnTo>
                    <a:pt x="322" y="85"/>
                  </a:lnTo>
                  <a:cubicBezTo>
                    <a:pt x="299" y="30"/>
                    <a:pt x="244" y="1"/>
                    <a:pt x="190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7" name="Google Shape;13354;p81">
              <a:extLst>
                <a:ext uri="{FF2B5EF4-FFF2-40B4-BE49-F238E27FC236}">
                  <a16:creationId xmlns:a16="http://schemas.microsoft.com/office/drawing/2014/main" id="{76E1C624-3836-4F51-9379-69FE24F7EEDC}"/>
                </a:ext>
              </a:extLst>
            </p:cNvPr>
            <p:cNvSpPr/>
            <p:nvPr/>
          </p:nvSpPr>
          <p:spPr>
            <a:xfrm>
              <a:off x="1425741" y="2492768"/>
              <a:ext cx="25031" cy="17874"/>
            </a:xfrm>
            <a:custGeom>
              <a:avLst/>
              <a:gdLst/>
              <a:ahLst/>
              <a:cxnLst/>
              <a:rect l="l" t="t" r="r" b="b"/>
              <a:pathLst>
                <a:path w="787" h="562" extrusionOk="0">
                  <a:moveTo>
                    <a:pt x="181" y="1"/>
                  </a:moveTo>
                  <a:cubicBezTo>
                    <a:pt x="126" y="1"/>
                    <a:pt x="72" y="30"/>
                    <a:pt x="48" y="85"/>
                  </a:cubicBezTo>
                  <a:cubicBezTo>
                    <a:pt x="1" y="156"/>
                    <a:pt x="25" y="263"/>
                    <a:pt x="108" y="299"/>
                  </a:cubicBezTo>
                  <a:cubicBezTo>
                    <a:pt x="501" y="525"/>
                    <a:pt x="501" y="561"/>
                    <a:pt x="584" y="561"/>
                  </a:cubicBezTo>
                  <a:cubicBezTo>
                    <a:pt x="632" y="561"/>
                    <a:pt x="703" y="525"/>
                    <a:pt x="727" y="466"/>
                  </a:cubicBezTo>
                  <a:cubicBezTo>
                    <a:pt x="787" y="394"/>
                    <a:pt x="751" y="287"/>
                    <a:pt x="668" y="240"/>
                  </a:cubicBezTo>
                  <a:lnTo>
                    <a:pt x="263" y="25"/>
                  </a:lnTo>
                  <a:cubicBezTo>
                    <a:pt x="238" y="9"/>
                    <a:pt x="209" y="1"/>
                    <a:pt x="18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8" name="Google Shape;13355;p81">
              <a:extLst>
                <a:ext uri="{FF2B5EF4-FFF2-40B4-BE49-F238E27FC236}">
                  <a16:creationId xmlns:a16="http://schemas.microsoft.com/office/drawing/2014/main" id="{A4BDC736-D6A5-4B14-88AB-B7C9DCA53580}"/>
                </a:ext>
              </a:extLst>
            </p:cNvPr>
            <p:cNvSpPr/>
            <p:nvPr/>
          </p:nvSpPr>
          <p:spPr>
            <a:xfrm>
              <a:off x="1414768" y="2535959"/>
              <a:ext cx="25031" cy="10655"/>
            </a:xfrm>
            <a:custGeom>
              <a:avLst/>
              <a:gdLst/>
              <a:ahLst/>
              <a:cxnLst/>
              <a:rect l="l" t="t" r="r" b="b"/>
              <a:pathLst>
                <a:path w="787" h="335" extrusionOk="0">
                  <a:moveTo>
                    <a:pt x="167" y="1"/>
                  </a:moveTo>
                  <a:cubicBezTo>
                    <a:pt x="72" y="1"/>
                    <a:pt x="1" y="72"/>
                    <a:pt x="1" y="167"/>
                  </a:cubicBezTo>
                  <a:cubicBezTo>
                    <a:pt x="1" y="251"/>
                    <a:pt x="72" y="334"/>
                    <a:pt x="167" y="334"/>
                  </a:cubicBezTo>
                  <a:lnTo>
                    <a:pt x="632" y="334"/>
                  </a:lnTo>
                  <a:cubicBezTo>
                    <a:pt x="715" y="334"/>
                    <a:pt x="786" y="251"/>
                    <a:pt x="786" y="167"/>
                  </a:cubicBezTo>
                  <a:cubicBezTo>
                    <a:pt x="786" y="72"/>
                    <a:pt x="715" y="1"/>
                    <a:pt x="632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9" name="Google Shape;13356;p81">
              <a:extLst>
                <a:ext uri="{FF2B5EF4-FFF2-40B4-BE49-F238E27FC236}">
                  <a16:creationId xmlns:a16="http://schemas.microsoft.com/office/drawing/2014/main" id="{BE17EB18-23E9-4A3A-B1E6-BBDAAC1289D2}"/>
                </a:ext>
              </a:extLst>
            </p:cNvPr>
            <p:cNvSpPr/>
            <p:nvPr/>
          </p:nvSpPr>
          <p:spPr>
            <a:xfrm>
              <a:off x="1573825" y="2537104"/>
              <a:ext cx="24999" cy="10241"/>
            </a:xfrm>
            <a:custGeom>
              <a:avLst/>
              <a:gdLst/>
              <a:ahLst/>
              <a:cxnLst/>
              <a:rect l="l" t="t" r="r" b="b"/>
              <a:pathLst>
                <a:path w="786" h="322" extrusionOk="0">
                  <a:moveTo>
                    <a:pt x="167" y="0"/>
                  </a:moveTo>
                  <a:cubicBezTo>
                    <a:pt x="72" y="0"/>
                    <a:pt x="0" y="72"/>
                    <a:pt x="0" y="155"/>
                  </a:cubicBezTo>
                  <a:cubicBezTo>
                    <a:pt x="0" y="251"/>
                    <a:pt x="72" y="322"/>
                    <a:pt x="167" y="322"/>
                  </a:cubicBezTo>
                  <a:lnTo>
                    <a:pt x="631" y="322"/>
                  </a:lnTo>
                  <a:cubicBezTo>
                    <a:pt x="715" y="322"/>
                    <a:pt x="786" y="251"/>
                    <a:pt x="786" y="155"/>
                  </a:cubicBezTo>
                  <a:cubicBezTo>
                    <a:pt x="786" y="72"/>
                    <a:pt x="715" y="0"/>
                    <a:pt x="631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0" name="Google Shape;13357;p81">
              <a:extLst>
                <a:ext uri="{FF2B5EF4-FFF2-40B4-BE49-F238E27FC236}">
                  <a16:creationId xmlns:a16="http://schemas.microsoft.com/office/drawing/2014/main" id="{AB0DCF00-692C-4852-AB84-29D3525BFCA6}"/>
                </a:ext>
              </a:extLst>
            </p:cNvPr>
            <p:cNvSpPr/>
            <p:nvPr/>
          </p:nvSpPr>
          <p:spPr>
            <a:xfrm>
              <a:off x="1563965" y="2493627"/>
              <a:ext cx="24649" cy="17525"/>
            </a:xfrm>
            <a:custGeom>
              <a:avLst/>
              <a:gdLst/>
              <a:ahLst/>
              <a:cxnLst/>
              <a:rect l="l" t="t" r="r" b="b"/>
              <a:pathLst>
                <a:path w="775" h="551" extrusionOk="0">
                  <a:moveTo>
                    <a:pt x="576" y="0"/>
                  </a:moveTo>
                  <a:cubicBezTo>
                    <a:pt x="549" y="0"/>
                    <a:pt x="523" y="7"/>
                    <a:pt x="501" y="22"/>
                  </a:cubicBezTo>
                  <a:lnTo>
                    <a:pt x="108" y="248"/>
                  </a:lnTo>
                  <a:cubicBezTo>
                    <a:pt x="24" y="296"/>
                    <a:pt x="1" y="391"/>
                    <a:pt x="48" y="475"/>
                  </a:cubicBezTo>
                  <a:cubicBezTo>
                    <a:pt x="73" y="524"/>
                    <a:pt x="132" y="550"/>
                    <a:pt x="189" y="550"/>
                  </a:cubicBezTo>
                  <a:cubicBezTo>
                    <a:pt x="215" y="550"/>
                    <a:pt x="240" y="545"/>
                    <a:pt x="263" y="534"/>
                  </a:cubicBezTo>
                  <a:lnTo>
                    <a:pt x="667" y="308"/>
                  </a:lnTo>
                  <a:cubicBezTo>
                    <a:pt x="739" y="260"/>
                    <a:pt x="774" y="153"/>
                    <a:pt x="727" y="82"/>
                  </a:cubicBezTo>
                  <a:cubicBezTo>
                    <a:pt x="694" y="33"/>
                    <a:pt x="633" y="0"/>
                    <a:pt x="576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1" name="Google Shape;13358;p81">
              <a:extLst>
                <a:ext uri="{FF2B5EF4-FFF2-40B4-BE49-F238E27FC236}">
                  <a16:creationId xmlns:a16="http://schemas.microsoft.com/office/drawing/2014/main" id="{960D1F45-EAED-4A95-B4B1-AAD5E77F8D44}"/>
                </a:ext>
              </a:extLst>
            </p:cNvPr>
            <p:cNvSpPr/>
            <p:nvPr/>
          </p:nvSpPr>
          <p:spPr>
            <a:xfrm>
              <a:off x="1537853" y="2461440"/>
              <a:ext cx="18956" cy="23090"/>
            </a:xfrm>
            <a:custGeom>
              <a:avLst/>
              <a:gdLst/>
              <a:ahLst/>
              <a:cxnLst/>
              <a:rect l="l" t="t" r="r" b="b"/>
              <a:pathLst>
                <a:path w="596" h="726" extrusionOk="0">
                  <a:moveTo>
                    <a:pt x="414" y="0"/>
                  </a:moveTo>
                  <a:cubicBezTo>
                    <a:pt x="357" y="0"/>
                    <a:pt x="298" y="33"/>
                    <a:pt x="274" y="82"/>
                  </a:cubicBezTo>
                  <a:lnTo>
                    <a:pt x="48" y="486"/>
                  </a:lnTo>
                  <a:cubicBezTo>
                    <a:pt x="0" y="558"/>
                    <a:pt x="36" y="665"/>
                    <a:pt x="107" y="701"/>
                  </a:cubicBezTo>
                  <a:cubicBezTo>
                    <a:pt x="132" y="718"/>
                    <a:pt x="162" y="725"/>
                    <a:pt x="192" y="725"/>
                  </a:cubicBezTo>
                  <a:cubicBezTo>
                    <a:pt x="247" y="725"/>
                    <a:pt x="303" y="699"/>
                    <a:pt x="333" y="653"/>
                  </a:cubicBezTo>
                  <a:lnTo>
                    <a:pt x="548" y="248"/>
                  </a:lnTo>
                  <a:cubicBezTo>
                    <a:pt x="595" y="177"/>
                    <a:pt x="572" y="70"/>
                    <a:pt x="488" y="22"/>
                  </a:cubicBezTo>
                  <a:cubicBezTo>
                    <a:pt x="466" y="7"/>
                    <a:pt x="440" y="0"/>
                    <a:pt x="414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pic>
        <p:nvPicPr>
          <p:cNvPr id="19" name="Picture 18">
            <a:extLst>
              <a:ext uri="{FF2B5EF4-FFF2-40B4-BE49-F238E27FC236}">
                <a16:creationId xmlns:a16="http://schemas.microsoft.com/office/drawing/2014/main" id="{45C67D94-6595-488C-8FA0-85FE13346B2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/>
          <a:stretch/>
        </p:blipFill>
        <p:spPr>
          <a:xfrm>
            <a:off x="102759" y="3207616"/>
            <a:ext cx="3625757" cy="18288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grpSp>
        <p:nvGrpSpPr>
          <p:cNvPr id="191" name="Google Shape;2941;p64">
            <a:extLst>
              <a:ext uri="{FF2B5EF4-FFF2-40B4-BE49-F238E27FC236}">
                <a16:creationId xmlns:a16="http://schemas.microsoft.com/office/drawing/2014/main" id="{34683152-3864-4912-968B-8645A8645627}"/>
              </a:ext>
            </a:extLst>
          </p:cNvPr>
          <p:cNvGrpSpPr/>
          <p:nvPr/>
        </p:nvGrpSpPr>
        <p:grpSpPr>
          <a:xfrm>
            <a:off x="8095724" y="4090339"/>
            <a:ext cx="536674" cy="510358"/>
            <a:chOff x="7476387" y="4016321"/>
            <a:chExt cx="601990" cy="572471"/>
          </a:xfrm>
        </p:grpSpPr>
        <p:sp>
          <p:nvSpPr>
            <p:cNvPr id="192" name="Google Shape;2942;p64">
              <a:extLst>
                <a:ext uri="{FF2B5EF4-FFF2-40B4-BE49-F238E27FC236}">
                  <a16:creationId xmlns:a16="http://schemas.microsoft.com/office/drawing/2014/main" id="{7F97BCE9-378D-447A-B403-6A9E9393ED9D}"/>
                </a:ext>
              </a:extLst>
            </p:cNvPr>
            <p:cNvSpPr/>
            <p:nvPr/>
          </p:nvSpPr>
          <p:spPr>
            <a:xfrm>
              <a:off x="7476387" y="4041959"/>
              <a:ext cx="601990" cy="546833"/>
            </a:xfrm>
            <a:custGeom>
              <a:avLst/>
              <a:gdLst/>
              <a:ahLst/>
              <a:cxnLst/>
              <a:rect l="l" t="t" r="r" b="b"/>
              <a:pathLst>
                <a:path w="18150" h="16487" extrusionOk="0">
                  <a:moveTo>
                    <a:pt x="3686" y="531"/>
                  </a:moveTo>
                  <a:cubicBezTo>
                    <a:pt x="3996" y="531"/>
                    <a:pt x="4247" y="784"/>
                    <a:pt x="4247" y="1093"/>
                  </a:cubicBezTo>
                  <a:cubicBezTo>
                    <a:pt x="4247" y="1403"/>
                    <a:pt x="3996" y="1654"/>
                    <a:pt x="3686" y="1654"/>
                  </a:cubicBezTo>
                  <a:cubicBezTo>
                    <a:pt x="3377" y="1654"/>
                    <a:pt x="3124" y="1403"/>
                    <a:pt x="3124" y="1093"/>
                  </a:cubicBezTo>
                  <a:cubicBezTo>
                    <a:pt x="3124" y="784"/>
                    <a:pt x="3376" y="531"/>
                    <a:pt x="3686" y="531"/>
                  </a:cubicBezTo>
                  <a:close/>
                  <a:moveTo>
                    <a:pt x="14464" y="531"/>
                  </a:moveTo>
                  <a:cubicBezTo>
                    <a:pt x="14774" y="531"/>
                    <a:pt x="15026" y="784"/>
                    <a:pt x="15026" y="1093"/>
                  </a:cubicBezTo>
                  <a:cubicBezTo>
                    <a:pt x="15026" y="1403"/>
                    <a:pt x="14774" y="1654"/>
                    <a:pt x="14464" y="1654"/>
                  </a:cubicBezTo>
                  <a:cubicBezTo>
                    <a:pt x="14155" y="1654"/>
                    <a:pt x="13904" y="1403"/>
                    <a:pt x="13904" y="1093"/>
                  </a:cubicBezTo>
                  <a:cubicBezTo>
                    <a:pt x="13904" y="784"/>
                    <a:pt x="14155" y="531"/>
                    <a:pt x="14464" y="531"/>
                  </a:cubicBezTo>
                  <a:close/>
                  <a:moveTo>
                    <a:pt x="1602" y="6161"/>
                  </a:moveTo>
                  <a:lnTo>
                    <a:pt x="1602" y="10054"/>
                  </a:lnTo>
                  <a:lnTo>
                    <a:pt x="621" y="10054"/>
                  </a:lnTo>
                  <a:cubicBezTo>
                    <a:pt x="573" y="10054"/>
                    <a:pt x="532" y="10014"/>
                    <a:pt x="532" y="9966"/>
                  </a:cubicBezTo>
                  <a:lnTo>
                    <a:pt x="532" y="6249"/>
                  </a:lnTo>
                  <a:cubicBezTo>
                    <a:pt x="532" y="6202"/>
                    <a:pt x="573" y="6161"/>
                    <a:pt x="621" y="6161"/>
                  </a:cubicBezTo>
                  <a:close/>
                  <a:moveTo>
                    <a:pt x="1897" y="15125"/>
                  </a:moveTo>
                  <a:lnTo>
                    <a:pt x="1897" y="15955"/>
                  </a:lnTo>
                  <a:lnTo>
                    <a:pt x="532" y="15955"/>
                  </a:lnTo>
                  <a:lnTo>
                    <a:pt x="532" y="15125"/>
                  </a:lnTo>
                  <a:close/>
                  <a:moveTo>
                    <a:pt x="11422" y="12862"/>
                  </a:moveTo>
                  <a:lnTo>
                    <a:pt x="11422" y="13637"/>
                  </a:lnTo>
                  <a:lnTo>
                    <a:pt x="9217" y="13637"/>
                  </a:lnTo>
                  <a:cubicBezTo>
                    <a:pt x="9070" y="13637"/>
                    <a:pt x="8951" y="13756"/>
                    <a:pt x="8951" y="13903"/>
                  </a:cubicBezTo>
                  <a:cubicBezTo>
                    <a:pt x="8951" y="14050"/>
                    <a:pt x="9070" y="14169"/>
                    <a:pt x="9217" y="14169"/>
                  </a:cubicBezTo>
                  <a:lnTo>
                    <a:pt x="15722" y="14169"/>
                  </a:lnTo>
                  <a:lnTo>
                    <a:pt x="15722" y="15955"/>
                  </a:lnTo>
                  <a:lnTo>
                    <a:pt x="2429" y="15955"/>
                  </a:lnTo>
                  <a:lnTo>
                    <a:pt x="2429" y="14169"/>
                  </a:lnTo>
                  <a:lnTo>
                    <a:pt x="7444" y="14169"/>
                  </a:lnTo>
                  <a:cubicBezTo>
                    <a:pt x="7591" y="14169"/>
                    <a:pt x="7710" y="14049"/>
                    <a:pt x="7710" y="13903"/>
                  </a:cubicBezTo>
                  <a:cubicBezTo>
                    <a:pt x="7710" y="13756"/>
                    <a:pt x="7591" y="13637"/>
                    <a:pt x="7444" y="13637"/>
                  </a:cubicBezTo>
                  <a:lnTo>
                    <a:pt x="6728" y="13637"/>
                  </a:lnTo>
                  <a:lnTo>
                    <a:pt x="6728" y="12862"/>
                  </a:lnTo>
                  <a:close/>
                  <a:moveTo>
                    <a:pt x="17618" y="15125"/>
                  </a:moveTo>
                  <a:lnTo>
                    <a:pt x="17618" y="15955"/>
                  </a:lnTo>
                  <a:lnTo>
                    <a:pt x="16253" y="15955"/>
                  </a:lnTo>
                  <a:lnTo>
                    <a:pt x="16253" y="15125"/>
                  </a:lnTo>
                  <a:close/>
                  <a:moveTo>
                    <a:pt x="3686" y="0"/>
                  </a:moveTo>
                  <a:cubicBezTo>
                    <a:pt x="3083" y="0"/>
                    <a:pt x="2592" y="490"/>
                    <a:pt x="2592" y="1093"/>
                  </a:cubicBezTo>
                  <a:cubicBezTo>
                    <a:pt x="2592" y="1604"/>
                    <a:pt x="2945" y="2034"/>
                    <a:pt x="3420" y="2153"/>
                  </a:cubicBezTo>
                  <a:lnTo>
                    <a:pt x="3420" y="3354"/>
                  </a:lnTo>
                  <a:lnTo>
                    <a:pt x="2399" y="3354"/>
                  </a:lnTo>
                  <a:cubicBezTo>
                    <a:pt x="1960" y="3354"/>
                    <a:pt x="1602" y="3711"/>
                    <a:pt x="1602" y="4151"/>
                  </a:cubicBezTo>
                  <a:lnTo>
                    <a:pt x="1602" y="5630"/>
                  </a:lnTo>
                  <a:lnTo>
                    <a:pt x="621" y="5630"/>
                  </a:lnTo>
                  <a:cubicBezTo>
                    <a:pt x="279" y="5630"/>
                    <a:pt x="1" y="5908"/>
                    <a:pt x="1" y="6250"/>
                  </a:cubicBezTo>
                  <a:lnTo>
                    <a:pt x="1" y="9966"/>
                  </a:lnTo>
                  <a:cubicBezTo>
                    <a:pt x="1" y="10309"/>
                    <a:pt x="279" y="10587"/>
                    <a:pt x="621" y="10587"/>
                  </a:cubicBezTo>
                  <a:lnTo>
                    <a:pt x="1602" y="10587"/>
                  </a:lnTo>
                  <a:lnTo>
                    <a:pt x="1602" y="12065"/>
                  </a:lnTo>
                  <a:cubicBezTo>
                    <a:pt x="1602" y="12505"/>
                    <a:pt x="1960" y="12862"/>
                    <a:pt x="2399" y="12862"/>
                  </a:cubicBezTo>
                  <a:lnTo>
                    <a:pt x="6196" y="12862"/>
                  </a:lnTo>
                  <a:lnTo>
                    <a:pt x="6196" y="13637"/>
                  </a:lnTo>
                  <a:lnTo>
                    <a:pt x="2340" y="13637"/>
                  </a:lnTo>
                  <a:cubicBezTo>
                    <a:pt x="2095" y="13637"/>
                    <a:pt x="1897" y="13836"/>
                    <a:pt x="1897" y="14080"/>
                  </a:cubicBezTo>
                  <a:lnTo>
                    <a:pt x="1897" y="14594"/>
                  </a:lnTo>
                  <a:lnTo>
                    <a:pt x="443" y="14594"/>
                  </a:lnTo>
                  <a:cubicBezTo>
                    <a:pt x="199" y="14594"/>
                    <a:pt x="1" y="14792"/>
                    <a:pt x="1" y="15037"/>
                  </a:cubicBezTo>
                  <a:lnTo>
                    <a:pt x="1" y="16222"/>
                  </a:lnTo>
                  <a:cubicBezTo>
                    <a:pt x="1" y="16367"/>
                    <a:pt x="120" y="16487"/>
                    <a:pt x="266" y="16487"/>
                  </a:cubicBezTo>
                  <a:lnTo>
                    <a:pt x="17883" y="16487"/>
                  </a:lnTo>
                  <a:cubicBezTo>
                    <a:pt x="18030" y="16487"/>
                    <a:pt x="18149" y="16367"/>
                    <a:pt x="18149" y="16222"/>
                  </a:cubicBezTo>
                  <a:lnTo>
                    <a:pt x="18149" y="15037"/>
                  </a:lnTo>
                  <a:cubicBezTo>
                    <a:pt x="18149" y="14792"/>
                    <a:pt x="17951" y="14594"/>
                    <a:pt x="17707" y="14594"/>
                  </a:cubicBezTo>
                  <a:lnTo>
                    <a:pt x="16253" y="14594"/>
                  </a:lnTo>
                  <a:lnTo>
                    <a:pt x="16253" y="14080"/>
                  </a:lnTo>
                  <a:cubicBezTo>
                    <a:pt x="16253" y="13836"/>
                    <a:pt x="16054" y="13637"/>
                    <a:pt x="15809" y="13637"/>
                  </a:cubicBezTo>
                  <a:lnTo>
                    <a:pt x="11954" y="13637"/>
                  </a:lnTo>
                  <a:lnTo>
                    <a:pt x="11954" y="12862"/>
                  </a:lnTo>
                  <a:lnTo>
                    <a:pt x="15751" y="12862"/>
                  </a:lnTo>
                  <a:cubicBezTo>
                    <a:pt x="16190" y="12862"/>
                    <a:pt x="16548" y="12505"/>
                    <a:pt x="16548" y="12064"/>
                  </a:cubicBezTo>
                  <a:lnTo>
                    <a:pt x="16548" y="10586"/>
                  </a:lnTo>
                  <a:lnTo>
                    <a:pt x="17529" y="10586"/>
                  </a:lnTo>
                  <a:cubicBezTo>
                    <a:pt x="17871" y="10586"/>
                    <a:pt x="18149" y="10308"/>
                    <a:pt x="18149" y="9966"/>
                  </a:cubicBezTo>
                  <a:lnTo>
                    <a:pt x="18149" y="6250"/>
                  </a:lnTo>
                  <a:cubicBezTo>
                    <a:pt x="18149" y="5907"/>
                    <a:pt x="17871" y="5629"/>
                    <a:pt x="17529" y="5629"/>
                  </a:cubicBezTo>
                  <a:lnTo>
                    <a:pt x="16548" y="5629"/>
                  </a:lnTo>
                  <a:lnTo>
                    <a:pt x="16548" y="4151"/>
                  </a:lnTo>
                  <a:cubicBezTo>
                    <a:pt x="16548" y="3711"/>
                    <a:pt x="16190" y="3354"/>
                    <a:pt x="15751" y="3354"/>
                  </a:cubicBezTo>
                  <a:lnTo>
                    <a:pt x="14730" y="3354"/>
                  </a:lnTo>
                  <a:lnTo>
                    <a:pt x="14730" y="2153"/>
                  </a:lnTo>
                  <a:cubicBezTo>
                    <a:pt x="15206" y="2034"/>
                    <a:pt x="15558" y="1604"/>
                    <a:pt x="15558" y="1093"/>
                  </a:cubicBezTo>
                  <a:cubicBezTo>
                    <a:pt x="15558" y="490"/>
                    <a:pt x="15067" y="0"/>
                    <a:pt x="14464" y="0"/>
                  </a:cubicBezTo>
                  <a:cubicBezTo>
                    <a:pt x="13862" y="0"/>
                    <a:pt x="13372" y="490"/>
                    <a:pt x="13372" y="1093"/>
                  </a:cubicBezTo>
                  <a:cubicBezTo>
                    <a:pt x="13372" y="1604"/>
                    <a:pt x="13724" y="2034"/>
                    <a:pt x="14198" y="2153"/>
                  </a:cubicBezTo>
                  <a:lnTo>
                    <a:pt x="14198" y="3354"/>
                  </a:lnTo>
                  <a:lnTo>
                    <a:pt x="12904" y="3354"/>
                  </a:lnTo>
                  <a:cubicBezTo>
                    <a:pt x="12757" y="3354"/>
                    <a:pt x="12638" y="3473"/>
                    <a:pt x="12638" y="3619"/>
                  </a:cubicBezTo>
                  <a:cubicBezTo>
                    <a:pt x="12638" y="3766"/>
                    <a:pt x="12757" y="3884"/>
                    <a:pt x="12904" y="3884"/>
                  </a:cubicBezTo>
                  <a:lnTo>
                    <a:pt x="15751" y="3884"/>
                  </a:lnTo>
                  <a:cubicBezTo>
                    <a:pt x="15898" y="3884"/>
                    <a:pt x="16017" y="4004"/>
                    <a:pt x="16017" y="4150"/>
                  </a:cubicBezTo>
                  <a:lnTo>
                    <a:pt x="16017" y="7139"/>
                  </a:lnTo>
                  <a:cubicBezTo>
                    <a:pt x="16017" y="7286"/>
                    <a:pt x="16136" y="7405"/>
                    <a:pt x="16282" y="7405"/>
                  </a:cubicBezTo>
                  <a:cubicBezTo>
                    <a:pt x="16430" y="7405"/>
                    <a:pt x="16548" y="7286"/>
                    <a:pt x="16548" y="7139"/>
                  </a:cubicBezTo>
                  <a:lnTo>
                    <a:pt x="16548" y="6161"/>
                  </a:lnTo>
                  <a:lnTo>
                    <a:pt x="17529" y="6161"/>
                  </a:lnTo>
                  <a:cubicBezTo>
                    <a:pt x="17577" y="6161"/>
                    <a:pt x="17617" y="6202"/>
                    <a:pt x="17617" y="6249"/>
                  </a:cubicBezTo>
                  <a:lnTo>
                    <a:pt x="17617" y="9966"/>
                  </a:lnTo>
                  <a:cubicBezTo>
                    <a:pt x="17617" y="10014"/>
                    <a:pt x="17577" y="10055"/>
                    <a:pt x="17529" y="10055"/>
                  </a:cubicBezTo>
                  <a:lnTo>
                    <a:pt x="16548" y="10055"/>
                  </a:lnTo>
                  <a:lnTo>
                    <a:pt x="16548" y="8699"/>
                  </a:lnTo>
                  <a:cubicBezTo>
                    <a:pt x="16548" y="8552"/>
                    <a:pt x="16430" y="8433"/>
                    <a:pt x="16282" y="8433"/>
                  </a:cubicBezTo>
                  <a:cubicBezTo>
                    <a:pt x="16136" y="8433"/>
                    <a:pt x="16017" y="8552"/>
                    <a:pt x="16017" y="8699"/>
                  </a:cubicBezTo>
                  <a:lnTo>
                    <a:pt x="16017" y="12064"/>
                  </a:lnTo>
                  <a:cubicBezTo>
                    <a:pt x="16017" y="12211"/>
                    <a:pt x="15897" y="12330"/>
                    <a:pt x="15751" y="12330"/>
                  </a:cubicBezTo>
                  <a:lnTo>
                    <a:pt x="2400" y="12330"/>
                  </a:lnTo>
                  <a:cubicBezTo>
                    <a:pt x="2253" y="12330"/>
                    <a:pt x="2134" y="12211"/>
                    <a:pt x="2134" y="12064"/>
                  </a:cubicBezTo>
                  <a:lnTo>
                    <a:pt x="2134" y="4150"/>
                  </a:lnTo>
                  <a:cubicBezTo>
                    <a:pt x="2134" y="4004"/>
                    <a:pt x="2253" y="3885"/>
                    <a:pt x="2400" y="3885"/>
                  </a:cubicBezTo>
                  <a:lnTo>
                    <a:pt x="11166" y="3885"/>
                  </a:lnTo>
                  <a:cubicBezTo>
                    <a:pt x="11313" y="3885"/>
                    <a:pt x="11432" y="3766"/>
                    <a:pt x="11432" y="3619"/>
                  </a:cubicBezTo>
                  <a:cubicBezTo>
                    <a:pt x="11432" y="3472"/>
                    <a:pt x="11313" y="3354"/>
                    <a:pt x="11166" y="3354"/>
                  </a:cubicBezTo>
                  <a:lnTo>
                    <a:pt x="3952" y="3354"/>
                  </a:lnTo>
                  <a:lnTo>
                    <a:pt x="3952" y="2153"/>
                  </a:lnTo>
                  <a:cubicBezTo>
                    <a:pt x="4426" y="2034"/>
                    <a:pt x="4779" y="1604"/>
                    <a:pt x="4779" y="1093"/>
                  </a:cubicBezTo>
                  <a:cubicBezTo>
                    <a:pt x="4779" y="490"/>
                    <a:pt x="4288" y="0"/>
                    <a:pt x="36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3" name="Google Shape;2943;p64">
              <a:extLst>
                <a:ext uri="{FF2B5EF4-FFF2-40B4-BE49-F238E27FC236}">
                  <a16:creationId xmlns:a16="http://schemas.microsoft.com/office/drawing/2014/main" id="{8DFBF92A-E3DF-4D1C-8ADC-A595E178833D}"/>
                </a:ext>
              </a:extLst>
            </p:cNvPr>
            <p:cNvSpPr/>
            <p:nvPr/>
          </p:nvSpPr>
          <p:spPr>
            <a:xfrm>
              <a:off x="7571445" y="4195093"/>
              <a:ext cx="411874" cy="231575"/>
            </a:xfrm>
            <a:custGeom>
              <a:avLst/>
              <a:gdLst/>
              <a:ahLst/>
              <a:cxnLst/>
              <a:rect l="l" t="t" r="r" b="b"/>
              <a:pathLst>
                <a:path w="12418" h="6982" extrusionOk="0">
                  <a:moveTo>
                    <a:pt x="7700" y="532"/>
                  </a:moveTo>
                  <a:lnTo>
                    <a:pt x="7524" y="880"/>
                  </a:lnTo>
                  <a:lnTo>
                    <a:pt x="4894" y="880"/>
                  </a:lnTo>
                  <a:lnTo>
                    <a:pt x="4718" y="532"/>
                  </a:lnTo>
                  <a:close/>
                  <a:moveTo>
                    <a:pt x="11886" y="532"/>
                  </a:moveTo>
                  <a:lnTo>
                    <a:pt x="11886" y="6449"/>
                  </a:lnTo>
                  <a:lnTo>
                    <a:pt x="532" y="6449"/>
                  </a:lnTo>
                  <a:lnTo>
                    <a:pt x="532" y="532"/>
                  </a:lnTo>
                  <a:lnTo>
                    <a:pt x="4124" y="532"/>
                  </a:lnTo>
                  <a:lnTo>
                    <a:pt x="4444" y="1170"/>
                  </a:lnTo>
                  <a:cubicBezTo>
                    <a:pt x="4516" y="1313"/>
                    <a:pt x="4677" y="1411"/>
                    <a:pt x="4836" y="1411"/>
                  </a:cubicBezTo>
                  <a:lnTo>
                    <a:pt x="7583" y="1411"/>
                  </a:lnTo>
                  <a:cubicBezTo>
                    <a:pt x="7742" y="1411"/>
                    <a:pt x="7903" y="1313"/>
                    <a:pt x="7974" y="1170"/>
                  </a:cubicBezTo>
                  <a:lnTo>
                    <a:pt x="8295" y="532"/>
                  </a:lnTo>
                  <a:close/>
                  <a:moveTo>
                    <a:pt x="444" y="0"/>
                  </a:moveTo>
                  <a:cubicBezTo>
                    <a:pt x="199" y="0"/>
                    <a:pt x="0" y="200"/>
                    <a:pt x="0" y="444"/>
                  </a:cubicBezTo>
                  <a:lnTo>
                    <a:pt x="0" y="6538"/>
                  </a:lnTo>
                  <a:cubicBezTo>
                    <a:pt x="0" y="6782"/>
                    <a:pt x="199" y="6981"/>
                    <a:pt x="444" y="6981"/>
                  </a:cubicBezTo>
                  <a:lnTo>
                    <a:pt x="11975" y="6981"/>
                  </a:lnTo>
                  <a:cubicBezTo>
                    <a:pt x="12219" y="6981"/>
                    <a:pt x="12418" y="6782"/>
                    <a:pt x="12418" y="6538"/>
                  </a:cubicBezTo>
                  <a:lnTo>
                    <a:pt x="12418" y="444"/>
                  </a:lnTo>
                  <a:cubicBezTo>
                    <a:pt x="12418" y="200"/>
                    <a:pt x="12219" y="0"/>
                    <a:pt x="119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4" name="Google Shape;2944;p64">
              <a:extLst>
                <a:ext uri="{FF2B5EF4-FFF2-40B4-BE49-F238E27FC236}">
                  <a16:creationId xmlns:a16="http://schemas.microsoft.com/office/drawing/2014/main" id="{142A7676-5F9D-4341-8E2F-8ED5AE6B0284}"/>
                </a:ext>
              </a:extLst>
            </p:cNvPr>
            <p:cNvSpPr/>
            <p:nvPr/>
          </p:nvSpPr>
          <p:spPr>
            <a:xfrm>
              <a:off x="7634331" y="4249621"/>
              <a:ext cx="54063" cy="79171"/>
            </a:xfrm>
            <a:custGeom>
              <a:avLst/>
              <a:gdLst/>
              <a:ahLst/>
              <a:cxnLst/>
              <a:rect l="l" t="t" r="r" b="b"/>
              <a:pathLst>
                <a:path w="1630" h="2387" extrusionOk="0">
                  <a:moveTo>
                    <a:pt x="1097" y="532"/>
                  </a:moveTo>
                  <a:lnTo>
                    <a:pt x="1097" y="1855"/>
                  </a:lnTo>
                  <a:lnTo>
                    <a:pt x="532" y="1855"/>
                  </a:lnTo>
                  <a:lnTo>
                    <a:pt x="532" y="532"/>
                  </a:lnTo>
                  <a:close/>
                  <a:moveTo>
                    <a:pt x="373" y="0"/>
                  </a:moveTo>
                  <a:cubicBezTo>
                    <a:pt x="168" y="0"/>
                    <a:pt x="1" y="168"/>
                    <a:pt x="1" y="372"/>
                  </a:cubicBezTo>
                  <a:lnTo>
                    <a:pt x="1" y="2014"/>
                  </a:lnTo>
                  <a:cubicBezTo>
                    <a:pt x="1" y="2219"/>
                    <a:pt x="168" y="2386"/>
                    <a:pt x="373" y="2386"/>
                  </a:cubicBezTo>
                  <a:lnTo>
                    <a:pt x="1256" y="2386"/>
                  </a:lnTo>
                  <a:cubicBezTo>
                    <a:pt x="1462" y="2386"/>
                    <a:pt x="1629" y="2219"/>
                    <a:pt x="1629" y="2014"/>
                  </a:cubicBezTo>
                  <a:lnTo>
                    <a:pt x="1629" y="372"/>
                  </a:lnTo>
                  <a:cubicBezTo>
                    <a:pt x="1629" y="168"/>
                    <a:pt x="1462" y="0"/>
                    <a:pt x="12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5" name="Google Shape;2945;p64">
              <a:extLst>
                <a:ext uri="{FF2B5EF4-FFF2-40B4-BE49-F238E27FC236}">
                  <a16:creationId xmlns:a16="http://schemas.microsoft.com/office/drawing/2014/main" id="{A5666227-E1CE-44C0-9CDF-19B2CAC712D1}"/>
                </a:ext>
              </a:extLst>
            </p:cNvPr>
            <p:cNvSpPr/>
            <p:nvPr/>
          </p:nvSpPr>
          <p:spPr>
            <a:xfrm>
              <a:off x="7866404" y="4249621"/>
              <a:ext cx="54030" cy="79171"/>
            </a:xfrm>
            <a:custGeom>
              <a:avLst/>
              <a:gdLst/>
              <a:ahLst/>
              <a:cxnLst/>
              <a:rect l="l" t="t" r="r" b="b"/>
              <a:pathLst>
                <a:path w="1629" h="2387" extrusionOk="0">
                  <a:moveTo>
                    <a:pt x="1096" y="532"/>
                  </a:moveTo>
                  <a:lnTo>
                    <a:pt x="1096" y="1855"/>
                  </a:lnTo>
                  <a:lnTo>
                    <a:pt x="532" y="1855"/>
                  </a:lnTo>
                  <a:lnTo>
                    <a:pt x="532" y="532"/>
                  </a:lnTo>
                  <a:close/>
                  <a:moveTo>
                    <a:pt x="373" y="0"/>
                  </a:moveTo>
                  <a:cubicBezTo>
                    <a:pt x="167" y="0"/>
                    <a:pt x="1" y="168"/>
                    <a:pt x="1" y="372"/>
                  </a:cubicBezTo>
                  <a:lnTo>
                    <a:pt x="1" y="2014"/>
                  </a:lnTo>
                  <a:cubicBezTo>
                    <a:pt x="1" y="2219"/>
                    <a:pt x="167" y="2386"/>
                    <a:pt x="373" y="2386"/>
                  </a:cubicBezTo>
                  <a:lnTo>
                    <a:pt x="1256" y="2386"/>
                  </a:lnTo>
                  <a:cubicBezTo>
                    <a:pt x="1461" y="2386"/>
                    <a:pt x="1628" y="2219"/>
                    <a:pt x="1628" y="2014"/>
                  </a:cubicBezTo>
                  <a:lnTo>
                    <a:pt x="1628" y="372"/>
                  </a:lnTo>
                  <a:cubicBezTo>
                    <a:pt x="1628" y="168"/>
                    <a:pt x="1461" y="0"/>
                    <a:pt x="12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6" name="Google Shape;2946;p64">
              <a:extLst>
                <a:ext uri="{FF2B5EF4-FFF2-40B4-BE49-F238E27FC236}">
                  <a16:creationId xmlns:a16="http://schemas.microsoft.com/office/drawing/2014/main" id="{D50DA566-A703-4D5B-9246-E786CDFC3D92}"/>
                </a:ext>
              </a:extLst>
            </p:cNvPr>
            <p:cNvSpPr/>
            <p:nvPr/>
          </p:nvSpPr>
          <p:spPr>
            <a:xfrm>
              <a:off x="7705641" y="4327365"/>
              <a:ext cx="143483" cy="49486"/>
            </a:xfrm>
            <a:custGeom>
              <a:avLst/>
              <a:gdLst/>
              <a:ahLst/>
              <a:cxnLst/>
              <a:rect l="l" t="t" r="r" b="b"/>
              <a:pathLst>
                <a:path w="4326" h="1492" extrusionOk="0">
                  <a:moveTo>
                    <a:pt x="3794" y="532"/>
                  </a:moveTo>
                  <a:lnTo>
                    <a:pt x="3794" y="959"/>
                  </a:lnTo>
                  <a:lnTo>
                    <a:pt x="532" y="959"/>
                  </a:lnTo>
                  <a:lnTo>
                    <a:pt x="532" y="532"/>
                  </a:lnTo>
                  <a:close/>
                  <a:moveTo>
                    <a:pt x="372" y="0"/>
                  </a:moveTo>
                  <a:cubicBezTo>
                    <a:pt x="168" y="0"/>
                    <a:pt x="1" y="168"/>
                    <a:pt x="1" y="373"/>
                  </a:cubicBezTo>
                  <a:lnTo>
                    <a:pt x="1" y="1119"/>
                  </a:lnTo>
                  <a:cubicBezTo>
                    <a:pt x="1" y="1324"/>
                    <a:pt x="168" y="1491"/>
                    <a:pt x="372" y="1491"/>
                  </a:cubicBezTo>
                  <a:lnTo>
                    <a:pt x="3954" y="1491"/>
                  </a:lnTo>
                  <a:cubicBezTo>
                    <a:pt x="4159" y="1491"/>
                    <a:pt x="4325" y="1324"/>
                    <a:pt x="4325" y="1119"/>
                  </a:cubicBezTo>
                  <a:lnTo>
                    <a:pt x="4325" y="373"/>
                  </a:lnTo>
                  <a:cubicBezTo>
                    <a:pt x="4325" y="168"/>
                    <a:pt x="4159" y="0"/>
                    <a:pt x="39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7" name="Google Shape;2947;p64">
              <a:extLst>
                <a:ext uri="{FF2B5EF4-FFF2-40B4-BE49-F238E27FC236}">
                  <a16:creationId xmlns:a16="http://schemas.microsoft.com/office/drawing/2014/main" id="{788DB662-5E90-4A85-8595-5D48C0910969}"/>
                </a:ext>
              </a:extLst>
            </p:cNvPr>
            <p:cNvSpPr/>
            <p:nvPr/>
          </p:nvSpPr>
          <p:spPr>
            <a:xfrm>
              <a:off x="7659704" y="4016321"/>
              <a:ext cx="235390" cy="97048"/>
            </a:xfrm>
            <a:custGeom>
              <a:avLst/>
              <a:gdLst/>
              <a:ahLst/>
              <a:cxnLst/>
              <a:rect l="l" t="t" r="r" b="b"/>
              <a:pathLst>
                <a:path w="7097" h="2926" extrusionOk="0">
                  <a:moveTo>
                    <a:pt x="4059" y="0"/>
                  </a:moveTo>
                  <a:cubicBezTo>
                    <a:pt x="4009" y="0"/>
                    <a:pt x="3970" y="12"/>
                    <a:pt x="3950" y="20"/>
                  </a:cubicBezTo>
                  <a:cubicBezTo>
                    <a:pt x="3902" y="38"/>
                    <a:pt x="3744" y="116"/>
                    <a:pt x="3744" y="354"/>
                  </a:cubicBezTo>
                  <a:lnTo>
                    <a:pt x="3744" y="2062"/>
                  </a:lnTo>
                  <a:lnTo>
                    <a:pt x="2633" y="845"/>
                  </a:lnTo>
                  <a:cubicBezTo>
                    <a:pt x="2539" y="742"/>
                    <a:pt x="2442" y="716"/>
                    <a:pt x="2368" y="716"/>
                  </a:cubicBezTo>
                  <a:cubicBezTo>
                    <a:pt x="2316" y="716"/>
                    <a:pt x="2276" y="729"/>
                    <a:pt x="2256" y="736"/>
                  </a:cubicBezTo>
                  <a:cubicBezTo>
                    <a:pt x="2208" y="755"/>
                    <a:pt x="2052" y="834"/>
                    <a:pt x="2052" y="1071"/>
                  </a:cubicBezTo>
                  <a:lnTo>
                    <a:pt x="2052" y="1763"/>
                  </a:lnTo>
                  <a:lnTo>
                    <a:pt x="266" y="1763"/>
                  </a:lnTo>
                  <a:cubicBezTo>
                    <a:pt x="120" y="1763"/>
                    <a:pt x="1" y="1882"/>
                    <a:pt x="1" y="2029"/>
                  </a:cubicBezTo>
                  <a:cubicBezTo>
                    <a:pt x="1" y="2176"/>
                    <a:pt x="120" y="2295"/>
                    <a:pt x="266" y="2295"/>
                  </a:cubicBezTo>
                  <a:lnTo>
                    <a:pt x="2140" y="2295"/>
                  </a:lnTo>
                  <a:cubicBezTo>
                    <a:pt x="2385" y="2295"/>
                    <a:pt x="2584" y="2096"/>
                    <a:pt x="2584" y="1851"/>
                  </a:cubicBezTo>
                  <a:lnTo>
                    <a:pt x="2584" y="1579"/>
                  </a:lnTo>
                  <a:lnTo>
                    <a:pt x="3694" y="2796"/>
                  </a:lnTo>
                  <a:cubicBezTo>
                    <a:pt x="3788" y="2900"/>
                    <a:pt x="3886" y="2925"/>
                    <a:pt x="3960" y="2925"/>
                  </a:cubicBezTo>
                  <a:cubicBezTo>
                    <a:pt x="4011" y="2925"/>
                    <a:pt x="4051" y="2913"/>
                    <a:pt x="4071" y="2905"/>
                  </a:cubicBezTo>
                  <a:cubicBezTo>
                    <a:pt x="4119" y="2886"/>
                    <a:pt x="4276" y="2807"/>
                    <a:pt x="4276" y="2571"/>
                  </a:cubicBezTo>
                  <a:lnTo>
                    <a:pt x="4276" y="878"/>
                  </a:lnTo>
                  <a:lnTo>
                    <a:pt x="5001" y="1696"/>
                  </a:lnTo>
                  <a:cubicBezTo>
                    <a:pt x="5117" y="1827"/>
                    <a:pt x="5320" y="1918"/>
                    <a:pt x="5495" y="1918"/>
                  </a:cubicBezTo>
                  <a:lnTo>
                    <a:pt x="6830" y="1918"/>
                  </a:lnTo>
                  <a:cubicBezTo>
                    <a:pt x="6977" y="1918"/>
                    <a:pt x="7095" y="1799"/>
                    <a:pt x="7095" y="1652"/>
                  </a:cubicBezTo>
                  <a:cubicBezTo>
                    <a:pt x="7096" y="1506"/>
                    <a:pt x="6977" y="1387"/>
                    <a:pt x="6830" y="1387"/>
                  </a:cubicBezTo>
                  <a:lnTo>
                    <a:pt x="5496" y="1387"/>
                  </a:lnTo>
                  <a:cubicBezTo>
                    <a:pt x="5471" y="1386"/>
                    <a:pt x="5416" y="1360"/>
                    <a:pt x="5399" y="1344"/>
                  </a:cubicBezTo>
                  <a:lnTo>
                    <a:pt x="4326" y="134"/>
                  </a:lnTo>
                  <a:cubicBezTo>
                    <a:pt x="4232" y="27"/>
                    <a:pt x="4133" y="0"/>
                    <a:pt x="40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8" name="Google Shape;2948;p64">
              <a:extLst>
                <a:ext uri="{FF2B5EF4-FFF2-40B4-BE49-F238E27FC236}">
                  <a16:creationId xmlns:a16="http://schemas.microsoft.com/office/drawing/2014/main" id="{D7C653C4-986E-4592-9FB5-B62956034E5C}"/>
                </a:ext>
              </a:extLst>
            </p:cNvPr>
            <p:cNvSpPr/>
            <p:nvPr/>
          </p:nvSpPr>
          <p:spPr>
            <a:xfrm>
              <a:off x="7861130" y="4533402"/>
              <a:ext cx="17678" cy="17645"/>
            </a:xfrm>
            <a:custGeom>
              <a:avLst/>
              <a:gdLst/>
              <a:ahLst/>
              <a:cxnLst/>
              <a:rect l="l" t="t" r="r" b="b"/>
              <a:pathLst>
                <a:path w="533" h="532" extrusionOk="0">
                  <a:moveTo>
                    <a:pt x="267" y="0"/>
                  </a:moveTo>
                  <a:cubicBezTo>
                    <a:pt x="197" y="0"/>
                    <a:pt x="128" y="29"/>
                    <a:pt x="79" y="78"/>
                  </a:cubicBezTo>
                  <a:cubicBezTo>
                    <a:pt x="29" y="127"/>
                    <a:pt x="1" y="196"/>
                    <a:pt x="1" y="266"/>
                  </a:cubicBezTo>
                  <a:cubicBezTo>
                    <a:pt x="1" y="336"/>
                    <a:pt x="29" y="405"/>
                    <a:pt x="79" y="454"/>
                  </a:cubicBezTo>
                  <a:cubicBezTo>
                    <a:pt x="128" y="503"/>
                    <a:pt x="197" y="532"/>
                    <a:pt x="267" y="532"/>
                  </a:cubicBezTo>
                  <a:cubicBezTo>
                    <a:pt x="336" y="532"/>
                    <a:pt x="405" y="503"/>
                    <a:pt x="455" y="454"/>
                  </a:cubicBezTo>
                  <a:cubicBezTo>
                    <a:pt x="504" y="405"/>
                    <a:pt x="533" y="336"/>
                    <a:pt x="533" y="266"/>
                  </a:cubicBezTo>
                  <a:cubicBezTo>
                    <a:pt x="533" y="196"/>
                    <a:pt x="504" y="127"/>
                    <a:pt x="455" y="78"/>
                  </a:cubicBezTo>
                  <a:cubicBezTo>
                    <a:pt x="405" y="29"/>
                    <a:pt x="336" y="0"/>
                    <a:pt x="2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9" name="Google Shape;2949;p64">
              <a:extLst>
                <a:ext uri="{FF2B5EF4-FFF2-40B4-BE49-F238E27FC236}">
                  <a16:creationId xmlns:a16="http://schemas.microsoft.com/office/drawing/2014/main" id="{CCE5C281-66ED-416D-A962-37523F0D530E}"/>
                </a:ext>
              </a:extLst>
            </p:cNvPr>
            <p:cNvSpPr/>
            <p:nvPr/>
          </p:nvSpPr>
          <p:spPr>
            <a:xfrm>
              <a:off x="7906271" y="4533402"/>
              <a:ext cx="17678" cy="17645"/>
            </a:xfrm>
            <a:custGeom>
              <a:avLst/>
              <a:gdLst/>
              <a:ahLst/>
              <a:cxnLst/>
              <a:rect l="l" t="t" r="r" b="b"/>
              <a:pathLst>
                <a:path w="533" h="532" extrusionOk="0">
                  <a:moveTo>
                    <a:pt x="266" y="0"/>
                  </a:moveTo>
                  <a:cubicBezTo>
                    <a:pt x="195" y="0"/>
                    <a:pt x="127" y="29"/>
                    <a:pt x="77" y="78"/>
                  </a:cubicBezTo>
                  <a:cubicBezTo>
                    <a:pt x="29" y="127"/>
                    <a:pt x="0" y="196"/>
                    <a:pt x="0" y="266"/>
                  </a:cubicBezTo>
                  <a:cubicBezTo>
                    <a:pt x="0" y="336"/>
                    <a:pt x="28" y="405"/>
                    <a:pt x="77" y="454"/>
                  </a:cubicBezTo>
                  <a:cubicBezTo>
                    <a:pt x="127" y="503"/>
                    <a:pt x="195" y="532"/>
                    <a:pt x="266" y="532"/>
                  </a:cubicBezTo>
                  <a:cubicBezTo>
                    <a:pt x="336" y="532"/>
                    <a:pt x="405" y="503"/>
                    <a:pt x="454" y="454"/>
                  </a:cubicBezTo>
                  <a:cubicBezTo>
                    <a:pt x="503" y="405"/>
                    <a:pt x="532" y="336"/>
                    <a:pt x="532" y="266"/>
                  </a:cubicBezTo>
                  <a:cubicBezTo>
                    <a:pt x="532" y="196"/>
                    <a:pt x="503" y="127"/>
                    <a:pt x="454" y="78"/>
                  </a:cubicBezTo>
                  <a:cubicBezTo>
                    <a:pt x="404" y="29"/>
                    <a:pt x="336" y="0"/>
                    <a:pt x="2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0" name="Google Shape;2950;p64">
              <a:extLst>
                <a:ext uri="{FF2B5EF4-FFF2-40B4-BE49-F238E27FC236}">
                  <a16:creationId xmlns:a16="http://schemas.microsoft.com/office/drawing/2014/main" id="{AF18390A-EED9-49E3-B9DC-9A729C30400E}"/>
                </a:ext>
              </a:extLst>
            </p:cNvPr>
            <p:cNvSpPr/>
            <p:nvPr/>
          </p:nvSpPr>
          <p:spPr>
            <a:xfrm>
              <a:off x="7951346" y="4533402"/>
              <a:ext cx="17678" cy="17645"/>
            </a:xfrm>
            <a:custGeom>
              <a:avLst/>
              <a:gdLst/>
              <a:ahLst/>
              <a:cxnLst/>
              <a:rect l="l" t="t" r="r" b="b"/>
              <a:pathLst>
                <a:path w="533" h="532" extrusionOk="0">
                  <a:moveTo>
                    <a:pt x="267" y="0"/>
                  </a:moveTo>
                  <a:cubicBezTo>
                    <a:pt x="197" y="0"/>
                    <a:pt x="128" y="29"/>
                    <a:pt x="79" y="78"/>
                  </a:cubicBezTo>
                  <a:cubicBezTo>
                    <a:pt x="29" y="127"/>
                    <a:pt x="1" y="196"/>
                    <a:pt x="1" y="266"/>
                  </a:cubicBezTo>
                  <a:cubicBezTo>
                    <a:pt x="1" y="336"/>
                    <a:pt x="29" y="405"/>
                    <a:pt x="79" y="454"/>
                  </a:cubicBezTo>
                  <a:cubicBezTo>
                    <a:pt x="128" y="503"/>
                    <a:pt x="197" y="532"/>
                    <a:pt x="267" y="532"/>
                  </a:cubicBezTo>
                  <a:cubicBezTo>
                    <a:pt x="336" y="532"/>
                    <a:pt x="405" y="503"/>
                    <a:pt x="454" y="454"/>
                  </a:cubicBezTo>
                  <a:cubicBezTo>
                    <a:pt x="504" y="405"/>
                    <a:pt x="532" y="336"/>
                    <a:pt x="532" y="266"/>
                  </a:cubicBezTo>
                  <a:cubicBezTo>
                    <a:pt x="532" y="196"/>
                    <a:pt x="504" y="127"/>
                    <a:pt x="454" y="78"/>
                  </a:cubicBezTo>
                  <a:cubicBezTo>
                    <a:pt x="405" y="29"/>
                    <a:pt x="336" y="0"/>
                    <a:pt x="2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1" name="Google Shape;2951;p64">
              <a:extLst>
                <a:ext uri="{FF2B5EF4-FFF2-40B4-BE49-F238E27FC236}">
                  <a16:creationId xmlns:a16="http://schemas.microsoft.com/office/drawing/2014/main" id="{28F58844-481A-4E21-80AF-096E48954779}"/>
                </a:ext>
              </a:extLst>
            </p:cNvPr>
            <p:cNvSpPr/>
            <p:nvPr/>
          </p:nvSpPr>
          <p:spPr>
            <a:xfrm>
              <a:off x="7585773" y="4533402"/>
              <a:ext cx="90348" cy="17645"/>
            </a:xfrm>
            <a:custGeom>
              <a:avLst/>
              <a:gdLst/>
              <a:ahLst/>
              <a:cxnLst/>
              <a:rect l="l" t="t" r="r" b="b"/>
              <a:pathLst>
                <a:path w="2724" h="532" extrusionOk="0">
                  <a:moveTo>
                    <a:pt x="265" y="0"/>
                  </a:moveTo>
                  <a:cubicBezTo>
                    <a:pt x="119" y="0"/>
                    <a:pt x="1" y="119"/>
                    <a:pt x="1" y="266"/>
                  </a:cubicBezTo>
                  <a:cubicBezTo>
                    <a:pt x="1" y="413"/>
                    <a:pt x="120" y="532"/>
                    <a:pt x="265" y="532"/>
                  </a:cubicBezTo>
                  <a:lnTo>
                    <a:pt x="2457" y="532"/>
                  </a:lnTo>
                  <a:cubicBezTo>
                    <a:pt x="2604" y="532"/>
                    <a:pt x="2723" y="413"/>
                    <a:pt x="2723" y="266"/>
                  </a:cubicBezTo>
                  <a:cubicBezTo>
                    <a:pt x="2723" y="119"/>
                    <a:pt x="2604" y="0"/>
                    <a:pt x="24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34AF0737-9A5B-4AAD-9BC1-E941E47C19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5778" y="1616215"/>
            <a:ext cx="3763373" cy="214312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8437289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47900DBF-A6FE-418F-89CC-F0062D1715CC}"/>
              </a:ext>
            </a:extLst>
          </p:cNvPr>
          <p:cNvSpPr/>
          <p:nvPr/>
        </p:nvSpPr>
        <p:spPr>
          <a:xfrm>
            <a:off x="6559094" y="219548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042256B-E506-47E4-9574-0AE9AC758186}"/>
              </a:ext>
            </a:extLst>
          </p:cNvPr>
          <p:cNvSpPr txBox="1"/>
          <p:nvPr/>
        </p:nvSpPr>
        <p:spPr>
          <a:xfrm>
            <a:off x="6557498" y="320319"/>
            <a:ext cx="194638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معرفی ماشین های خودران</a:t>
            </a:r>
            <a:endParaRPr lang="en-US" sz="1200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21ACB7EA-E4C3-4158-95B4-4FCBB693F2C3}"/>
              </a:ext>
            </a:extLst>
          </p:cNvPr>
          <p:cNvSpPr/>
          <p:nvPr/>
        </p:nvSpPr>
        <p:spPr>
          <a:xfrm>
            <a:off x="4556240" y="229094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8B26DC7-96D5-4158-9FCB-EACE2337E955}"/>
              </a:ext>
            </a:extLst>
          </p:cNvPr>
          <p:cNvSpPr txBox="1"/>
          <p:nvPr/>
        </p:nvSpPr>
        <p:spPr>
          <a:xfrm>
            <a:off x="4553048" y="371065"/>
            <a:ext cx="1946382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تاریخچه و تکامل</a:t>
            </a:r>
            <a:endParaRPr lang="en-US" sz="1200" dirty="0">
              <a:solidFill>
                <a:schemeClr val="tx1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  <a:p>
            <a:pPr algn="ctr"/>
            <a:endParaRPr lang="en-US" sz="1200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403E8BF4-6B44-4B1A-95CA-312185DECCD4}"/>
              </a:ext>
            </a:extLst>
          </p:cNvPr>
          <p:cNvSpPr/>
          <p:nvPr/>
        </p:nvSpPr>
        <p:spPr>
          <a:xfrm>
            <a:off x="2550992" y="222971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57210F6-66ED-4FE8-8AA5-E3D6379B0237}"/>
              </a:ext>
            </a:extLst>
          </p:cNvPr>
          <p:cNvSpPr txBox="1"/>
          <p:nvPr/>
        </p:nvSpPr>
        <p:spPr>
          <a:xfrm>
            <a:off x="2550194" y="320319"/>
            <a:ext cx="194638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چرا ماشین های خودران؟</a:t>
            </a:r>
            <a:endParaRPr lang="en-US" sz="1200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6F1AD696-573D-4211-A679-A550F428BB7D}"/>
              </a:ext>
            </a:extLst>
          </p:cNvPr>
          <p:cNvSpPr/>
          <p:nvPr/>
        </p:nvSpPr>
        <p:spPr>
          <a:xfrm>
            <a:off x="545744" y="215859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6BED801-3CF5-4C2D-93E4-B91CC26880A2}"/>
              </a:ext>
            </a:extLst>
          </p:cNvPr>
          <p:cNvSpPr txBox="1"/>
          <p:nvPr/>
        </p:nvSpPr>
        <p:spPr>
          <a:xfrm>
            <a:off x="544148" y="320319"/>
            <a:ext cx="194638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b="1" dirty="0">
                <a:solidFill>
                  <a:schemeClr val="tx1"/>
                </a:solidFill>
                <a:latin typeface="Segoe UI Variable Text Semiligh" pitchFamily="2" charset="0"/>
                <a:ea typeface="Source Sans Pro" panose="020B0503030403020204" pitchFamily="34" charset="0"/>
                <a:cs typeface="Vazir" panose="020B0603030804020204" pitchFamily="34" charset="-78"/>
              </a:rPr>
              <a:t>اجزای اصلی</a:t>
            </a:r>
            <a:endParaRPr lang="en-US" b="1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D21C4DAE-00B8-46CD-9914-B2A9195A15F4}"/>
              </a:ext>
            </a:extLst>
          </p:cNvPr>
          <p:cNvSpPr/>
          <p:nvPr/>
        </p:nvSpPr>
        <p:spPr>
          <a:xfrm>
            <a:off x="6559094" y="797982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27C4234-F02D-48A0-BA77-A8FD55C97ADE}"/>
              </a:ext>
            </a:extLst>
          </p:cNvPr>
          <p:cNvSpPr txBox="1"/>
          <p:nvPr/>
        </p:nvSpPr>
        <p:spPr>
          <a:xfrm>
            <a:off x="6557498" y="898753"/>
            <a:ext cx="194638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نحوه عملکرد</a:t>
            </a:r>
            <a:endParaRPr lang="en-US" sz="1200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26582BC9-5286-4D43-BE7A-6E37CD8700EA}"/>
              </a:ext>
            </a:extLst>
          </p:cNvPr>
          <p:cNvSpPr/>
          <p:nvPr/>
        </p:nvSpPr>
        <p:spPr>
          <a:xfrm>
            <a:off x="4556240" y="807528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E287897-4D57-4DDE-89B4-EE25018E61F2}"/>
              </a:ext>
            </a:extLst>
          </p:cNvPr>
          <p:cNvSpPr txBox="1"/>
          <p:nvPr/>
        </p:nvSpPr>
        <p:spPr>
          <a:xfrm>
            <a:off x="4554644" y="908299"/>
            <a:ext cx="194638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چالش ها و موانع</a:t>
            </a:r>
            <a:endParaRPr lang="en-US" sz="1200" dirty="0">
              <a:solidFill>
                <a:schemeClr val="tx1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EF64D30F-BAF3-49BB-BF2C-2051C3A07A1A}"/>
              </a:ext>
            </a:extLst>
          </p:cNvPr>
          <p:cNvSpPr/>
          <p:nvPr/>
        </p:nvSpPr>
        <p:spPr>
          <a:xfrm>
            <a:off x="2551790" y="797982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FD7BFEB-B17D-403C-AF71-589C46A9C712}"/>
              </a:ext>
            </a:extLst>
          </p:cNvPr>
          <p:cNvSpPr txBox="1"/>
          <p:nvPr/>
        </p:nvSpPr>
        <p:spPr>
          <a:xfrm>
            <a:off x="2550194" y="898753"/>
            <a:ext cx="194638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آینده ماشین های خودران</a:t>
            </a:r>
            <a:endParaRPr lang="en-US" sz="1200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448CF758-24D2-4485-AE10-91FF6EE55EC9}"/>
              </a:ext>
            </a:extLst>
          </p:cNvPr>
          <p:cNvSpPr/>
          <p:nvPr/>
        </p:nvSpPr>
        <p:spPr>
          <a:xfrm>
            <a:off x="545744" y="794293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C49E7ED-2321-4238-8B4B-2F7F62FAF453}"/>
              </a:ext>
            </a:extLst>
          </p:cNvPr>
          <p:cNvSpPr txBox="1"/>
          <p:nvPr/>
        </p:nvSpPr>
        <p:spPr>
          <a:xfrm>
            <a:off x="544148" y="895064"/>
            <a:ext cx="194638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منابع</a:t>
            </a:r>
            <a:endParaRPr lang="en-US" sz="1200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pic>
        <p:nvPicPr>
          <p:cNvPr id="216" name="Google Shape;1829;p51">
            <a:extLst>
              <a:ext uri="{FF2B5EF4-FFF2-40B4-BE49-F238E27FC236}">
                <a16:creationId xmlns:a16="http://schemas.microsoft.com/office/drawing/2014/main" id="{42B80A65-256F-4C72-885E-B427631C6C1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18647" t="7960" r="8852" b="8336"/>
          <a:stretch/>
        </p:blipFill>
        <p:spPr>
          <a:xfrm rot="2195040">
            <a:off x="111165" y="4258565"/>
            <a:ext cx="1175233" cy="7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9441" y="1488124"/>
            <a:ext cx="3975946" cy="214915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013" y="2736427"/>
            <a:ext cx="3745654" cy="2263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9630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47900DBF-A6FE-418F-89CC-F0062D1715CC}"/>
              </a:ext>
            </a:extLst>
          </p:cNvPr>
          <p:cNvSpPr/>
          <p:nvPr/>
        </p:nvSpPr>
        <p:spPr>
          <a:xfrm>
            <a:off x="6559094" y="219548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042256B-E506-47E4-9574-0AE9AC758186}"/>
              </a:ext>
            </a:extLst>
          </p:cNvPr>
          <p:cNvSpPr txBox="1"/>
          <p:nvPr/>
        </p:nvSpPr>
        <p:spPr>
          <a:xfrm>
            <a:off x="6557498" y="320319"/>
            <a:ext cx="194638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معرفی ماشین های خودران</a:t>
            </a:r>
            <a:endParaRPr lang="en-US" sz="1200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21ACB7EA-E4C3-4158-95B4-4FCBB693F2C3}"/>
              </a:ext>
            </a:extLst>
          </p:cNvPr>
          <p:cNvSpPr/>
          <p:nvPr/>
        </p:nvSpPr>
        <p:spPr>
          <a:xfrm>
            <a:off x="4556240" y="229094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8B26DC7-96D5-4158-9FCB-EACE2337E955}"/>
              </a:ext>
            </a:extLst>
          </p:cNvPr>
          <p:cNvSpPr txBox="1"/>
          <p:nvPr/>
        </p:nvSpPr>
        <p:spPr>
          <a:xfrm>
            <a:off x="4553048" y="371065"/>
            <a:ext cx="1946382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تاریخچه و تکامل</a:t>
            </a:r>
            <a:endParaRPr lang="en-US" sz="1200" dirty="0">
              <a:solidFill>
                <a:schemeClr val="tx1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  <a:p>
            <a:pPr algn="ctr"/>
            <a:endParaRPr lang="en-US" sz="1200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403E8BF4-6B44-4B1A-95CA-312185DECCD4}"/>
              </a:ext>
            </a:extLst>
          </p:cNvPr>
          <p:cNvSpPr/>
          <p:nvPr/>
        </p:nvSpPr>
        <p:spPr>
          <a:xfrm>
            <a:off x="2550992" y="222971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57210F6-66ED-4FE8-8AA5-E3D6379B0237}"/>
              </a:ext>
            </a:extLst>
          </p:cNvPr>
          <p:cNvSpPr txBox="1"/>
          <p:nvPr/>
        </p:nvSpPr>
        <p:spPr>
          <a:xfrm>
            <a:off x="2550194" y="320319"/>
            <a:ext cx="194638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چرا ماشین های خودران؟</a:t>
            </a:r>
            <a:endParaRPr lang="en-US" sz="1200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6F1AD696-573D-4211-A679-A550F428BB7D}"/>
              </a:ext>
            </a:extLst>
          </p:cNvPr>
          <p:cNvSpPr/>
          <p:nvPr/>
        </p:nvSpPr>
        <p:spPr>
          <a:xfrm>
            <a:off x="545744" y="215859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6BED801-3CF5-4C2D-93E4-B91CC26880A2}"/>
              </a:ext>
            </a:extLst>
          </p:cNvPr>
          <p:cNvSpPr txBox="1"/>
          <p:nvPr/>
        </p:nvSpPr>
        <p:spPr>
          <a:xfrm>
            <a:off x="544148" y="320319"/>
            <a:ext cx="194638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b="1" dirty="0">
                <a:solidFill>
                  <a:schemeClr val="tx1"/>
                </a:solidFill>
                <a:latin typeface="Segoe UI Variable Text Semiligh" pitchFamily="2" charset="0"/>
                <a:ea typeface="Source Sans Pro" panose="020B0503030403020204" pitchFamily="34" charset="0"/>
                <a:cs typeface="Vazir" panose="020B0603030804020204" pitchFamily="34" charset="-78"/>
              </a:rPr>
              <a:t>اجزای اصلی</a:t>
            </a:r>
            <a:endParaRPr lang="en-US" b="1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D21C4DAE-00B8-46CD-9914-B2A9195A15F4}"/>
              </a:ext>
            </a:extLst>
          </p:cNvPr>
          <p:cNvSpPr/>
          <p:nvPr/>
        </p:nvSpPr>
        <p:spPr>
          <a:xfrm>
            <a:off x="6559094" y="797982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27C4234-F02D-48A0-BA77-A8FD55C97ADE}"/>
              </a:ext>
            </a:extLst>
          </p:cNvPr>
          <p:cNvSpPr txBox="1"/>
          <p:nvPr/>
        </p:nvSpPr>
        <p:spPr>
          <a:xfrm>
            <a:off x="6557498" y="898753"/>
            <a:ext cx="194638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نحوه عملکرد</a:t>
            </a:r>
            <a:endParaRPr lang="en-US" sz="1200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26582BC9-5286-4D43-BE7A-6E37CD8700EA}"/>
              </a:ext>
            </a:extLst>
          </p:cNvPr>
          <p:cNvSpPr/>
          <p:nvPr/>
        </p:nvSpPr>
        <p:spPr>
          <a:xfrm>
            <a:off x="4556240" y="807528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E287897-4D57-4DDE-89B4-EE25018E61F2}"/>
              </a:ext>
            </a:extLst>
          </p:cNvPr>
          <p:cNvSpPr txBox="1"/>
          <p:nvPr/>
        </p:nvSpPr>
        <p:spPr>
          <a:xfrm>
            <a:off x="4554644" y="908299"/>
            <a:ext cx="194638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چالش ها و موانع</a:t>
            </a:r>
            <a:endParaRPr lang="en-US" sz="1200" dirty="0">
              <a:solidFill>
                <a:schemeClr val="tx1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EF64D30F-BAF3-49BB-BF2C-2051C3A07A1A}"/>
              </a:ext>
            </a:extLst>
          </p:cNvPr>
          <p:cNvSpPr/>
          <p:nvPr/>
        </p:nvSpPr>
        <p:spPr>
          <a:xfrm>
            <a:off x="2551790" y="797982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FD7BFEB-B17D-403C-AF71-589C46A9C712}"/>
              </a:ext>
            </a:extLst>
          </p:cNvPr>
          <p:cNvSpPr txBox="1"/>
          <p:nvPr/>
        </p:nvSpPr>
        <p:spPr>
          <a:xfrm>
            <a:off x="2550194" y="898753"/>
            <a:ext cx="194638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آینده ماشین های خودران</a:t>
            </a:r>
            <a:endParaRPr lang="en-US" sz="1200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448CF758-24D2-4485-AE10-91FF6EE55EC9}"/>
              </a:ext>
            </a:extLst>
          </p:cNvPr>
          <p:cNvSpPr/>
          <p:nvPr/>
        </p:nvSpPr>
        <p:spPr>
          <a:xfrm>
            <a:off x="545744" y="794293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C49E7ED-2321-4238-8B4B-2F7F62FAF453}"/>
              </a:ext>
            </a:extLst>
          </p:cNvPr>
          <p:cNvSpPr txBox="1"/>
          <p:nvPr/>
        </p:nvSpPr>
        <p:spPr>
          <a:xfrm>
            <a:off x="544148" y="895064"/>
            <a:ext cx="194638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منابع</a:t>
            </a:r>
            <a:endParaRPr lang="en-US" sz="1200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63" name="Google Shape;1744;p51">
            <a:extLst>
              <a:ext uri="{FF2B5EF4-FFF2-40B4-BE49-F238E27FC236}">
                <a16:creationId xmlns:a16="http://schemas.microsoft.com/office/drawing/2014/main" id="{18DA2075-5B8C-400B-9B2F-B2008900FFA5}"/>
              </a:ext>
            </a:extLst>
          </p:cNvPr>
          <p:cNvSpPr/>
          <p:nvPr/>
        </p:nvSpPr>
        <p:spPr>
          <a:xfrm rot="5400000">
            <a:off x="1130138" y="2193250"/>
            <a:ext cx="1494600" cy="12954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002E8A">
              <a:alpha val="33000"/>
            </a:srgbClr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5" name="Google Shape;1772;p51">
            <a:extLst>
              <a:ext uri="{FF2B5EF4-FFF2-40B4-BE49-F238E27FC236}">
                <a16:creationId xmlns:a16="http://schemas.microsoft.com/office/drawing/2014/main" id="{B33EFEFC-067E-45D9-B73E-0EF95015DFAE}"/>
              </a:ext>
            </a:extLst>
          </p:cNvPr>
          <p:cNvSpPr/>
          <p:nvPr/>
        </p:nvSpPr>
        <p:spPr>
          <a:xfrm rot="5400000">
            <a:off x="3590824" y="1829823"/>
            <a:ext cx="615900" cy="5340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002E8A">
              <a:alpha val="33000"/>
            </a:srgbClr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6" name="Google Shape;1773;p51">
            <a:extLst>
              <a:ext uri="{FF2B5EF4-FFF2-40B4-BE49-F238E27FC236}">
                <a16:creationId xmlns:a16="http://schemas.microsoft.com/office/drawing/2014/main" id="{8298F3C0-332F-4448-9616-59F71F6E582D}"/>
              </a:ext>
            </a:extLst>
          </p:cNvPr>
          <p:cNvSpPr/>
          <p:nvPr/>
        </p:nvSpPr>
        <p:spPr>
          <a:xfrm rot="5400000">
            <a:off x="3590824" y="2573950"/>
            <a:ext cx="615900" cy="5340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002E8A">
              <a:alpha val="33000"/>
            </a:srgbClr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7" name="Google Shape;1774;p51">
            <a:extLst>
              <a:ext uri="{FF2B5EF4-FFF2-40B4-BE49-F238E27FC236}">
                <a16:creationId xmlns:a16="http://schemas.microsoft.com/office/drawing/2014/main" id="{6C3DAA1A-A75E-40EC-8318-B83540A703B7}"/>
              </a:ext>
            </a:extLst>
          </p:cNvPr>
          <p:cNvSpPr/>
          <p:nvPr/>
        </p:nvSpPr>
        <p:spPr>
          <a:xfrm rot="5400000">
            <a:off x="3590824" y="3342625"/>
            <a:ext cx="615900" cy="5340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002E8A">
              <a:alpha val="33000"/>
            </a:srgbClr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cxnSp>
        <p:nvCxnSpPr>
          <p:cNvPr id="129" name="Google Shape;1816;p51">
            <a:extLst>
              <a:ext uri="{FF2B5EF4-FFF2-40B4-BE49-F238E27FC236}">
                <a16:creationId xmlns:a16="http://schemas.microsoft.com/office/drawing/2014/main" id="{580BE871-BE05-47EA-A85C-E903942E3282}"/>
              </a:ext>
            </a:extLst>
          </p:cNvPr>
          <p:cNvCxnSpPr>
            <a:stCxn id="85" idx="2"/>
            <a:endCxn id="63" idx="3"/>
          </p:cNvCxnSpPr>
          <p:nvPr/>
        </p:nvCxnSpPr>
        <p:spPr>
          <a:xfrm rot="10800000" flipV="1">
            <a:off x="1877438" y="1922372"/>
            <a:ext cx="1754336" cy="171277"/>
          </a:xfrm>
          <a:prstGeom prst="bentConnector2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0" name="Google Shape;1817;p51">
            <a:extLst>
              <a:ext uri="{FF2B5EF4-FFF2-40B4-BE49-F238E27FC236}">
                <a16:creationId xmlns:a16="http://schemas.microsoft.com/office/drawing/2014/main" id="{9CEBD9D8-3EF3-4805-8EE1-816FE0010164}"/>
              </a:ext>
            </a:extLst>
          </p:cNvPr>
          <p:cNvCxnSpPr>
            <a:stCxn id="63" idx="0"/>
            <a:endCxn id="87" idx="1"/>
          </p:cNvCxnSpPr>
          <p:nvPr/>
        </p:nvCxnSpPr>
        <p:spPr>
          <a:xfrm rot="-5400000" flipH="1">
            <a:off x="2656688" y="2809000"/>
            <a:ext cx="195900" cy="1754400"/>
          </a:xfrm>
          <a:prstGeom prst="bentConnector2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1" name="Google Shape;1818;p51">
            <a:extLst>
              <a:ext uri="{FF2B5EF4-FFF2-40B4-BE49-F238E27FC236}">
                <a16:creationId xmlns:a16="http://schemas.microsoft.com/office/drawing/2014/main" id="{F82EB3D9-67AA-4AB2-A314-DA7ED43E2132}"/>
              </a:ext>
            </a:extLst>
          </p:cNvPr>
          <p:cNvCxnSpPr>
            <a:cxnSpLocks/>
            <a:stCxn id="86" idx="2"/>
            <a:endCxn id="63" idx="5"/>
          </p:cNvCxnSpPr>
          <p:nvPr/>
        </p:nvCxnSpPr>
        <p:spPr>
          <a:xfrm flipH="1">
            <a:off x="2525075" y="2666500"/>
            <a:ext cx="1106700" cy="597900"/>
          </a:xfrm>
          <a:prstGeom prst="bentConnector3">
            <a:avLst>
              <a:gd name="adj1" fmla="val 49997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38" name="Google Shape;1745;p51">
            <a:extLst>
              <a:ext uri="{FF2B5EF4-FFF2-40B4-BE49-F238E27FC236}">
                <a16:creationId xmlns:a16="http://schemas.microsoft.com/office/drawing/2014/main" id="{2425822A-1BBB-431B-8695-DA234ED06FB0}"/>
              </a:ext>
            </a:extLst>
          </p:cNvPr>
          <p:cNvGrpSpPr/>
          <p:nvPr/>
        </p:nvGrpSpPr>
        <p:grpSpPr>
          <a:xfrm>
            <a:off x="-1539962" y="2687109"/>
            <a:ext cx="3736113" cy="1894530"/>
            <a:chOff x="5417581" y="3077126"/>
            <a:chExt cx="3058627" cy="1526425"/>
          </a:xfrm>
        </p:grpSpPr>
        <p:sp>
          <p:nvSpPr>
            <p:cNvPr id="139" name="Google Shape;1746;p51">
              <a:extLst>
                <a:ext uri="{FF2B5EF4-FFF2-40B4-BE49-F238E27FC236}">
                  <a16:creationId xmlns:a16="http://schemas.microsoft.com/office/drawing/2014/main" id="{1961D20F-11CC-485F-A752-ADF411DEFCEF}"/>
                </a:ext>
              </a:extLst>
            </p:cNvPr>
            <p:cNvSpPr/>
            <p:nvPr/>
          </p:nvSpPr>
          <p:spPr>
            <a:xfrm>
              <a:off x="5840931" y="4132871"/>
              <a:ext cx="120365" cy="120398"/>
            </a:xfrm>
            <a:custGeom>
              <a:avLst/>
              <a:gdLst/>
              <a:ahLst/>
              <a:cxnLst/>
              <a:rect l="l" t="t" r="r" b="b"/>
              <a:pathLst>
                <a:path w="3629" h="3630" extrusionOk="0">
                  <a:moveTo>
                    <a:pt x="266" y="1"/>
                  </a:moveTo>
                  <a:cubicBezTo>
                    <a:pt x="119" y="1"/>
                    <a:pt x="0" y="120"/>
                    <a:pt x="0" y="267"/>
                  </a:cubicBezTo>
                  <a:cubicBezTo>
                    <a:pt x="0" y="413"/>
                    <a:pt x="119" y="532"/>
                    <a:pt x="266" y="532"/>
                  </a:cubicBezTo>
                  <a:lnTo>
                    <a:pt x="3097" y="532"/>
                  </a:lnTo>
                  <a:lnTo>
                    <a:pt x="3097" y="3363"/>
                  </a:lnTo>
                  <a:cubicBezTo>
                    <a:pt x="3097" y="3510"/>
                    <a:pt x="3216" y="3629"/>
                    <a:pt x="3363" y="3629"/>
                  </a:cubicBezTo>
                  <a:cubicBezTo>
                    <a:pt x="3510" y="3629"/>
                    <a:pt x="3629" y="3510"/>
                    <a:pt x="3629" y="3363"/>
                  </a:cubicBezTo>
                  <a:lnTo>
                    <a:pt x="3629" y="267"/>
                  </a:lnTo>
                  <a:cubicBezTo>
                    <a:pt x="3629" y="120"/>
                    <a:pt x="3510" y="1"/>
                    <a:pt x="33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0" name="Google Shape;1747;p51">
              <a:extLst>
                <a:ext uri="{FF2B5EF4-FFF2-40B4-BE49-F238E27FC236}">
                  <a16:creationId xmlns:a16="http://schemas.microsoft.com/office/drawing/2014/main" id="{832FBE9B-9DE9-4334-9C41-503F8A324E2C}"/>
                </a:ext>
              </a:extLst>
            </p:cNvPr>
            <p:cNvSpPr/>
            <p:nvPr/>
          </p:nvSpPr>
          <p:spPr>
            <a:xfrm>
              <a:off x="5427432" y="4132871"/>
              <a:ext cx="120398" cy="120398"/>
            </a:xfrm>
            <a:custGeom>
              <a:avLst/>
              <a:gdLst/>
              <a:ahLst/>
              <a:cxnLst/>
              <a:rect l="l" t="t" r="r" b="b"/>
              <a:pathLst>
                <a:path w="3630" h="3630" extrusionOk="0">
                  <a:moveTo>
                    <a:pt x="267" y="1"/>
                  </a:moveTo>
                  <a:cubicBezTo>
                    <a:pt x="120" y="1"/>
                    <a:pt x="1" y="120"/>
                    <a:pt x="1" y="267"/>
                  </a:cubicBezTo>
                  <a:lnTo>
                    <a:pt x="1" y="3363"/>
                  </a:lnTo>
                  <a:cubicBezTo>
                    <a:pt x="1" y="3510"/>
                    <a:pt x="120" y="3629"/>
                    <a:pt x="267" y="3629"/>
                  </a:cubicBezTo>
                  <a:cubicBezTo>
                    <a:pt x="413" y="3629"/>
                    <a:pt x="532" y="3510"/>
                    <a:pt x="532" y="3363"/>
                  </a:cubicBezTo>
                  <a:lnTo>
                    <a:pt x="532" y="532"/>
                  </a:lnTo>
                  <a:lnTo>
                    <a:pt x="3363" y="532"/>
                  </a:lnTo>
                  <a:cubicBezTo>
                    <a:pt x="3510" y="532"/>
                    <a:pt x="3629" y="413"/>
                    <a:pt x="3629" y="267"/>
                  </a:cubicBezTo>
                  <a:cubicBezTo>
                    <a:pt x="3629" y="120"/>
                    <a:pt x="3511" y="1"/>
                    <a:pt x="33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1" name="Google Shape;1748;p51">
              <a:extLst>
                <a:ext uri="{FF2B5EF4-FFF2-40B4-BE49-F238E27FC236}">
                  <a16:creationId xmlns:a16="http://schemas.microsoft.com/office/drawing/2014/main" id="{623852BA-1E16-440B-8271-47FA7780D2BB}"/>
                </a:ext>
              </a:extLst>
            </p:cNvPr>
            <p:cNvSpPr/>
            <p:nvPr/>
          </p:nvSpPr>
          <p:spPr>
            <a:xfrm>
              <a:off x="5427432" y="4483153"/>
              <a:ext cx="120398" cy="120398"/>
            </a:xfrm>
            <a:custGeom>
              <a:avLst/>
              <a:gdLst/>
              <a:ahLst/>
              <a:cxnLst/>
              <a:rect l="l" t="t" r="r" b="b"/>
              <a:pathLst>
                <a:path w="3630" h="3630" extrusionOk="0">
                  <a:moveTo>
                    <a:pt x="267" y="1"/>
                  </a:moveTo>
                  <a:cubicBezTo>
                    <a:pt x="120" y="1"/>
                    <a:pt x="1" y="120"/>
                    <a:pt x="1" y="267"/>
                  </a:cubicBezTo>
                  <a:lnTo>
                    <a:pt x="1" y="3363"/>
                  </a:lnTo>
                  <a:cubicBezTo>
                    <a:pt x="1" y="3510"/>
                    <a:pt x="120" y="3629"/>
                    <a:pt x="267" y="3629"/>
                  </a:cubicBezTo>
                  <a:lnTo>
                    <a:pt x="3363" y="3629"/>
                  </a:lnTo>
                  <a:cubicBezTo>
                    <a:pt x="3511" y="3629"/>
                    <a:pt x="3629" y="3510"/>
                    <a:pt x="3629" y="3363"/>
                  </a:cubicBezTo>
                  <a:cubicBezTo>
                    <a:pt x="3629" y="3216"/>
                    <a:pt x="3510" y="3097"/>
                    <a:pt x="3363" y="3097"/>
                  </a:cubicBezTo>
                  <a:lnTo>
                    <a:pt x="532" y="3097"/>
                  </a:lnTo>
                  <a:lnTo>
                    <a:pt x="532" y="267"/>
                  </a:lnTo>
                  <a:cubicBezTo>
                    <a:pt x="532" y="120"/>
                    <a:pt x="413" y="1"/>
                    <a:pt x="2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2" name="Google Shape;1749;p51">
              <a:extLst>
                <a:ext uri="{FF2B5EF4-FFF2-40B4-BE49-F238E27FC236}">
                  <a16:creationId xmlns:a16="http://schemas.microsoft.com/office/drawing/2014/main" id="{9C8FE66A-494C-4D51-9366-A004D7343AE2}"/>
                </a:ext>
              </a:extLst>
            </p:cNvPr>
            <p:cNvSpPr/>
            <p:nvPr/>
          </p:nvSpPr>
          <p:spPr>
            <a:xfrm>
              <a:off x="5427432" y="4086337"/>
              <a:ext cx="176982" cy="54527"/>
            </a:xfrm>
            <a:custGeom>
              <a:avLst/>
              <a:gdLst/>
              <a:ahLst/>
              <a:cxnLst/>
              <a:rect l="l" t="t" r="r" b="b"/>
              <a:pathLst>
                <a:path w="5336" h="1644" extrusionOk="0">
                  <a:moveTo>
                    <a:pt x="267" y="0"/>
                  </a:moveTo>
                  <a:cubicBezTo>
                    <a:pt x="120" y="0"/>
                    <a:pt x="1" y="119"/>
                    <a:pt x="1" y="266"/>
                  </a:cubicBezTo>
                  <a:cubicBezTo>
                    <a:pt x="1" y="413"/>
                    <a:pt x="120" y="532"/>
                    <a:pt x="267" y="532"/>
                  </a:cubicBezTo>
                  <a:lnTo>
                    <a:pt x="3986" y="532"/>
                  </a:lnTo>
                  <a:cubicBezTo>
                    <a:pt x="4008" y="533"/>
                    <a:pt x="4052" y="554"/>
                    <a:pt x="4065" y="569"/>
                  </a:cubicBezTo>
                  <a:lnTo>
                    <a:pt x="4826" y="1542"/>
                  </a:lnTo>
                  <a:cubicBezTo>
                    <a:pt x="4879" y="1609"/>
                    <a:pt x="4957" y="1644"/>
                    <a:pt x="5036" y="1644"/>
                  </a:cubicBezTo>
                  <a:cubicBezTo>
                    <a:pt x="5093" y="1644"/>
                    <a:pt x="5151" y="1625"/>
                    <a:pt x="5200" y="1587"/>
                  </a:cubicBezTo>
                  <a:cubicBezTo>
                    <a:pt x="5315" y="1497"/>
                    <a:pt x="5336" y="1330"/>
                    <a:pt x="5245" y="1215"/>
                  </a:cubicBezTo>
                  <a:lnTo>
                    <a:pt x="4484" y="242"/>
                  </a:lnTo>
                  <a:cubicBezTo>
                    <a:pt x="4372" y="100"/>
                    <a:pt x="4169" y="0"/>
                    <a:pt x="39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3" name="Google Shape;1750;p51">
              <a:extLst>
                <a:ext uri="{FF2B5EF4-FFF2-40B4-BE49-F238E27FC236}">
                  <a16:creationId xmlns:a16="http://schemas.microsoft.com/office/drawing/2014/main" id="{1845D667-FC41-46A9-9AEA-687E0B69940B}"/>
                </a:ext>
              </a:extLst>
            </p:cNvPr>
            <p:cNvSpPr/>
            <p:nvPr/>
          </p:nvSpPr>
          <p:spPr>
            <a:xfrm>
              <a:off x="5612075" y="4158476"/>
              <a:ext cx="38541" cy="41493"/>
            </a:xfrm>
            <a:custGeom>
              <a:avLst/>
              <a:gdLst/>
              <a:ahLst/>
              <a:cxnLst/>
              <a:rect l="l" t="t" r="r" b="b"/>
              <a:pathLst>
                <a:path w="1162" h="1251" extrusionOk="0">
                  <a:moveTo>
                    <a:pt x="300" y="1"/>
                  </a:moveTo>
                  <a:cubicBezTo>
                    <a:pt x="243" y="1"/>
                    <a:pt x="186" y="19"/>
                    <a:pt x="137" y="57"/>
                  </a:cubicBezTo>
                  <a:cubicBezTo>
                    <a:pt x="21" y="148"/>
                    <a:pt x="1" y="315"/>
                    <a:pt x="91" y="431"/>
                  </a:cubicBezTo>
                  <a:lnTo>
                    <a:pt x="653" y="1148"/>
                  </a:lnTo>
                  <a:cubicBezTo>
                    <a:pt x="705" y="1215"/>
                    <a:pt x="783" y="1250"/>
                    <a:pt x="862" y="1250"/>
                  </a:cubicBezTo>
                  <a:cubicBezTo>
                    <a:pt x="920" y="1250"/>
                    <a:pt x="977" y="1232"/>
                    <a:pt x="1026" y="1194"/>
                  </a:cubicBezTo>
                  <a:cubicBezTo>
                    <a:pt x="1141" y="1103"/>
                    <a:pt x="1162" y="936"/>
                    <a:pt x="1072" y="820"/>
                  </a:cubicBezTo>
                  <a:lnTo>
                    <a:pt x="510" y="102"/>
                  </a:lnTo>
                  <a:cubicBezTo>
                    <a:pt x="458" y="36"/>
                    <a:pt x="379" y="1"/>
                    <a:pt x="3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4" name="Google Shape;1751;p51">
              <a:extLst>
                <a:ext uri="{FF2B5EF4-FFF2-40B4-BE49-F238E27FC236}">
                  <a16:creationId xmlns:a16="http://schemas.microsoft.com/office/drawing/2014/main" id="{E09AC1CA-33BB-4740-A56E-04901AFAC869}"/>
                </a:ext>
              </a:extLst>
            </p:cNvPr>
            <p:cNvSpPr/>
            <p:nvPr/>
          </p:nvSpPr>
          <p:spPr>
            <a:xfrm>
              <a:off x="5427432" y="4055127"/>
              <a:ext cx="112239" cy="17678"/>
            </a:xfrm>
            <a:custGeom>
              <a:avLst/>
              <a:gdLst/>
              <a:ahLst/>
              <a:cxnLst/>
              <a:rect l="l" t="t" r="r" b="b"/>
              <a:pathLst>
                <a:path w="3384" h="533" extrusionOk="0">
                  <a:moveTo>
                    <a:pt x="267" y="1"/>
                  </a:moveTo>
                  <a:cubicBezTo>
                    <a:pt x="120" y="1"/>
                    <a:pt x="1" y="120"/>
                    <a:pt x="1" y="266"/>
                  </a:cubicBezTo>
                  <a:cubicBezTo>
                    <a:pt x="1" y="413"/>
                    <a:pt x="120" y="532"/>
                    <a:pt x="267" y="532"/>
                  </a:cubicBezTo>
                  <a:lnTo>
                    <a:pt x="3118" y="532"/>
                  </a:lnTo>
                  <a:cubicBezTo>
                    <a:pt x="3265" y="532"/>
                    <a:pt x="3384" y="413"/>
                    <a:pt x="3384" y="266"/>
                  </a:cubicBezTo>
                  <a:cubicBezTo>
                    <a:pt x="3384" y="120"/>
                    <a:pt x="3265" y="1"/>
                    <a:pt x="31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5" name="Google Shape;1752;p51">
              <a:extLst>
                <a:ext uri="{FF2B5EF4-FFF2-40B4-BE49-F238E27FC236}">
                  <a16:creationId xmlns:a16="http://schemas.microsoft.com/office/drawing/2014/main" id="{CD8244C1-334A-4A58-9B24-7ACB101E9AF7}"/>
                </a:ext>
              </a:extLst>
            </p:cNvPr>
            <p:cNvSpPr/>
            <p:nvPr/>
          </p:nvSpPr>
          <p:spPr>
            <a:xfrm>
              <a:off x="5427432" y="4026337"/>
              <a:ext cx="112239" cy="17678"/>
            </a:xfrm>
            <a:custGeom>
              <a:avLst/>
              <a:gdLst/>
              <a:ahLst/>
              <a:cxnLst/>
              <a:rect l="l" t="t" r="r" b="b"/>
              <a:pathLst>
                <a:path w="3384" h="533" extrusionOk="0">
                  <a:moveTo>
                    <a:pt x="267" y="1"/>
                  </a:moveTo>
                  <a:cubicBezTo>
                    <a:pt x="120" y="1"/>
                    <a:pt x="1" y="120"/>
                    <a:pt x="1" y="267"/>
                  </a:cubicBezTo>
                  <a:cubicBezTo>
                    <a:pt x="1" y="414"/>
                    <a:pt x="120" y="533"/>
                    <a:pt x="267" y="533"/>
                  </a:cubicBezTo>
                  <a:lnTo>
                    <a:pt x="3118" y="533"/>
                  </a:lnTo>
                  <a:cubicBezTo>
                    <a:pt x="3265" y="533"/>
                    <a:pt x="3384" y="414"/>
                    <a:pt x="3384" y="267"/>
                  </a:cubicBezTo>
                  <a:cubicBezTo>
                    <a:pt x="3384" y="120"/>
                    <a:pt x="3265" y="1"/>
                    <a:pt x="31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6" name="Google Shape;1753;p51">
              <a:extLst>
                <a:ext uri="{FF2B5EF4-FFF2-40B4-BE49-F238E27FC236}">
                  <a16:creationId xmlns:a16="http://schemas.microsoft.com/office/drawing/2014/main" id="{9B4D7E59-AA46-4CB9-BF41-7F94C96E50B7}"/>
                </a:ext>
              </a:extLst>
            </p:cNvPr>
            <p:cNvSpPr/>
            <p:nvPr/>
          </p:nvSpPr>
          <p:spPr>
            <a:xfrm>
              <a:off x="5417581" y="4209554"/>
              <a:ext cx="553599" cy="146501"/>
            </a:xfrm>
            <a:custGeom>
              <a:avLst/>
              <a:gdLst/>
              <a:ahLst/>
              <a:cxnLst/>
              <a:rect l="l" t="t" r="r" b="b"/>
              <a:pathLst>
                <a:path w="16691" h="4417" extrusionOk="0">
                  <a:moveTo>
                    <a:pt x="8345" y="1"/>
                  </a:moveTo>
                  <a:cubicBezTo>
                    <a:pt x="5045" y="1"/>
                    <a:pt x="1959" y="1493"/>
                    <a:pt x="88" y="3991"/>
                  </a:cubicBezTo>
                  <a:cubicBezTo>
                    <a:pt x="1" y="4109"/>
                    <a:pt x="25" y="4275"/>
                    <a:pt x="143" y="4363"/>
                  </a:cubicBezTo>
                  <a:cubicBezTo>
                    <a:pt x="190" y="4399"/>
                    <a:pt x="246" y="4417"/>
                    <a:pt x="301" y="4417"/>
                  </a:cubicBezTo>
                  <a:cubicBezTo>
                    <a:pt x="382" y="4417"/>
                    <a:pt x="462" y="4380"/>
                    <a:pt x="514" y="4310"/>
                  </a:cubicBezTo>
                  <a:cubicBezTo>
                    <a:pt x="2284" y="1944"/>
                    <a:pt x="5212" y="533"/>
                    <a:pt x="8345" y="533"/>
                  </a:cubicBezTo>
                  <a:cubicBezTo>
                    <a:pt x="11479" y="533"/>
                    <a:pt x="14406" y="1944"/>
                    <a:pt x="16176" y="4310"/>
                  </a:cubicBezTo>
                  <a:cubicBezTo>
                    <a:pt x="16229" y="4379"/>
                    <a:pt x="16309" y="4416"/>
                    <a:pt x="16390" y="4416"/>
                  </a:cubicBezTo>
                  <a:cubicBezTo>
                    <a:pt x="16445" y="4416"/>
                    <a:pt x="16501" y="4398"/>
                    <a:pt x="16549" y="4363"/>
                  </a:cubicBezTo>
                  <a:cubicBezTo>
                    <a:pt x="16666" y="4275"/>
                    <a:pt x="16691" y="4109"/>
                    <a:pt x="16602" y="3991"/>
                  </a:cubicBezTo>
                  <a:cubicBezTo>
                    <a:pt x="14733" y="1493"/>
                    <a:pt x="11645" y="1"/>
                    <a:pt x="83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7" name="Google Shape;1754;p51">
              <a:extLst>
                <a:ext uri="{FF2B5EF4-FFF2-40B4-BE49-F238E27FC236}">
                  <a16:creationId xmlns:a16="http://schemas.microsoft.com/office/drawing/2014/main" id="{AB0D60EB-9021-44D5-A061-DBA7BB5E26F5}"/>
                </a:ext>
              </a:extLst>
            </p:cNvPr>
            <p:cNvSpPr/>
            <p:nvPr/>
          </p:nvSpPr>
          <p:spPr>
            <a:xfrm>
              <a:off x="5620234" y="4311976"/>
              <a:ext cx="157877" cy="157048"/>
            </a:xfrm>
            <a:custGeom>
              <a:avLst/>
              <a:gdLst/>
              <a:ahLst/>
              <a:cxnLst/>
              <a:rect l="l" t="t" r="r" b="b"/>
              <a:pathLst>
                <a:path w="4760" h="4735" extrusionOk="0">
                  <a:moveTo>
                    <a:pt x="3584" y="3055"/>
                  </a:moveTo>
                  <a:cubicBezTo>
                    <a:pt x="3863" y="3055"/>
                    <a:pt x="4088" y="3281"/>
                    <a:pt x="4088" y="3559"/>
                  </a:cubicBezTo>
                  <a:cubicBezTo>
                    <a:pt x="4088" y="3837"/>
                    <a:pt x="3863" y="4063"/>
                    <a:pt x="3584" y="4063"/>
                  </a:cubicBezTo>
                  <a:cubicBezTo>
                    <a:pt x="3306" y="4063"/>
                    <a:pt x="3080" y="3837"/>
                    <a:pt x="3080" y="3559"/>
                  </a:cubicBezTo>
                  <a:cubicBezTo>
                    <a:pt x="3080" y="3281"/>
                    <a:pt x="3306" y="3055"/>
                    <a:pt x="3584" y="3055"/>
                  </a:cubicBezTo>
                  <a:close/>
                  <a:moveTo>
                    <a:pt x="3324" y="0"/>
                  </a:moveTo>
                  <a:cubicBezTo>
                    <a:pt x="3238" y="0"/>
                    <a:pt x="3154" y="22"/>
                    <a:pt x="3080" y="64"/>
                  </a:cubicBezTo>
                  <a:cubicBezTo>
                    <a:pt x="2922" y="153"/>
                    <a:pt x="2826" y="322"/>
                    <a:pt x="2829" y="503"/>
                  </a:cubicBezTo>
                  <a:cubicBezTo>
                    <a:pt x="2838" y="1042"/>
                    <a:pt x="2627" y="1595"/>
                    <a:pt x="2252" y="2021"/>
                  </a:cubicBezTo>
                  <a:cubicBezTo>
                    <a:pt x="2154" y="2131"/>
                    <a:pt x="2164" y="2298"/>
                    <a:pt x="2274" y="2396"/>
                  </a:cubicBezTo>
                  <a:cubicBezTo>
                    <a:pt x="2325" y="2441"/>
                    <a:pt x="2388" y="2463"/>
                    <a:pt x="2450" y="2463"/>
                  </a:cubicBezTo>
                  <a:cubicBezTo>
                    <a:pt x="2524" y="2463"/>
                    <a:pt x="2597" y="2432"/>
                    <a:pt x="2649" y="2373"/>
                  </a:cubicBezTo>
                  <a:cubicBezTo>
                    <a:pt x="3104" y="1860"/>
                    <a:pt x="3354" y="1220"/>
                    <a:pt x="3361" y="563"/>
                  </a:cubicBezTo>
                  <a:cubicBezTo>
                    <a:pt x="3906" y="933"/>
                    <a:pt x="4228" y="1543"/>
                    <a:pt x="4228" y="2210"/>
                  </a:cubicBezTo>
                  <a:cubicBezTo>
                    <a:pt x="4228" y="2379"/>
                    <a:pt x="4207" y="2544"/>
                    <a:pt x="4167" y="2703"/>
                  </a:cubicBezTo>
                  <a:cubicBezTo>
                    <a:pt x="4000" y="2590"/>
                    <a:pt x="3800" y="2523"/>
                    <a:pt x="3584" y="2523"/>
                  </a:cubicBezTo>
                  <a:cubicBezTo>
                    <a:pt x="3013" y="2523"/>
                    <a:pt x="2548" y="2988"/>
                    <a:pt x="2548" y="3559"/>
                  </a:cubicBezTo>
                  <a:cubicBezTo>
                    <a:pt x="2548" y="3775"/>
                    <a:pt x="2615" y="3975"/>
                    <a:pt x="2728" y="4141"/>
                  </a:cubicBezTo>
                  <a:cubicBezTo>
                    <a:pt x="2570" y="4181"/>
                    <a:pt x="2406" y="4203"/>
                    <a:pt x="2235" y="4203"/>
                  </a:cubicBezTo>
                  <a:cubicBezTo>
                    <a:pt x="1569" y="4203"/>
                    <a:pt x="958" y="3879"/>
                    <a:pt x="588" y="3334"/>
                  </a:cubicBezTo>
                  <a:cubicBezTo>
                    <a:pt x="819" y="3332"/>
                    <a:pt x="1051" y="3298"/>
                    <a:pt x="1279" y="3234"/>
                  </a:cubicBezTo>
                  <a:cubicBezTo>
                    <a:pt x="1421" y="3195"/>
                    <a:pt x="1503" y="3049"/>
                    <a:pt x="1464" y="2907"/>
                  </a:cubicBezTo>
                  <a:cubicBezTo>
                    <a:pt x="1431" y="2789"/>
                    <a:pt x="1324" y="2712"/>
                    <a:pt x="1207" y="2712"/>
                  </a:cubicBezTo>
                  <a:cubicBezTo>
                    <a:pt x="1183" y="2712"/>
                    <a:pt x="1159" y="2716"/>
                    <a:pt x="1136" y="2722"/>
                  </a:cubicBezTo>
                  <a:cubicBezTo>
                    <a:pt x="946" y="2776"/>
                    <a:pt x="753" y="2802"/>
                    <a:pt x="564" y="2802"/>
                  </a:cubicBezTo>
                  <a:lnTo>
                    <a:pt x="521" y="2802"/>
                  </a:lnTo>
                  <a:cubicBezTo>
                    <a:pt x="342" y="2802"/>
                    <a:pt x="177" y="2899"/>
                    <a:pt x="89" y="3055"/>
                  </a:cubicBezTo>
                  <a:cubicBezTo>
                    <a:pt x="0" y="3213"/>
                    <a:pt x="5" y="3407"/>
                    <a:pt x="102" y="3560"/>
                  </a:cubicBezTo>
                  <a:cubicBezTo>
                    <a:pt x="565" y="4295"/>
                    <a:pt x="1362" y="4735"/>
                    <a:pt x="2236" y="4735"/>
                  </a:cubicBezTo>
                  <a:cubicBezTo>
                    <a:pt x="2587" y="4735"/>
                    <a:pt x="2922" y="4662"/>
                    <a:pt x="3227" y="4531"/>
                  </a:cubicBezTo>
                  <a:cubicBezTo>
                    <a:pt x="3339" y="4572"/>
                    <a:pt x="3459" y="4595"/>
                    <a:pt x="3585" y="4595"/>
                  </a:cubicBezTo>
                  <a:cubicBezTo>
                    <a:pt x="4156" y="4595"/>
                    <a:pt x="4620" y="4130"/>
                    <a:pt x="4620" y="3559"/>
                  </a:cubicBezTo>
                  <a:cubicBezTo>
                    <a:pt x="4620" y="3433"/>
                    <a:pt x="4599" y="3312"/>
                    <a:pt x="4557" y="3201"/>
                  </a:cubicBezTo>
                  <a:cubicBezTo>
                    <a:pt x="4688" y="2897"/>
                    <a:pt x="4760" y="2562"/>
                    <a:pt x="4760" y="2210"/>
                  </a:cubicBezTo>
                  <a:cubicBezTo>
                    <a:pt x="4760" y="1336"/>
                    <a:pt x="4322" y="538"/>
                    <a:pt x="3586" y="76"/>
                  </a:cubicBezTo>
                  <a:cubicBezTo>
                    <a:pt x="3508" y="26"/>
                    <a:pt x="3417" y="0"/>
                    <a:pt x="33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8" name="Google Shape;1755;p51">
              <a:extLst>
                <a:ext uri="{FF2B5EF4-FFF2-40B4-BE49-F238E27FC236}">
                  <a16:creationId xmlns:a16="http://schemas.microsoft.com/office/drawing/2014/main" id="{2BFAAF4C-3927-4056-8E88-E4A13A7F8018}"/>
                </a:ext>
              </a:extLst>
            </p:cNvPr>
            <p:cNvSpPr/>
            <p:nvPr/>
          </p:nvSpPr>
          <p:spPr>
            <a:xfrm>
              <a:off x="8177824" y="3181288"/>
              <a:ext cx="74826" cy="74793"/>
            </a:xfrm>
            <a:custGeom>
              <a:avLst/>
              <a:gdLst/>
              <a:ahLst/>
              <a:cxnLst/>
              <a:rect l="l" t="t" r="r" b="b"/>
              <a:pathLst>
                <a:path w="2256" h="2255" extrusionOk="0">
                  <a:moveTo>
                    <a:pt x="1128" y="531"/>
                  </a:moveTo>
                  <a:cubicBezTo>
                    <a:pt x="1457" y="531"/>
                    <a:pt x="1724" y="799"/>
                    <a:pt x="1724" y="1128"/>
                  </a:cubicBezTo>
                  <a:cubicBezTo>
                    <a:pt x="1724" y="1456"/>
                    <a:pt x="1457" y="1723"/>
                    <a:pt x="1128" y="1723"/>
                  </a:cubicBezTo>
                  <a:cubicBezTo>
                    <a:pt x="800" y="1723"/>
                    <a:pt x="533" y="1456"/>
                    <a:pt x="533" y="1128"/>
                  </a:cubicBezTo>
                  <a:cubicBezTo>
                    <a:pt x="533" y="799"/>
                    <a:pt x="800" y="531"/>
                    <a:pt x="1128" y="531"/>
                  </a:cubicBezTo>
                  <a:close/>
                  <a:moveTo>
                    <a:pt x="1128" y="0"/>
                  </a:moveTo>
                  <a:cubicBezTo>
                    <a:pt x="506" y="0"/>
                    <a:pt x="1" y="505"/>
                    <a:pt x="1" y="1128"/>
                  </a:cubicBezTo>
                  <a:cubicBezTo>
                    <a:pt x="1" y="1749"/>
                    <a:pt x="506" y="2255"/>
                    <a:pt x="1128" y="2255"/>
                  </a:cubicBezTo>
                  <a:cubicBezTo>
                    <a:pt x="1749" y="2255"/>
                    <a:pt x="2255" y="1749"/>
                    <a:pt x="2255" y="1128"/>
                  </a:cubicBezTo>
                  <a:cubicBezTo>
                    <a:pt x="2255" y="505"/>
                    <a:pt x="1749" y="0"/>
                    <a:pt x="11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9" name="Google Shape;1756;p51">
              <a:extLst>
                <a:ext uri="{FF2B5EF4-FFF2-40B4-BE49-F238E27FC236}">
                  <a16:creationId xmlns:a16="http://schemas.microsoft.com/office/drawing/2014/main" id="{95A03667-536B-4E62-85A7-7E09D5664BE1}"/>
                </a:ext>
              </a:extLst>
            </p:cNvPr>
            <p:cNvSpPr/>
            <p:nvPr/>
          </p:nvSpPr>
          <p:spPr>
            <a:xfrm>
              <a:off x="5457249" y="4520400"/>
              <a:ext cx="52670" cy="52703"/>
            </a:xfrm>
            <a:custGeom>
              <a:avLst/>
              <a:gdLst/>
              <a:ahLst/>
              <a:cxnLst/>
              <a:rect l="l" t="t" r="r" b="b"/>
              <a:pathLst>
                <a:path w="1588" h="1589" extrusionOk="0">
                  <a:moveTo>
                    <a:pt x="1056" y="533"/>
                  </a:moveTo>
                  <a:lnTo>
                    <a:pt x="1056" y="1056"/>
                  </a:lnTo>
                  <a:lnTo>
                    <a:pt x="531" y="1056"/>
                  </a:lnTo>
                  <a:lnTo>
                    <a:pt x="531" y="533"/>
                  </a:lnTo>
                  <a:close/>
                  <a:moveTo>
                    <a:pt x="443" y="1"/>
                  </a:moveTo>
                  <a:cubicBezTo>
                    <a:pt x="198" y="1"/>
                    <a:pt x="0" y="199"/>
                    <a:pt x="0" y="443"/>
                  </a:cubicBezTo>
                  <a:lnTo>
                    <a:pt x="0" y="1145"/>
                  </a:lnTo>
                  <a:cubicBezTo>
                    <a:pt x="0" y="1389"/>
                    <a:pt x="198" y="1588"/>
                    <a:pt x="443" y="1588"/>
                  </a:cubicBezTo>
                  <a:lnTo>
                    <a:pt x="1144" y="1588"/>
                  </a:lnTo>
                  <a:cubicBezTo>
                    <a:pt x="1388" y="1588"/>
                    <a:pt x="1587" y="1390"/>
                    <a:pt x="1587" y="1145"/>
                  </a:cubicBezTo>
                  <a:lnTo>
                    <a:pt x="1587" y="443"/>
                  </a:lnTo>
                  <a:cubicBezTo>
                    <a:pt x="1587" y="199"/>
                    <a:pt x="1388" y="1"/>
                    <a:pt x="11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0" name="Google Shape;1757;p51">
              <a:extLst>
                <a:ext uri="{FF2B5EF4-FFF2-40B4-BE49-F238E27FC236}">
                  <a16:creationId xmlns:a16="http://schemas.microsoft.com/office/drawing/2014/main" id="{22D6E856-182B-4E5D-ACE3-C9CED8D0DFCD}"/>
                </a:ext>
              </a:extLst>
            </p:cNvPr>
            <p:cNvSpPr/>
            <p:nvPr/>
          </p:nvSpPr>
          <p:spPr>
            <a:xfrm>
              <a:off x="5514131" y="4520400"/>
              <a:ext cx="52703" cy="52703"/>
            </a:xfrm>
            <a:custGeom>
              <a:avLst/>
              <a:gdLst/>
              <a:ahLst/>
              <a:cxnLst/>
              <a:rect l="l" t="t" r="r" b="b"/>
              <a:pathLst>
                <a:path w="1589" h="1589" extrusionOk="0">
                  <a:moveTo>
                    <a:pt x="1056" y="533"/>
                  </a:moveTo>
                  <a:lnTo>
                    <a:pt x="1056" y="1056"/>
                  </a:lnTo>
                  <a:lnTo>
                    <a:pt x="533" y="1056"/>
                  </a:lnTo>
                  <a:lnTo>
                    <a:pt x="533" y="533"/>
                  </a:lnTo>
                  <a:close/>
                  <a:moveTo>
                    <a:pt x="443" y="1"/>
                  </a:moveTo>
                  <a:cubicBezTo>
                    <a:pt x="199" y="1"/>
                    <a:pt x="1" y="199"/>
                    <a:pt x="1" y="443"/>
                  </a:cubicBezTo>
                  <a:lnTo>
                    <a:pt x="1" y="1145"/>
                  </a:lnTo>
                  <a:cubicBezTo>
                    <a:pt x="1" y="1389"/>
                    <a:pt x="199" y="1588"/>
                    <a:pt x="443" y="1588"/>
                  </a:cubicBezTo>
                  <a:lnTo>
                    <a:pt x="1144" y="1588"/>
                  </a:lnTo>
                  <a:cubicBezTo>
                    <a:pt x="1389" y="1588"/>
                    <a:pt x="1588" y="1390"/>
                    <a:pt x="1588" y="1145"/>
                  </a:cubicBezTo>
                  <a:lnTo>
                    <a:pt x="1588" y="443"/>
                  </a:lnTo>
                  <a:cubicBezTo>
                    <a:pt x="1588" y="199"/>
                    <a:pt x="1389" y="1"/>
                    <a:pt x="11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1" name="Google Shape;1758;p51">
              <a:extLst>
                <a:ext uri="{FF2B5EF4-FFF2-40B4-BE49-F238E27FC236}">
                  <a16:creationId xmlns:a16="http://schemas.microsoft.com/office/drawing/2014/main" id="{041EBF13-596F-4A6F-A95A-110F03A090AD}"/>
                </a:ext>
              </a:extLst>
            </p:cNvPr>
            <p:cNvSpPr/>
            <p:nvPr/>
          </p:nvSpPr>
          <p:spPr>
            <a:xfrm>
              <a:off x="5839604" y="4001528"/>
              <a:ext cx="121692" cy="65008"/>
            </a:xfrm>
            <a:custGeom>
              <a:avLst/>
              <a:gdLst/>
              <a:ahLst/>
              <a:cxnLst/>
              <a:rect l="l" t="t" r="r" b="b"/>
              <a:pathLst>
                <a:path w="3669" h="1960" extrusionOk="0">
                  <a:moveTo>
                    <a:pt x="2524" y="0"/>
                  </a:moveTo>
                  <a:cubicBezTo>
                    <a:pt x="2377" y="0"/>
                    <a:pt x="2258" y="120"/>
                    <a:pt x="2258" y="266"/>
                  </a:cubicBezTo>
                  <a:lnTo>
                    <a:pt x="2258" y="1428"/>
                  </a:lnTo>
                  <a:lnTo>
                    <a:pt x="1910" y="1428"/>
                  </a:lnTo>
                  <a:lnTo>
                    <a:pt x="1910" y="826"/>
                  </a:lnTo>
                  <a:cubicBezTo>
                    <a:pt x="1910" y="679"/>
                    <a:pt x="1791" y="560"/>
                    <a:pt x="1644" y="560"/>
                  </a:cubicBezTo>
                  <a:cubicBezTo>
                    <a:pt x="1497" y="560"/>
                    <a:pt x="1378" y="679"/>
                    <a:pt x="1378" y="826"/>
                  </a:cubicBezTo>
                  <a:lnTo>
                    <a:pt x="1378" y="1428"/>
                  </a:lnTo>
                  <a:lnTo>
                    <a:pt x="1030" y="1428"/>
                  </a:lnTo>
                  <a:lnTo>
                    <a:pt x="1030" y="1230"/>
                  </a:lnTo>
                  <a:cubicBezTo>
                    <a:pt x="1030" y="1084"/>
                    <a:pt x="912" y="965"/>
                    <a:pt x="765" y="965"/>
                  </a:cubicBezTo>
                  <a:cubicBezTo>
                    <a:pt x="618" y="965"/>
                    <a:pt x="499" y="1085"/>
                    <a:pt x="499" y="1230"/>
                  </a:cubicBezTo>
                  <a:lnTo>
                    <a:pt x="499" y="1428"/>
                  </a:lnTo>
                  <a:lnTo>
                    <a:pt x="266" y="1428"/>
                  </a:lnTo>
                  <a:cubicBezTo>
                    <a:pt x="119" y="1428"/>
                    <a:pt x="0" y="1547"/>
                    <a:pt x="0" y="1694"/>
                  </a:cubicBezTo>
                  <a:cubicBezTo>
                    <a:pt x="0" y="1840"/>
                    <a:pt x="119" y="1959"/>
                    <a:pt x="266" y="1959"/>
                  </a:cubicBezTo>
                  <a:lnTo>
                    <a:pt x="3404" y="1959"/>
                  </a:lnTo>
                  <a:cubicBezTo>
                    <a:pt x="3543" y="1959"/>
                    <a:pt x="3655" y="1854"/>
                    <a:pt x="3668" y="1718"/>
                  </a:cubicBezTo>
                  <a:cubicBezTo>
                    <a:pt x="3669" y="1710"/>
                    <a:pt x="3669" y="1702"/>
                    <a:pt x="3669" y="1694"/>
                  </a:cubicBezTo>
                  <a:lnTo>
                    <a:pt x="3669" y="574"/>
                  </a:lnTo>
                  <a:cubicBezTo>
                    <a:pt x="3669" y="429"/>
                    <a:pt x="3550" y="309"/>
                    <a:pt x="3403" y="309"/>
                  </a:cubicBezTo>
                  <a:cubicBezTo>
                    <a:pt x="3256" y="309"/>
                    <a:pt x="3137" y="429"/>
                    <a:pt x="3137" y="575"/>
                  </a:cubicBezTo>
                  <a:lnTo>
                    <a:pt x="3137" y="1428"/>
                  </a:lnTo>
                  <a:lnTo>
                    <a:pt x="2790" y="1428"/>
                  </a:lnTo>
                  <a:lnTo>
                    <a:pt x="2790" y="266"/>
                  </a:lnTo>
                  <a:cubicBezTo>
                    <a:pt x="2790" y="120"/>
                    <a:pt x="2671" y="0"/>
                    <a:pt x="25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2" name="Google Shape;1759;p51">
              <a:extLst>
                <a:ext uri="{FF2B5EF4-FFF2-40B4-BE49-F238E27FC236}">
                  <a16:creationId xmlns:a16="http://schemas.microsoft.com/office/drawing/2014/main" id="{43C6520E-667D-404C-AAF7-7C3180677FAD}"/>
                </a:ext>
              </a:extLst>
            </p:cNvPr>
            <p:cNvSpPr/>
            <p:nvPr/>
          </p:nvSpPr>
          <p:spPr>
            <a:xfrm>
              <a:off x="5870019" y="4089057"/>
              <a:ext cx="17711" cy="17678"/>
            </a:xfrm>
            <a:custGeom>
              <a:avLst/>
              <a:gdLst/>
              <a:ahLst/>
              <a:cxnLst/>
              <a:rect l="l" t="t" r="r" b="b"/>
              <a:pathLst>
                <a:path w="534" h="533" extrusionOk="0">
                  <a:moveTo>
                    <a:pt x="266" y="0"/>
                  </a:moveTo>
                  <a:cubicBezTo>
                    <a:pt x="196" y="0"/>
                    <a:pt x="127" y="29"/>
                    <a:pt x="78" y="78"/>
                  </a:cubicBezTo>
                  <a:cubicBezTo>
                    <a:pt x="29" y="127"/>
                    <a:pt x="0" y="196"/>
                    <a:pt x="0" y="266"/>
                  </a:cubicBezTo>
                  <a:cubicBezTo>
                    <a:pt x="0" y="336"/>
                    <a:pt x="29" y="405"/>
                    <a:pt x="78" y="454"/>
                  </a:cubicBezTo>
                  <a:cubicBezTo>
                    <a:pt x="127" y="503"/>
                    <a:pt x="196" y="532"/>
                    <a:pt x="266" y="532"/>
                  </a:cubicBezTo>
                  <a:cubicBezTo>
                    <a:pt x="336" y="532"/>
                    <a:pt x="405" y="503"/>
                    <a:pt x="454" y="454"/>
                  </a:cubicBezTo>
                  <a:cubicBezTo>
                    <a:pt x="504" y="405"/>
                    <a:pt x="532" y="336"/>
                    <a:pt x="532" y="266"/>
                  </a:cubicBezTo>
                  <a:cubicBezTo>
                    <a:pt x="533" y="196"/>
                    <a:pt x="504" y="127"/>
                    <a:pt x="454" y="78"/>
                  </a:cubicBezTo>
                  <a:cubicBezTo>
                    <a:pt x="405" y="29"/>
                    <a:pt x="336" y="0"/>
                    <a:pt x="2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3" name="Google Shape;1760;p51">
              <a:extLst>
                <a:ext uri="{FF2B5EF4-FFF2-40B4-BE49-F238E27FC236}">
                  <a16:creationId xmlns:a16="http://schemas.microsoft.com/office/drawing/2014/main" id="{C2BA17DA-2ED8-4915-8FB3-5638E1962B58}"/>
                </a:ext>
              </a:extLst>
            </p:cNvPr>
            <p:cNvSpPr/>
            <p:nvPr/>
          </p:nvSpPr>
          <p:spPr>
            <a:xfrm>
              <a:off x="5906835" y="4089057"/>
              <a:ext cx="17645" cy="17678"/>
            </a:xfrm>
            <a:custGeom>
              <a:avLst/>
              <a:gdLst/>
              <a:ahLst/>
              <a:cxnLst/>
              <a:rect l="l" t="t" r="r" b="b"/>
              <a:pathLst>
                <a:path w="532" h="533" extrusionOk="0">
                  <a:moveTo>
                    <a:pt x="266" y="0"/>
                  </a:moveTo>
                  <a:cubicBezTo>
                    <a:pt x="196" y="0"/>
                    <a:pt x="127" y="29"/>
                    <a:pt x="78" y="78"/>
                  </a:cubicBezTo>
                  <a:cubicBezTo>
                    <a:pt x="29" y="127"/>
                    <a:pt x="0" y="196"/>
                    <a:pt x="0" y="266"/>
                  </a:cubicBezTo>
                  <a:cubicBezTo>
                    <a:pt x="0" y="336"/>
                    <a:pt x="29" y="405"/>
                    <a:pt x="78" y="454"/>
                  </a:cubicBezTo>
                  <a:cubicBezTo>
                    <a:pt x="128" y="503"/>
                    <a:pt x="196" y="532"/>
                    <a:pt x="266" y="532"/>
                  </a:cubicBezTo>
                  <a:cubicBezTo>
                    <a:pt x="337" y="532"/>
                    <a:pt x="405" y="503"/>
                    <a:pt x="455" y="454"/>
                  </a:cubicBezTo>
                  <a:cubicBezTo>
                    <a:pt x="504" y="405"/>
                    <a:pt x="532" y="336"/>
                    <a:pt x="532" y="266"/>
                  </a:cubicBezTo>
                  <a:cubicBezTo>
                    <a:pt x="532" y="196"/>
                    <a:pt x="504" y="127"/>
                    <a:pt x="455" y="78"/>
                  </a:cubicBezTo>
                  <a:cubicBezTo>
                    <a:pt x="405" y="29"/>
                    <a:pt x="337" y="0"/>
                    <a:pt x="2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4" name="Google Shape;1761;p51">
              <a:extLst>
                <a:ext uri="{FF2B5EF4-FFF2-40B4-BE49-F238E27FC236}">
                  <a16:creationId xmlns:a16="http://schemas.microsoft.com/office/drawing/2014/main" id="{EC08814D-5F4A-4F70-BB24-9EF8F085AAAD}"/>
                </a:ext>
              </a:extLst>
            </p:cNvPr>
            <p:cNvSpPr/>
            <p:nvPr/>
          </p:nvSpPr>
          <p:spPr>
            <a:xfrm>
              <a:off x="5943617" y="4089057"/>
              <a:ext cx="17678" cy="17678"/>
            </a:xfrm>
            <a:custGeom>
              <a:avLst/>
              <a:gdLst/>
              <a:ahLst/>
              <a:cxnLst/>
              <a:rect l="l" t="t" r="r" b="b"/>
              <a:pathLst>
                <a:path w="533" h="533" extrusionOk="0">
                  <a:moveTo>
                    <a:pt x="267" y="0"/>
                  </a:moveTo>
                  <a:cubicBezTo>
                    <a:pt x="197" y="0"/>
                    <a:pt x="129" y="29"/>
                    <a:pt x="79" y="78"/>
                  </a:cubicBezTo>
                  <a:cubicBezTo>
                    <a:pt x="30" y="127"/>
                    <a:pt x="1" y="196"/>
                    <a:pt x="1" y="266"/>
                  </a:cubicBezTo>
                  <a:cubicBezTo>
                    <a:pt x="1" y="336"/>
                    <a:pt x="30" y="405"/>
                    <a:pt x="79" y="454"/>
                  </a:cubicBezTo>
                  <a:cubicBezTo>
                    <a:pt x="128" y="503"/>
                    <a:pt x="197" y="532"/>
                    <a:pt x="267" y="532"/>
                  </a:cubicBezTo>
                  <a:cubicBezTo>
                    <a:pt x="338" y="532"/>
                    <a:pt x="406" y="503"/>
                    <a:pt x="456" y="454"/>
                  </a:cubicBezTo>
                  <a:cubicBezTo>
                    <a:pt x="505" y="405"/>
                    <a:pt x="533" y="336"/>
                    <a:pt x="533" y="266"/>
                  </a:cubicBezTo>
                  <a:cubicBezTo>
                    <a:pt x="533" y="196"/>
                    <a:pt x="504" y="127"/>
                    <a:pt x="456" y="78"/>
                  </a:cubicBezTo>
                  <a:cubicBezTo>
                    <a:pt x="406" y="29"/>
                    <a:pt x="337" y="0"/>
                    <a:pt x="2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5" name="Google Shape;1762;p51">
              <a:extLst>
                <a:ext uri="{FF2B5EF4-FFF2-40B4-BE49-F238E27FC236}">
                  <a16:creationId xmlns:a16="http://schemas.microsoft.com/office/drawing/2014/main" id="{5E6C1AA0-A2D9-46B7-B2E1-D96FAA1FB627}"/>
                </a:ext>
              </a:extLst>
            </p:cNvPr>
            <p:cNvSpPr/>
            <p:nvPr/>
          </p:nvSpPr>
          <p:spPr>
            <a:xfrm>
              <a:off x="7954317" y="3077126"/>
              <a:ext cx="521891" cy="283118"/>
            </a:xfrm>
            <a:custGeom>
              <a:avLst/>
              <a:gdLst/>
              <a:ahLst/>
              <a:cxnLst/>
              <a:rect l="l" t="t" r="r" b="b"/>
              <a:pathLst>
                <a:path w="15735" h="8536" extrusionOk="0">
                  <a:moveTo>
                    <a:pt x="9236" y="672"/>
                  </a:moveTo>
                  <a:lnTo>
                    <a:pt x="9236" y="672"/>
                  </a:lnTo>
                  <a:cubicBezTo>
                    <a:pt x="11475" y="1079"/>
                    <a:pt x="13485" y="2359"/>
                    <a:pt x="14805" y="4268"/>
                  </a:cubicBezTo>
                  <a:cubicBezTo>
                    <a:pt x="14158" y="5203"/>
                    <a:pt x="13346" y="5987"/>
                    <a:pt x="12422" y="6591"/>
                  </a:cubicBezTo>
                  <a:lnTo>
                    <a:pt x="11930" y="5982"/>
                  </a:lnTo>
                  <a:cubicBezTo>
                    <a:pt x="11877" y="5918"/>
                    <a:pt x="11800" y="5884"/>
                    <a:pt x="11723" y="5884"/>
                  </a:cubicBezTo>
                  <a:cubicBezTo>
                    <a:pt x="11664" y="5884"/>
                    <a:pt x="11605" y="5903"/>
                    <a:pt x="11556" y="5942"/>
                  </a:cubicBezTo>
                  <a:cubicBezTo>
                    <a:pt x="11441" y="6035"/>
                    <a:pt x="11424" y="6202"/>
                    <a:pt x="11516" y="6316"/>
                  </a:cubicBezTo>
                  <a:lnTo>
                    <a:pt x="11964" y="6872"/>
                  </a:lnTo>
                  <a:cubicBezTo>
                    <a:pt x="11123" y="7350"/>
                    <a:pt x="10203" y="7687"/>
                    <a:pt x="9241" y="7862"/>
                  </a:cubicBezTo>
                  <a:cubicBezTo>
                    <a:pt x="10630" y="7261"/>
                    <a:pt x="11604" y="5876"/>
                    <a:pt x="11604" y="4268"/>
                  </a:cubicBezTo>
                  <a:cubicBezTo>
                    <a:pt x="11604" y="3901"/>
                    <a:pt x="11554" y="3538"/>
                    <a:pt x="11453" y="3189"/>
                  </a:cubicBezTo>
                  <a:cubicBezTo>
                    <a:pt x="11420" y="3073"/>
                    <a:pt x="11314" y="2996"/>
                    <a:pt x="11199" y="2996"/>
                  </a:cubicBezTo>
                  <a:cubicBezTo>
                    <a:pt x="11174" y="2996"/>
                    <a:pt x="11150" y="3000"/>
                    <a:pt x="11125" y="3007"/>
                  </a:cubicBezTo>
                  <a:cubicBezTo>
                    <a:pt x="10984" y="3047"/>
                    <a:pt x="10902" y="3194"/>
                    <a:pt x="10943" y="3335"/>
                  </a:cubicBezTo>
                  <a:cubicBezTo>
                    <a:pt x="11029" y="3637"/>
                    <a:pt x="11072" y="3951"/>
                    <a:pt x="11072" y="4268"/>
                  </a:cubicBezTo>
                  <a:cubicBezTo>
                    <a:pt x="11072" y="6134"/>
                    <a:pt x="9554" y="7653"/>
                    <a:pt x="7688" y="7653"/>
                  </a:cubicBezTo>
                  <a:cubicBezTo>
                    <a:pt x="5822" y="7653"/>
                    <a:pt x="4303" y="6134"/>
                    <a:pt x="4303" y="4268"/>
                  </a:cubicBezTo>
                  <a:cubicBezTo>
                    <a:pt x="4303" y="2401"/>
                    <a:pt x="5822" y="883"/>
                    <a:pt x="7688" y="883"/>
                  </a:cubicBezTo>
                  <a:cubicBezTo>
                    <a:pt x="8634" y="883"/>
                    <a:pt x="9512" y="1264"/>
                    <a:pt x="10160" y="1956"/>
                  </a:cubicBezTo>
                  <a:cubicBezTo>
                    <a:pt x="10212" y="2011"/>
                    <a:pt x="10282" y="2039"/>
                    <a:pt x="10353" y="2039"/>
                  </a:cubicBezTo>
                  <a:cubicBezTo>
                    <a:pt x="10418" y="2039"/>
                    <a:pt x="10484" y="2016"/>
                    <a:pt x="10535" y="1968"/>
                  </a:cubicBezTo>
                  <a:cubicBezTo>
                    <a:pt x="10642" y="1867"/>
                    <a:pt x="10648" y="1699"/>
                    <a:pt x="10548" y="1592"/>
                  </a:cubicBezTo>
                  <a:cubicBezTo>
                    <a:pt x="10176" y="1195"/>
                    <a:pt x="9727" y="884"/>
                    <a:pt x="9236" y="672"/>
                  </a:cubicBezTo>
                  <a:close/>
                  <a:moveTo>
                    <a:pt x="6135" y="672"/>
                  </a:moveTo>
                  <a:lnTo>
                    <a:pt x="6135" y="672"/>
                  </a:lnTo>
                  <a:cubicBezTo>
                    <a:pt x="4746" y="1275"/>
                    <a:pt x="3771" y="2660"/>
                    <a:pt x="3771" y="4268"/>
                  </a:cubicBezTo>
                  <a:cubicBezTo>
                    <a:pt x="3771" y="5876"/>
                    <a:pt x="4746" y="7261"/>
                    <a:pt x="6135" y="7863"/>
                  </a:cubicBezTo>
                  <a:cubicBezTo>
                    <a:pt x="3898" y="7455"/>
                    <a:pt x="1889" y="6174"/>
                    <a:pt x="571" y="4268"/>
                  </a:cubicBezTo>
                  <a:cubicBezTo>
                    <a:pt x="1889" y="2361"/>
                    <a:pt x="3898" y="1081"/>
                    <a:pt x="6135" y="672"/>
                  </a:cubicBezTo>
                  <a:close/>
                  <a:moveTo>
                    <a:pt x="7687" y="1"/>
                  </a:moveTo>
                  <a:cubicBezTo>
                    <a:pt x="4657" y="1"/>
                    <a:pt x="1825" y="1496"/>
                    <a:pt x="110" y="4000"/>
                  </a:cubicBezTo>
                  <a:cubicBezTo>
                    <a:pt x="0" y="4160"/>
                    <a:pt x="0" y="4376"/>
                    <a:pt x="110" y="4537"/>
                  </a:cubicBezTo>
                  <a:cubicBezTo>
                    <a:pt x="1825" y="7041"/>
                    <a:pt x="4657" y="8536"/>
                    <a:pt x="7687" y="8536"/>
                  </a:cubicBezTo>
                  <a:cubicBezTo>
                    <a:pt x="9333" y="8536"/>
                    <a:pt x="10920" y="8094"/>
                    <a:pt x="12302" y="7291"/>
                  </a:cubicBezTo>
                  <a:lnTo>
                    <a:pt x="13047" y="8214"/>
                  </a:lnTo>
                  <a:cubicBezTo>
                    <a:pt x="13160" y="8352"/>
                    <a:pt x="13363" y="8450"/>
                    <a:pt x="13543" y="8450"/>
                  </a:cubicBezTo>
                  <a:lnTo>
                    <a:pt x="15470" y="8450"/>
                  </a:lnTo>
                  <a:cubicBezTo>
                    <a:pt x="15616" y="8450"/>
                    <a:pt x="15735" y="8331"/>
                    <a:pt x="15735" y="8184"/>
                  </a:cubicBezTo>
                  <a:cubicBezTo>
                    <a:pt x="15735" y="8037"/>
                    <a:pt x="15616" y="7918"/>
                    <a:pt x="15469" y="7918"/>
                  </a:cubicBezTo>
                  <a:lnTo>
                    <a:pt x="13544" y="7918"/>
                  </a:lnTo>
                  <a:cubicBezTo>
                    <a:pt x="13522" y="7916"/>
                    <a:pt x="13475" y="7894"/>
                    <a:pt x="13461" y="7879"/>
                  </a:cubicBezTo>
                  <a:lnTo>
                    <a:pt x="12757" y="7007"/>
                  </a:lnTo>
                  <a:cubicBezTo>
                    <a:pt x="13731" y="6362"/>
                    <a:pt x="14586" y="5529"/>
                    <a:pt x="15265" y="4536"/>
                  </a:cubicBezTo>
                  <a:cubicBezTo>
                    <a:pt x="15376" y="4374"/>
                    <a:pt x="15376" y="4162"/>
                    <a:pt x="15265" y="4000"/>
                  </a:cubicBezTo>
                  <a:cubicBezTo>
                    <a:pt x="13551" y="1496"/>
                    <a:pt x="10718" y="1"/>
                    <a:pt x="76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6" name="Google Shape;1763;p51">
              <a:extLst>
                <a:ext uri="{FF2B5EF4-FFF2-40B4-BE49-F238E27FC236}">
                  <a16:creationId xmlns:a16="http://schemas.microsoft.com/office/drawing/2014/main" id="{9D5D365B-1008-4285-8465-8133245FEF51}"/>
                </a:ext>
              </a:extLst>
            </p:cNvPr>
            <p:cNvSpPr/>
            <p:nvPr/>
          </p:nvSpPr>
          <p:spPr>
            <a:xfrm>
              <a:off x="5873866" y="4532341"/>
              <a:ext cx="87430" cy="17678"/>
            </a:xfrm>
            <a:custGeom>
              <a:avLst/>
              <a:gdLst/>
              <a:ahLst/>
              <a:cxnLst/>
              <a:rect l="l" t="t" r="r" b="b"/>
              <a:pathLst>
                <a:path w="2636" h="533" extrusionOk="0">
                  <a:moveTo>
                    <a:pt x="266" y="0"/>
                  </a:moveTo>
                  <a:cubicBezTo>
                    <a:pt x="119" y="0"/>
                    <a:pt x="0" y="119"/>
                    <a:pt x="0" y="266"/>
                  </a:cubicBezTo>
                  <a:cubicBezTo>
                    <a:pt x="0" y="413"/>
                    <a:pt x="119" y="532"/>
                    <a:pt x="266" y="532"/>
                  </a:cubicBezTo>
                  <a:lnTo>
                    <a:pt x="2370" y="532"/>
                  </a:lnTo>
                  <a:cubicBezTo>
                    <a:pt x="2517" y="532"/>
                    <a:pt x="2636" y="413"/>
                    <a:pt x="2636" y="266"/>
                  </a:cubicBezTo>
                  <a:cubicBezTo>
                    <a:pt x="2636" y="119"/>
                    <a:pt x="2517" y="0"/>
                    <a:pt x="23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7" name="Google Shape;1764;p51">
              <a:extLst>
                <a:ext uri="{FF2B5EF4-FFF2-40B4-BE49-F238E27FC236}">
                  <a16:creationId xmlns:a16="http://schemas.microsoft.com/office/drawing/2014/main" id="{30947720-5C98-4005-912D-3C794DA33B54}"/>
                </a:ext>
              </a:extLst>
            </p:cNvPr>
            <p:cNvSpPr/>
            <p:nvPr/>
          </p:nvSpPr>
          <p:spPr>
            <a:xfrm>
              <a:off x="5873866" y="4558377"/>
              <a:ext cx="87430" cy="17678"/>
            </a:xfrm>
            <a:custGeom>
              <a:avLst/>
              <a:gdLst/>
              <a:ahLst/>
              <a:cxnLst/>
              <a:rect l="l" t="t" r="r" b="b"/>
              <a:pathLst>
                <a:path w="2636" h="533" extrusionOk="0">
                  <a:moveTo>
                    <a:pt x="266" y="1"/>
                  </a:moveTo>
                  <a:cubicBezTo>
                    <a:pt x="119" y="1"/>
                    <a:pt x="0" y="120"/>
                    <a:pt x="0" y="267"/>
                  </a:cubicBezTo>
                  <a:cubicBezTo>
                    <a:pt x="0" y="413"/>
                    <a:pt x="119" y="533"/>
                    <a:pt x="266" y="533"/>
                  </a:cubicBezTo>
                  <a:lnTo>
                    <a:pt x="2370" y="533"/>
                  </a:lnTo>
                  <a:cubicBezTo>
                    <a:pt x="2517" y="533"/>
                    <a:pt x="2636" y="413"/>
                    <a:pt x="2636" y="267"/>
                  </a:cubicBezTo>
                  <a:cubicBezTo>
                    <a:pt x="2636" y="120"/>
                    <a:pt x="2517" y="1"/>
                    <a:pt x="23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8" name="Google Shape;1765;p51">
              <a:extLst>
                <a:ext uri="{FF2B5EF4-FFF2-40B4-BE49-F238E27FC236}">
                  <a16:creationId xmlns:a16="http://schemas.microsoft.com/office/drawing/2014/main" id="{3C8D07EB-64A2-4CE5-81B3-656231692149}"/>
                </a:ext>
              </a:extLst>
            </p:cNvPr>
            <p:cNvSpPr/>
            <p:nvPr/>
          </p:nvSpPr>
          <p:spPr>
            <a:xfrm>
              <a:off x="5873866" y="4584447"/>
              <a:ext cx="87430" cy="17645"/>
            </a:xfrm>
            <a:custGeom>
              <a:avLst/>
              <a:gdLst/>
              <a:ahLst/>
              <a:cxnLst/>
              <a:rect l="l" t="t" r="r" b="b"/>
              <a:pathLst>
                <a:path w="2636" h="532" extrusionOk="0">
                  <a:moveTo>
                    <a:pt x="266" y="0"/>
                  </a:moveTo>
                  <a:cubicBezTo>
                    <a:pt x="119" y="0"/>
                    <a:pt x="0" y="119"/>
                    <a:pt x="0" y="265"/>
                  </a:cubicBezTo>
                  <a:cubicBezTo>
                    <a:pt x="0" y="412"/>
                    <a:pt x="119" y="531"/>
                    <a:pt x="266" y="531"/>
                  </a:cubicBezTo>
                  <a:lnTo>
                    <a:pt x="2370" y="531"/>
                  </a:lnTo>
                  <a:cubicBezTo>
                    <a:pt x="2517" y="531"/>
                    <a:pt x="2636" y="412"/>
                    <a:pt x="2636" y="265"/>
                  </a:cubicBezTo>
                  <a:cubicBezTo>
                    <a:pt x="2636" y="119"/>
                    <a:pt x="2517" y="0"/>
                    <a:pt x="23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65" name="Google Shape;10943;p77">
            <a:extLst>
              <a:ext uri="{FF2B5EF4-FFF2-40B4-BE49-F238E27FC236}">
                <a16:creationId xmlns:a16="http://schemas.microsoft.com/office/drawing/2014/main" id="{E9B3E56F-5DE8-4D89-9DAB-078ADE1CF4BC}"/>
              </a:ext>
            </a:extLst>
          </p:cNvPr>
          <p:cNvGrpSpPr/>
          <p:nvPr/>
        </p:nvGrpSpPr>
        <p:grpSpPr>
          <a:xfrm>
            <a:off x="3683514" y="1922220"/>
            <a:ext cx="446539" cy="303895"/>
            <a:chOff x="6228583" y="3237664"/>
            <a:chExt cx="446539" cy="303895"/>
          </a:xfrm>
        </p:grpSpPr>
        <p:sp>
          <p:nvSpPr>
            <p:cNvPr id="166" name="Google Shape;10944;p77">
              <a:extLst>
                <a:ext uri="{FF2B5EF4-FFF2-40B4-BE49-F238E27FC236}">
                  <a16:creationId xmlns:a16="http://schemas.microsoft.com/office/drawing/2014/main" id="{9C3B73BF-9099-4BA9-8530-6EA77DF6AE96}"/>
                </a:ext>
              </a:extLst>
            </p:cNvPr>
            <p:cNvSpPr/>
            <p:nvPr/>
          </p:nvSpPr>
          <p:spPr>
            <a:xfrm>
              <a:off x="6357508" y="3277453"/>
              <a:ext cx="26865" cy="25912"/>
            </a:xfrm>
            <a:custGeom>
              <a:avLst/>
              <a:gdLst/>
              <a:ahLst/>
              <a:cxnLst/>
              <a:rect l="l" t="t" r="r" b="b"/>
              <a:pathLst>
                <a:path w="846" h="816" extrusionOk="0">
                  <a:moveTo>
                    <a:pt x="632" y="0"/>
                  </a:moveTo>
                  <a:cubicBezTo>
                    <a:pt x="578" y="0"/>
                    <a:pt x="525" y="18"/>
                    <a:pt x="489" y="54"/>
                  </a:cubicBezTo>
                  <a:lnTo>
                    <a:pt x="72" y="471"/>
                  </a:lnTo>
                  <a:cubicBezTo>
                    <a:pt x="1" y="542"/>
                    <a:pt x="1" y="685"/>
                    <a:pt x="72" y="756"/>
                  </a:cubicBezTo>
                  <a:cubicBezTo>
                    <a:pt x="120" y="804"/>
                    <a:pt x="167" y="816"/>
                    <a:pt x="227" y="816"/>
                  </a:cubicBezTo>
                  <a:cubicBezTo>
                    <a:pt x="263" y="816"/>
                    <a:pt x="322" y="804"/>
                    <a:pt x="370" y="756"/>
                  </a:cubicBezTo>
                  <a:lnTo>
                    <a:pt x="786" y="340"/>
                  </a:lnTo>
                  <a:cubicBezTo>
                    <a:pt x="846" y="268"/>
                    <a:pt x="846" y="149"/>
                    <a:pt x="775" y="54"/>
                  </a:cubicBezTo>
                  <a:cubicBezTo>
                    <a:pt x="739" y="18"/>
                    <a:pt x="685" y="0"/>
                    <a:pt x="632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7" name="Google Shape;10945;p77">
              <a:extLst>
                <a:ext uri="{FF2B5EF4-FFF2-40B4-BE49-F238E27FC236}">
                  <a16:creationId xmlns:a16="http://schemas.microsoft.com/office/drawing/2014/main" id="{E61EF923-B418-47BA-9433-1562720B532C}"/>
                </a:ext>
              </a:extLst>
            </p:cNvPr>
            <p:cNvSpPr/>
            <p:nvPr/>
          </p:nvSpPr>
          <p:spPr>
            <a:xfrm>
              <a:off x="6276596" y="3358746"/>
              <a:ext cx="26896" cy="25912"/>
            </a:xfrm>
            <a:custGeom>
              <a:avLst/>
              <a:gdLst/>
              <a:ahLst/>
              <a:cxnLst/>
              <a:rect l="l" t="t" r="r" b="b"/>
              <a:pathLst>
                <a:path w="847" h="816" extrusionOk="0">
                  <a:moveTo>
                    <a:pt x="632" y="0"/>
                  </a:moveTo>
                  <a:cubicBezTo>
                    <a:pt x="578" y="0"/>
                    <a:pt x="525" y="18"/>
                    <a:pt x="489" y="54"/>
                  </a:cubicBezTo>
                  <a:lnTo>
                    <a:pt x="72" y="471"/>
                  </a:lnTo>
                  <a:cubicBezTo>
                    <a:pt x="1" y="554"/>
                    <a:pt x="1" y="685"/>
                    <a:pt x="72" y="756"/>
                  </a:cubicBezTo>
                  <a:cubicBezTo>
                    <a:pt x="120" y="804"/>
                    <a:pt x="167" y="816"/>
                    <a:pt x="227" y="816"/>
                  </a:cubicBezTo>
                  <a:cubicBezTo>
                    <a:pt x="286" y="816"/>
                    <a:pt x="334" y="804"/>
                    <a:pt x="370" y="756"/>
                  </a:cubicBezTo>
                  <a:lnTo>
                    <a:pt x="787" y="340"/>
                  </a:lnTo>
                  <a:cubicBezTo>
                    <a:pt x="846" y="256"/>
                    <a:pt x="846" y="137"/>
                    <a:pt x="775" y="54"/>
                  </a:cubicBezTo>
                  <a:cubicBezTo>
                    <a:pt x="739" y="18"/>
                    <a:pt x="685" y="0"/>
                    <a:pt x="632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8" name="Google Shape;10946;p77">
              <a:extLst>
                <a:ext uri="{FF2B5EF4-FFF2-40B4-BE49-F238E27FC236}">
                  <a16:creationId xmlns:a16="http://schemas.microsoft.com/office/drawing/2014/main" id="{6E8FC95F-9EE5-4648-86D3-0C382327A6E0}"/>
                </a:ext>
              </a:extLst>
            </p:cNvPr>
            <p:cNvSpPr/>
            <p:nvPr/>
          </p:nvSpPr>
          <p:spPr>
            <a:xfrm>
              <a:off x="6357508" y="3358365"/>
              <a:ext cx="26865" cy="25912"/>
            </a:xfrm>
            <a:custGeom>
              <a:avLst/>
              <a:gdLst/>
              <a:ahLst/>
              <a:cxnLst/>
              <a:rect l="l" t="t" r="r" b="b"/>
              <a:pathLst>
                <a:path w="846" h="816" extrusionOk="0">
                  <a:moveTo>
                    <a:pt x="215" y="0"/>
                  </a:moveTo>
                  <a:cubicBezTo>
                    <a:pt x="161" y="0"/>
                    <a:pt x="108" y="18"/>
                    <a:pt x="72" y="54"/>
                  </a:cubicBezTo>
                  <a:cubicBezTo>
                    <a:pt x="1" y="125"/>
                    <a:pt x="1" y="268"/>
                    <a:pt x="72" y="340"/>
                  </a:cubicBezTo>
                  <a:lnTo>
                    <a:pt x="489" y="756"/>
                  </a:lnTo>
                  <a:cubicBezTo>
                    <a:pt x="536" y="792"/>
                    <a:pt x="584" y="816"/>
                    <a:pt x="644" y="816"/>
                  </a:cubicBezTo>
                  <a:cubicBezTo>
                    <a:pt x="703" y="816"/>
                    <a:pt x="739" y="792"/>
                    <a:pt x="786" y="756"/>
                  </a:cubicBezTo>
                  <a:cubicBezTo>
                    <a:pt x="846" y="685"/>
                    <a:pt x="846" y="566"/>
                    <a:pt x="775" y="471"/>
                  </a:cubicBezTo>
                  <a:lnTo>
                    <a:pt x="358" y="54"/>
                  </a:lnTo>
                  <a:cubicBezTo>
                    <a:pt x="322" y="18"/>
                    <a:pt x="269" y="0"/>
                    <a:pt x="21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9" name="Google Shape;10947;p77">
              <a:extLst>
                <a:ext uri="{FF2B5EF4-FFF2-40B4-BE49-F238E27FC236}">
                  <a16:creationId xmlns:a16="http://schemas.microsoft.com/office/drawing/2014/main" id="{2DDEADE7-2D17-40F0-BACF-9C9D2F6410DA}"/>
                </a:ext>
              </a:extLst>
            </p:cNvPr>
            <p:cNvSpPr/>
            <p:nvPr/>
          </p:nvSpPr>
          <p:spPr>
            <a:xfrm>
              <a:off x="6276596" y="3277453"/>
              <a:ext cx="26896" cy="25912"/>
            </a:xfrm>
            <a:custGeom>
              <a:avLst/>
              <a:gdLst/>
              <a:ahLst/>
              <a:cxnLst/>
              <a:rect l="l" t="t" r="r" b="b"/>
              <a:pathLst>
                <a:path w="847" h="816" extrusionOk="0">
                  <a:moveTo>
                    <a:pt x="219" y="0"/>
                  </a:moveTo>
                  <a:cubicBezTo>
                    <a:pt x="167" y="0"/>
                    <a:pt x="114" y="18"/>
                    <a:pt x="72" y="54"/>
                  </a:cubicBezTo>
                  <a:cubicBezTo>
                    <a:pt x="1" y="137"/>
                    <a:pt x="1" y="268"/>
                    <a:pt x="72" y="340"/>
                  </a:cubicBezTo>
                  <a:lnTo>
                    <a:pt x="489" y="756"/>
                  </a:lnTo>
                  <a:cubicBezTo>
                    <a:pt x="536" y="804"/>
                    <a:pt x="584" y="816"/>
                    <a:pt x="644" y="816"/>
                  </a:cubicBezTo>
                  <a:cubicBezTo>
                    <a:pt x="679" y="816"/>
                    <a:pt x="751" y="804"/>
                    <a:pt x="787" y="756"/>
                  </a:cubicBezTo>
                  <a:cubicBezTo>
                    <a:pt x="846" y="685"/>
                    <a:pt x="846" y="554"/>
                    <a:pt x="775" y="471"/>
                  </a:cubicBezTo>
                  <a:lnTo>
                    <a:pt x="358" y="54"/>
                  </a:lnTo>
                  <a:cubicBezTo>
                    <a:pt x="322" y="18"/>
                    <a:pt x="272" y="0"/>
                    <a:pt x="219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0" name="Google Shape;10948;p77">
              <a:extLst>
                <a:ext uri="{FF2B5EF4-FFF2-40B4-BE49-F238E27FC236}">
                  <a16:creationId xmlns:a16="http://schemas.microsoft.com/office/drawing/2014/main" id="{A8221F3E-991E-43EA-B5CD-2C27D11861A7}"/>
                </a:ext>
              </a:extLst>
            </p:cNvPr>
            <p:cNvSpPr/>
            <p:nvPr/>
          </p:nvSpPr>
          <p:spPr>
            <a:xfrm>
              <a:off x="6526508" y="3290314"/>
              <a:ext cx="21593" cy="19879"/>
            </a:xfrm>
            <a:custGeom>
              <a:avLst/>
              <a:gdLst/>
              <a:ahLst/>
              <a:cxnLst/>
              <a:rect l="l" t="t" r="r" b="b"/>
              <a:pathLst>
                <a:path w="680" h="626" extrusionOk="0">
                  <a:moveTo>
                    <a:pt x="446" y="0"/>
                  </a:moveTo>
                  <a:cubicBezTo>
                    <a:pt x="394" y="0"/>
                    <a:pt x="340" y="18"/>
                    <a:pt x="298" y="54"/>
                  </a:cubicBezTo>
                  <a:lnTo>
                    <a:pt x="84" y="280"/>
                  </a:lnTo>
                  <a:cubicBezTo>
                    <a:pt x="1" y="351"/>
                    <a:pt x="1" y="482"/>
                    <a:pt x="84" y="566"/>
                  </a:cubicBezTo>
                  <a:cubicBezTo>
                    <a:pt x="120" y="601"/>
                    <a:pt x="167" y="625"/>
                    <a:pt x="227" y="625"/>
                  </a:cubicBezTo>
                  <a:cubicBezTo>
                    <a:pt x="275" y="625"/>
                    <a:pt x="334" y="601"/>
                    <a:pt x="382" y="566"/>
                  </a:cubicBezTo>
                  <a:lnTo>
                    <a:pt x="596" y="340"/>
                  </a:lnTo>
                  <a:cubicBezTo>
                    <a:pt x="679" y="268"/>
                    <a:pt x="679" y="125"/>
                    <a:pt x="584" y="54"/>
                  </a:cubicBezTo>
                  <a:cubicBezTo>
                    <a:pt x="548" y="18"/>
                    <a:pt x="498" y="0"/>
                    <a:pt x="446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1" name="Google Shape;10949;p77">
              <a:extLst>
                <a:ext uri="{FF2B5EF4-FFF2-40B4-BE49-F238E27FC236}">
                  <a16:creationId xmlns:a16="http://schemas.microsoft.com/office/drawing/2014/main" id="{DF323104-C114-4A36-A6CE-9D99FBF145BD}"/>
                </a:ext>
              </a:extLst>
            </p:cNvPr>
            <p:cNvSpPr/>
            <p:nvPr/>
          </p:nvSpPr>
          <p:spPr>
            <a:xfrm>
              <a:off x="6465253" y="3352299"/>
              <a:ext cx="20831" cy="19498"/>
            </a:xfrm>
            <a:custGeom>
              <a:avLst/>
              <a:gdLst/>
              <a:ahLst/>
              <a:cxnLst/>
              <a:rect l="l" t="t" r="r" b="b"/>
              <a:pathLst>
                <a:path w="656" h="614" extrusionOk="0">
                  <a:moveTo>
                    <a:pt x="437" y="1"/>
                  </a:moveTo>
                  <a:cubicBezTo>
                    <a:pt x="385" y="1"/>
                    <a:pt x="334" y="19"/>
                    <a:pt x="299" y="54"/>
                  </a:cubicBezTo>
                  <a:lnTo>
                    <a:pt x="72" y="281"/>
                  </a:lnTo>
                  <a:cubicBezTo>
                    <a:pt x="1" y="352"/>
                    <a:pt x="1" y="483"/>
                    <a:pt x="72" y="554"/>
                  </a:cubicBezTo>
                  <a:cubicBezTo>
                    <a:pt x="120" y="602"/>
                    <a:pt x="168" y="614"/>
                    <a:pt x="227" y="614"/>
                  </a:cubicBezTo>
                  <a:cubicBezTo>
                    <a:pt x="263" y="614"/>
                    <a:pt x="322" y="602"/>
                    <a:pt x="370" y="554"/>
                  </a:cubicBezTo>
                  <a:lnTo>
                    <a:pt x="596" y="340"/>
                  </a:lnTo>
                  <a:cubicBezTo>
                    <a:pt x="656" y="257"/>
                    <a:pt x="656" y="126"/>
                    <a:pt x="584" y="54"/>
                  </a:cubicBezTo>
                  <a:cubicBezTo>
                    <a:pt x="543" y="19"/>
                    <a:pt x="489" y="1"/>
                    <a:pt x="437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2" name="Google Shape;10950;p77">
              <a:extLst>
                <a:ext uri="{FF2B5EF4-FFF2-40B4-BE49-F238E27FC236}">
                  <a16:creationId xmlns:a16="http://schemas.microsoft.com/office/drawing/2014/main" id="{5BAF2E24-8F59-4B12-8E9A-C912F1555AF6}"/>
                </a:ext>
              </a:extLst>
            </p:cNvPr>
            <p:cNvSpPr/>
            <p:nvPr/>
          </p:nvSpPr>
          <p:spPr>
            <a:xfrm>
              <a:off x="6526508" y="3352299"/>
              <a:ext cx="21593" cy="19498"/>
            </a:xfrm>
            <a:custGeom>
              <a:avLst/>
              <a:gdLst/>
              <a:ahLst/>
              <a:cxnLst/>
              <a:rect l="l" t="t" r="r" b="b"/>
              <a:pathLst>
                <a:path w="680" h="614" extrusionOk="0">
                  <a:moveTo>
                    <a:pt x="221" y="1"/>
                  </a:moveTo>
                  <a:cubicBezTo>
                    <a:pt x="170" y="1"/>
                    <a:pt x="120" y="19"/>
                    <a:pt x="84" y="54"/>
                  </a:cubicBezTo>
                  <a:cubicBezTo>
                    <a:pt x="1" y="126"/>
                    <a:pt x="1" y="257"/>
                    <a:pt x="84" y="340"/>
                  </a:cubicBezTo>
                  <a:lnTo>
                    <a:pt x="298" y="554"/>
                  </a:lnTo>
                  <a:cubicBezTo>
                    <a:pt x="346" y="602"/>
                    <a:pt x="394" y="614"/>
                    <a:pt x="453" y="614"/>
                  </a:cubicBezTo>
                  <a:cubicBezTo>
                    <a:pt x="501" y="614"/>
                    <a:pt x="560" y="602"/>
                    <a:pt x="596" y="554"/>
                  </a:cubicBezTo>
                  <a:cubicBezTo>
                    <a:pt x="679" y="483"/>
                    <a:pt x="679" y="352"/>
                    <a:pt x="584" y="281"/>
                  </a:cubicBezTo>
                  <a:lnTo>
                    <a:pt x="358" y="54"/>
                  </a:lnTo>
                  <a:cubicBezTo>
                    <a:pt x="322" y="19"/>
                    <a:pt x="272" y="1"/>
                    <a:pt x="22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3" name="Google Shape;10951;p77">
              <a:extLst>
                <a:ext uri="{FF2B5EF4-FFF2-40B4-BE49-F238E27FC236}">
                  <a16:creationId xmlns:a16="http://schemas.microsoft.com/office/drawing/2014/main" id="{976DD845-68C9-41D5-B34F-E1E9DCCB1A5B}"/>
                </a:ext>
              </a:extLst>
            </p:cNvPr>
            <p:cNvSpPr/>
            <p:nvPr/>
          </p:nvSpPr>
          <p:spPr>
            <a:xfrm>
              <a:off x="6465253" y="3290314"/>
              <a:ext cx="20831" cy="19879"/>
            </a:xfrm>
            <a:custGeom>
              <a:avLst/>
              <a:gdLst/>
              <a:ahLst/>
              <a:cxnLst/>
              <a:rect l="l" t="t" r="r" b="b"/>
              <a:pathLst>
                <a:path w="656" h="626" extrusionOk="0">
                  <a:moveTo>
                    <a:pt x="215" y="0"/>
                  </a:moveTo>
                  <a:cubicBezTo>
                    <a:pt x="162" y="0"/>
                    <a:pt x="108" y="18"/>
                    <a:pt x="72" y="54"/>
                  </a:cubicBezTo>
                  <a:cubicBezTo>
                    <a:pt x="1" y="125"/>
                    <a:pt x="1" y="268"/>
                    <a:pt x="72" y="340"/>
                  </a:cubicBezTo>
                  <a:lnTo>
                    <a:pt x="299" y="566"/>
                  </a:lnTo>
                  <a:cubicBezTo>
                    <a:pt x="346" y="601"/>
                    <a:pt x="382" y="625"/>
                    <a:pt x="441" y="625"/>
                  </a:cubicBezTo>
                  <a:cubicBezTo>
                    <a:pt x="489" y="625"/>
                    <a:pt x="549" y="601"/>
                    <a:pt x="596" y="566"/>
                  </a:cubicBezTo>
                  <a:cubicBezTo>
                    <a:pt x="656" y="482"/>
                    <a:pt x="656" y="351"/>
                    <a:pt x="584" y="280"/>
                  </a:cubicBezTo>
                  <a:lnTo>
                    <a:pt x="358" y="54"/>
                  </a:lnTo>
                  <a:cubicBezTo>
                    <a:pt x="322" y="18"/>
                    <a:pt x="269" y="0"/>
                    <a:pt x="21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4" name="Google Shape;10952;p77">
              <a:extLst>
                <a:ext uri="{FF2B5EF4-FFF2-40B4-BE49-F238E27FC236}">
                  <a16:creationId xmlns:a16="http://schemas.microsoft.com/office/drawing/2014/main" id="{65D551BF-88B2-416C-AC0B-DAF24678EAC3}"/>
                </a:ext>
              </a:extLst>
            </p:cNvPr>
            <p:cNvSpPr/>
            <p:nvPr/>
          </p:nvSpPr>
          <p:spPr>
            <a:xfrm>
              <a:off x="6304573" y="3437180"/>
              <a:ext cx="119145" cy="13274"/>
            </a:xfrm>
            <a:custGeom>
              <a:avLst/>
              <a:gdLst/>
              <a:ahLst/>
              <a:cxnLst/>
              <a:rect l="l" t="t" r="r" b="b"/>
              <a:pathLst>
                <a:path w="3752" h="418" extrusionOk="0">
                  <a:moveTo>
                    <a:pt x="203" y="1"/>
                  </a:moveTo>
                  <a:cubicBezTo>
                    <a:pt x="96" y="1"/>
                    <a:pt x="1" y="84"/>
                    <a:pt x="1" y="203"/>
                  </a:cubicBezTo>
                  <a:cubicBezTo>
                    <a:pt x="1" y="322"/>
                    <a:pt x="84" y="417"/>
                    <a:pt x="203" y="417"/>
                  </a:cubicBezTo>
                  <a:lnTo>
                    <a:pt x="3537" y="417"/>
                  </a:lnTo>
                  <a:cubicBezTo>
                    <a:pt x="3644" y="417"/>
                    <a:pt x="3751" y="322"/>
                    <a:pt x="3751" y="203"/>
                  </a:cubicBezTo>
                  <a:cubicBezTo>
                    <a:pt x="3751" y="84"/>
                    <a:pt x="3644" y="1"/>
                    <a:pt x="3537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5" name="Google Shape;10953;p77">
              <a:extLst>
                <a:ext uri="{FF2B5EF4-FFF2-40B4-BE49-F238E27FC236}">
                  <a16:creationId xmlns:a16="http://schemas.microsoft.com/office/drawing/2014/main" id="{F52B3E89-E619-4959-A5F9-604A76CF623B}"/>
                </a:ext>
              </a:extLst>
            </p:cNvPr>
            <p:cNvSpPr/>
            <p:nvPr/>
          </p:nvSpPr>
          <p:spPr>
            <a:xfrm>
              <a:off x="6304573" y="3500341"/>
              <a:ext cx="25372" cy="13242"/>
            </a:xfrm>
            <a:custGeom>
              <a:avLst/>
              <a:gdLst/>
              <a:ahLst/>
              <a:cxnLst/>
              <a:rect l="l" t="t" r="r" b="b"/>
              <a:pathLst>
                <a:path w="799" h="417" extrusionOk="0">
                  <a:moveTo>
                    <a:pt x="203" y="0"/>
                  </a:moveTo>
                  <a:cubicBezTo>
                    <a:pt x="108" y="0"/>
                    <a:pt x="1" y="95"/>
                    <a:pt x="1" y="214"/>
                  </a:cubicBezTo>
                  <a:cubicBezTo>
                    <a:pt x="1" y="333"/>
                    <a:pt x="84" y="417"/>
                    <a:pt x="203" y="417"/>
                  </a:cubicBezTo>
                  <a:lnTo>
                    <a:pt x="596" y="417"/>
                  </a:lnTo>
                  <a:cubicBezTo>
                    <a:pt x="703" y="417"/>
                    <a:pt x="798" y="333"/>
                    <a:pt x="798" y="214"/>
                  </a:cubicBezTo>
                  <a:cubicBezTo>
                    <a:pt x="798" y="95"/>
                    <a:pt x="715" y="0"/>
                    <a:pt x="596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6" name="Google Shape;10954;p77">
              <a:extLst>
                <a:ext uri="{FF2B5EF4-FFF2-40B4-BE49-F238E27FC236}">
                  <a16:creationId xmlns:a16="http://schemas.microsoft.com/office/drawing/2014/main" id="{76273A24-0AD9-43A8-A969-98F6E88BCE1B}"/>
                </a:ext>
              </a:extLst>
            </p:cNvPr>
            <p:cNvSpPr/>
            <p:nvPr/>
          </p:nvSpPr>
          <p:spPr>
            <a:xfrm>
              <a:off x="6346934" y="3500341"/>
              <a:ext cx="76784" cy="13242"/>
            </a:xfrm>
            <a:custGeom>
              <a:avLst/>
              <a:gdLst/>
              <a:ahLst/>
              <a:cxnLst/>
              <a:rect l="l" t="t" r="r" b="b"/>
              <a:pathLst>
                <a:path w="2418" h="417" extrusionOk="0">
                  <a:moveTo>
                    <a:pt x="215" y="0"/>
                  </a:moveTo>
                  <a:cubicBezTo>
                    <a:pt x="107" y="0"/>
                    <a:pt x="0" y="95"/>
                    <a:pt x="0" y="214"/>
                  </a:cubicBezTo>
                  <a:cubicBezTo>
                    <a:pt x="0" y="333"/>
                    <a:pt x="96" y="417"/>
                    <a:pt x="215" y="417"/>
                  </a:cubicBezTo>
                  <a:lnTo>
                    <a:pt x="2203" y="417"/>
                  </a:lnTo>
                  <a:cubicBezTo>
                    <a:pt x="2310" y="417"/>
                    <a:pt x="2417" y="333"/>
                    <a:pt x="2417" y="214"/>
                  </a:cubicBezTo>
                  <a:cubicBezTo>
                    <a:pt x="2417" y="95"/>
                    <a:pt x="2310" y="0"/>
                    <a:pt x="2203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7" name="Google Shape;10955;p77">
              <a:extLst>
                <a:ext uri="{FF2B5EF4-FFF2-40B4-BE49-F238E27FC236}">
                  <a16:creationId xmlns:a16="http://schemas.microsoft.com/office/drawing/2014/main" id="{C94B4700-96B1-4DCB-A03B-ECE4AE6A15F2}"/>
                </a:ext>
              </a:extLst>
            </p:cNvPr>
            <p:cNvSpPr/>
            <p:nvPr/>
          </p:nvSpPr>
          <p:spPr>
            <a:xfrm>
              <a:off x="6304573" y="3468935"/>
              <a:ext cx="119145" cy="12893"/>
            </a:xfrm>
            <a:custGeom>
              <a:avLst/>
              <a:gdLst/>
              <a:ahLst/>
              <a:cxnLst/>
              <a:rect l="l" t="t" r="r" b="b"/>
              <a:pathLst>
                <a:path w="3752" h="406" extrusionOk="0">
                  <a:moveTo>
                    <a:pt x="203" y="1"/>
                  </a:moveTo>
                  <a:cubicBezTo>
                    <a:pt x="96" y="1"/>
                    <a:pt x="1" y="84"/>
                    <a:pt x="1" y="203"/>
                  </a:cubicBezTo>
                  <a:cubicBezTo>
                    <a:pt x="1" y="322"/>
                    <a:pt x="84" y="406"/>
                    <a:pt x="203" y="406"/>
                  </a:cubicBezTo>
                  <a:lnTo>
                    <a:pt x="3537" y="406"/>
                  </a:lnTo>
                  <a:cubicBezTo>
                    <a:pt x="3644" y="406"/>
                    <a:pt x="3751" y="322"/>
                    <a:pt x="3751" y="203"/>
                  </a:cubicBezTo>
                  <a:cubicBezTo>
                    <a:pt x="3751" y="84"/>
                    <a:pt x="3644" y="1"/>
                    <a:pt x="3537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8" name="Google Shape;10956;p77">
              <a:extLst>
                <a:ext uri="{FF2B5EF4-FFF2-40B4-BE49-F238E27FC236}">
                  <a16:creationId xmlns:a16="http://schemas.microsoft.com/office/drawing/2014/main" id="{6AD8791E-1338-4990-B30B-22221F7B6049}"/>
                </a:ext>
              </a:extLst>
            </p:cNvPr>
            <p:cNvSpPr/>
            <p:nvPr/>
          </p:nvSpPr>
          <p:spPr>
            <a:xfrm>
              <a:off x="6228583" y="3237664"/>
              <a:ext cx="357688" cy="186338"/>
            </a:xfrm>
            <a:custGeom>
              <a:avLst/>
              <a:gdLst/>
              <a:ahLst/>
              <a:cxnLst/>
              <a:rect l="l" t="t" r="r" b="b"/>
              <a:pathLst>
                <a:path w="11264" h="5868" extrusionOk="0">
                  <a:moveTo>
                    <a:pt x="8752" y="1045"/>
                  </a:moveTo>
                  <a:cubicBezTo>
                    <a:pt x="9240" y="1045"/>
                    <a:pt x="9716" y="1224"/>
                    <a:pt x="10085" y="1593"/>
                  </a:cubicBezTo>
                  <a:cubicBezTo>
                    <a:pt x="10811" y="2331"/>
                    <a:pt x="10811" y="3545"/>
                    <a:pt x="10085" y="4272"/>
                  </a:cubicBezTo>
                  <a:cubicBezTo>
                    <a:pt x="9716" y="4641"/>
                    <a:pt x="9234" y="4825"/>
                    <a:pt x="8750" y="4825"/>
                  </a:cubicBezTo>
                  <a:cubicBezTo>
                    <a:pt x="8267" y="4825"/>
                    <a:pt x="7781" y="4641"/>
                    <a:pt x="7406" y="4272"/>
                  </a:cubicBezTo>
                  <a:cubicBezTo>
                    <a:pt x="6668" y="3522"/>
                    <a:pt x="6668" y="2331"/>
                    <a:pt x="7406" y="1593"/>
                  </a:cubicBezTo>
                  <a:cubicBezTo>
                    <a:pt x="7775" y="1224"/>
                    <a:pt x="8252" y="1045"/>
                    <a:pt x="8752" y="1045"/>
                  </a:cubicBezTo>
                  <a:close/>
                  <a:moveTo>
                    <a:pt x="3215" y="402"/>
                  </a:moveTo>
                  <a:cubicBezTo>
                    <a:pt x="3870" y="402"/>
                    <a:pt x="4501" y="652"/>
                    <a:pt x="5001" y="1140"/>
                  </a:cubicBezTo>
                  <a:cubicBezTo>
                    <a:pt x="5978" y="2140"/>
                    <a:pt x="5978" y="3736"/>
                    <a:pt x="5001" y="4712"/>
                  </a:cubicBezTo>
                  <a:cubicBezTo>
                    <a:pt x="4507" y="5206"/>
                    <a:pt x="3858" y="5453"/>
                    <a:pt x="3211" y="5453"/>
                  </a:cubicBezTo>
                  <a:cubicBezTo>
                    <a:pt x="2563" y="5453"/>
                    <a:pt x="1918" y="5206"/>
                    <a:pt x="1429" y="4712"/>
                  </a:cubicBezTo>
                  <a:cubicBezTo>
                    <a:pt x="441" y="3736"/>
                    <a:pt x="441" y="2128"/>
                    <a:pt x="1429" y="1140"/>
                  </a:cubicBezTo>
                  <a:cubicBezTo>
                    <a:pt x="1918" y="652"/>
                    <a:pt x="2560" y="402"/>
                    <a:pt x="3215" y="402"/>
                  </a:cubicBezTo>
                  <a:close/>
                  <a:moveTo>
                    <a:pt x="3209" y="0"/>
                  </a:moveTo>
                  <a:cubicBezTo>
                    <a:pt x="2462" y="0"/>
                    <a:pt x="1715" y="289"/>
                    <a:pt x="1144" y="866"/>
                  </a:cubicBezTo>
                  <a:cubicBezTo>
                    <a:pt x="1" y="2009"/>
                    <a:pt x="1" y="3855"/>
                    <a:pt x="1144" y="4998"/>
                  </a:cubicBezTo>
                  <a:cubicBezTo>
                    <a:pt x="1703" y="5569"/>
                    <a:pt x="2465" y="5867"/>
                    <a:pt x="3215" y="5867"/>
                  </a:cubicBezTo>
                  <a:cubicBezTo>
                    <a:pt x="3953" y="5867"/>
                    <a:pt x="4715" y="5581"/>
                    <a:pt x="5275" y="4998"/>
                  </a:cubicBezTo>
                  <a:cubicBezTo>
                    <a:pt x="5680" y="4593"/>
                    <a:pt x="5930" y="4117"/>
                    <a:pt x="6049" y="3617"/>
                  </a:cubicBezTo>
                  <a:lnTo>
                    <a:pt x="6561" y="3617"/>
                  </a:lnTo>
                  <a:cubicBezTo>
                    <a:pt x="6668" y="3962"/>
                    <a:pt x="6859" y="4284"/>
                    <a:pt x="7121" y="4557"/>
                  </a:cubicBezTo>
                  <a:cubicBezTo>
                    <a:pt x="7573" y="4998"/>
                    <a:pt x="8168" y="5224"/>
                    <a:pt x="8752" y="5224"/>
                  </a:cubicBezTo>
                  <a:cubicBezTo>
                    <a:pt x="9323" y="5224"/>
                    <a:pt x="9919" y="4998"/>
                    <a:pt x="10371" y="4557"/>
                  </a:cubicBezTo>
                  <a:cubicBezTo>
                    <a:pt x="11264" y="3664"/>
                    <a:pt x="11264" y="2200"/>
                    <a:pt x="10371" y="1307"/>
                  </a:cubicBezTo>
                  <a:cubicBezTo>
                    <a:pt x="9924" y="860"/>
                    <a:pt x="9335" y="637"/>
                    <a:pt x="8746" y="637"/>
                  </a:cubicBezTo>
                  <a:cubicBezTo>
                    <a:pt x="8156" y="637"/>
                    <a:pt x="7567" y="860"/>
                    <a:pt x="7121" y="1307"/>
                  </a:cubicBezTo>
                  <a:cubicBezTo>
                    <a:pt x="6609" y="1831"/>
                    <a:pt x="6394" y="2533"/>
                    <a:pt x="6466" y="3212"/>
                  </a:cubicBezTo>
                  <a:lnTo>
                    <a:pt x="6132" y="3212"/>
                  </a:lnTo>
                  <a:cubicBezTo>
                    <a:pt x="6204" y="2379"/>
                    <a:pt x="5930" y="1497"/>
                    <a:pt x="5275" y="866"/>
                  </a:cubicBezTo>
                  <a:cubicBezTo>
                    <a:pt x="4704" y="289"/>
                    <a:pt x="3956" y="0"/>
                    <a:pt x="3209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9" name="Google Shape;10957;p77">
              <a:extLst>
                <a:ext uri="{FF2B5EF4-FFF2-40B4-BE49-F238E27FC236}">
                  <a16:creationId xmlns:a16="http://schemas.microsoft.com/office/drawing/2014/main" id="{40B9B562-922D-44CB-B023-D09B99C4DD0C}"/>
                </a:ext>
              </a:extLst>
            </p:cNvPr>
            <p:cNvSpPr/>
            <p:nvPr/>
          </p:nvSpPr>
          <p:spPr>
            <a:xfrm>
              <a:off x="6295141" y="3295775"/>
              <a:ext cx="70718" cy="71131"/>
            </a:xfrm>
            <a:custGeom>
              <a:avLst/>
              <a:gdLst/>
              <a:ahLst/>
              <a:cxnLst/>
              <a:rect l="l" t="t" r="r" b="b"/>
              <a:pathLst>
                <a:path w="2227" h="2240" extrusionOk="0">
                  <a:moveTo>
                    <a:pt x="1119" y="394"/>
                  </a:moveTo>
                  <a:cubicBezTo>
                    <a:pt x="1512" y="394"/>
                    <a:pt x="1834" y="703"/>
                    <a:pt x="1834" y="1108"/>
                  </a:cubicBezTo>
                  <a:cubicBezTo>
                    <a:pt x="1810" y="1501"/>
                    <a:pt x="1500" y="1822"/>
                    <a:pt x="1119" y="1822"/>
                  </a:cubicBezTo>
                  <a:cubicBezTo>
                    <a:pt x="726" y="1822"/>
                    <a:pt x="405" y="1501"/>
                    <a:pt x="405" y="1108"/>
                  </a:cubicBezTo>
                  <a:cubicBezTo>
                    <a:pt x="405" y="715"/>
                    <a:pt x="714" y="394"/>
                    <a:pt x="1119" y="394"/>
                  </a:cubicBezTo>
                  <a:close/>
                  <a:moveTo>
                    <a:pt x="1119" y="1"/>
                  </a:moveTo>
                  <a:cubicBezTo>
                    <a:pt x="500" y="1"/>
                    <a:pt x="0" y="501"/>
                    <a:pt x="0" y="1120"/>
                  </a:cubicBezTo>
                  <a:cubicBezTo>
                    <a:pt x="0" y="1727"/>
                    <a:pt x="500" y="2239"/>
                    <a:pt x="1119" y="2239"/>
                  </a:cubicBezTo>
                  <a:cubicBezTo>
                    <a:pt x="1727" y="2239"/>
                    <a:pt x="2227" y="1727"/>
                    <a:pt x="2227" y="1120"/>
                  </a:cubicBezTo>
                  <a:cubicBezTo>
                    <a:pt x="2227" y="489"/>
                    <a:pt x="1727" y="1"/>
                    <a:pt x="1119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0" name="Google Shape;10958;p77">
              <a:extLst>
                <a:ext uri="{FF2B5EF4-FFF2-40B4-BE49-F238E27FC236}">
                  <a16:creationId xmlns:a16="http://schemas.microsoft.com/office/drawing/2014/main" id="{5395DBAB-2D28-4E93-8D5B-AEFBCB73FED9}"/>
                </a:ext>
              </a:extLst>
            </p:cNvPr>
            <p:cNvSpPr/>
            <p:nvPr/>
          </p:nvSpPr>
          <p:spPr>
            <a:xfrm>
              <a:off x="6482273" y="3306763"/>
              <a:ext cx="48045" cy="48045"/>
            </a:xfrm>
            <a:custGeom>
              <a:avLst/>
              <a:gdLst/>
              <a:ahLst/>
              <a:cxnLst/>
              <a:rect l="l" t="t" r="r" b="b"/>
              <a:pathLst>
                <a:path w="1513" h="1513" extrusionOk="0">
                  <a:moveTo>
                    <a:pt x="763" y="405"/>
                  </a:moveTo>
                  <a:cubicBezTo>
                    <a:pt x="953" y="405"/>
                    <a:pt x="1120" y="560"/>
                    <a:pt x="1120" y="762"/>
                  </a:cubicBezTo>
                  <a:cubicBezTo>
                    <a:pt x="1120" y="965"/>
                    <a:pt x="953" y="1119"/>
                    <a:pt x="763" y="1119"/>
                  </a:cubicBezTo>
                  <a:cubicBezTo>
                    <a:pt x="560" y="1119"/>
                    <a:pt x="406" y="953"/>
                    <a:pt x="406" y="762"/>
                  </a:cubicBezTo>
                  <a:cubicBezTo>
                    <a:pt x="406" y="560"/>
                    <a:pt x="560" y="405"/>
                    <a:pt x="763" y="405"/>
                  </a:cubicBezTo>
                  <a:close/>
                  <a:moveTo>
                    <a:pt x="763" y="0"/>
                  </a:moveTo>
                  <a:cubicBezTo>
                    <a:pt x="346" y="0"/>
                    <a:pt x="1" y="345"/>
                    <a:pt x="1" y="762"/>
                  </a:cubicBezTo>
                  <a:cubicBezTo>
                    <a:pt x="1" y="1179"/>
                    <a:pt x="346" y="1512"/>
                    <a:pt x="763" y="1512"/>
                  </a:cubicBezTo>
                  <a:cubicBezTo>
                    <a:pt x="1179" y="1512"/>
                    <a:pt x="1513" y="1179"/>
                    <a:pt x="1513" y="762"/>
                  </a:cubicBezTo>
                  <a:cubicBezTo>
                    <a:pt x="1513" y="345"/>
                    <a:pt x="1179" y="0"/>
                    <a:pt x="763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1" name="Google Shape;10959;p77">
              <a:extLst>
                <a:ext uri="{FF2B5EF4-FFF2-40B4-BE49-F238E27FC236}">
                  <a16:creationId xmlns:a16="http://schemas.microsoft.com/office/drawing/2014/main" id="{757F5B56-A751-4440-B8AF-7E87D581C7B4}"/>
                </a:ext>
              </a:extLst>
            </p:cNvPr>
            <p:cNvSpPr/>
            <p:nvPr/>
          </p:nvSpPr>
          <p:spPr>
            <a:xfrm>
              <a:off x="6456584" y="3437180"/>
              <a:ext cx="76784" cy="76403"/>
            </a:xfrm>
            <a:custGeom>
              <a:avLst/>
              <a:gdLst/>
              <a:ahLst/>
              <a:cxnLst/>
              <a:rect l="l" t="t" r="r" b="b"/>
              <a:pathLst>
                <a:path w="2418" h="2406" extrusionOk="0">
                  <a:moveTo>
                    <a:pt x="2012" y="406"/>
                  </a:moveTo>
                  <a:lnTo>
                    <a:pt x="2012" y="1989"/>
                  </a:lnTo>
                  <a:lnTo>
                    <a:pt x="417" y="1989"/>
                  </a:lnTo>
                  <a:lnTo>
                    <a:pt x="417" y="406"/>
                  </a:lnTo>
                  <a:close/>
                  <a:moveTo>
                    <a:pt x="298" y="1"/>
                  </a:moveTo>
                  <a:cubicBezTo>
                    <a:pt x="143" y="1"/>
                    <a:pt x="0" y="132"/>
                    <a:pt x="0" y="298"/>
                  </a:cubicBezTo>
                  <a:lnTo>
                    <a:pt x="0" y="2108"/>
                  </a:lnTo>
                  <a:cubicBezTo>
                    <a:pt x="0" y="2275"/>
                    <a:pt x="143" y="2406"/>
                    <a:pt x="298" y="2406"/>
                  </a:cubicBezTo>
                  <a:lnTo>
                    <a:pt x="2119" y="2406"/>
                  </a:lnTo>
                  <a:cubicBezTo>
                    <a:pt x="2286" y="2406"/>
                    <a:pt x="2417" y="2275"/>
                    <a:pt x="2417" y="2108"/>
                  </a:cubicBezTo>
                  <a:lnTo>
                    <a:pt x="2417" y="298"/>
                  </a:lnTo>
                  <a:cubicBezTo>
                    <a:pt x="2417" y="120"/>
                    <a:pt x="2286" y="1"/>
                    <a:pt x="2119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2" name="Google Shape;10960;p77">
              <a:extLst>
                <a:ext uri="{FF2B5EF4-FFF2-40B4-BE49-F238E27FC236}">
                  <a16:creationId xmlns:a16="http://schemas.microsoft.com/office/drawing/2014/main" id="{E3B7189F-F3F5-4E40-B87F-A89569354E24}"/>
                </a:ext>
              </a:extLst>
            </p:cNvPr>
            <p:cNvSpPr/>
            <p:nvPr/>
          </p:nvSpPr>
          <p:spPr>
            <a:xfrm>
              <a:off x="6268658" y="3367351"/>
              <a:ext cx="406464" cy="174208"/>
            </a:xfrm>
            <a:custGeom>
              <a:avLst/>
              <a:gdLst/>
              <a:ahLst/>
              <a:cxnLst/>
              <a:rect l="l" t="t" r="r" b="b"/>
              <a:pathLst>
                <a:path w="12800" h="5486" extrusionOk="0">
                  <a:moveTo>
                    <a:pt x="10419" y="1616"/>
                  </a:moveTo>
                  <a:lnTo>
                    <a:pt x="10419" y="3009"/>
                  </a:lnTo>
                  <a:lnTo>
                    <a:pt x="9573" y="3009"/>
                  </a:lnTo>
                  <a:lnTo>
                    <a:pt x="9573" y="1616"/>
                  </a:lnTo>
                  <a:close/>
                  <a:moveTo>
                    <a:pt x="12395" y="402"/>
                  </a:moveTo>
                  <a:lnTo>
                    <a:pt x="12395" y="414"/>
                  </a:lnTo>
                  <a:lnTo>
                    <a:pt x="12395" y="4224"/>
                  </a:lnTo>
                  <a:lnTo>
                    <a:pt x="12383" y="4236"/>
                  </a:lnTo>
                  <a:lnTo>
                    <a:pt x="10835" y="3807"/>
                  </a:lnTo>
                  <a:lnTo>
                    <a:pt x="10823" y="3795"/>
                  </a:lnTo>
                  <a:lnTo>
                    <a:pt x="10823" y="3224"/>
                  </a:lnTo>
                  <a:lnTo>
                    <a:pt x="10823" y="1414"/>
                  </a:lnTo>
                  <a:lnTo>
                    <a:pt x="10823" y="842"/>
                  </a:lnTo>
                  <a:cubicBezTo>
                    <a:pt x="10823" y="842"/>
                    <a:pt x="10823" y="831"/>
                    <a:pt x="10835" y="831"/>
                  </a:cubicBezTo>
                  <a:lnTo>
                    <a:pt x="12383" y="402"/>
                  </a:lnTo>
                  <a:close/>
                  <a:moveTo>
                    <a:pt x="12362" y="0"/>
                  </a:moveTo>
                  <a:cubicBezTo>
                    <a:pt x="12330" y="0"/>
                    <a:pt x="12297" y="3"/>
                    <a:pt x="12264" y="9"/>
                  </a:cubicBezTo>
                  <a:lnTo>
                    <a:pt x="10716" y="438"/>
                  </a:lnTo>
                  <a:cubicBezTo>
                    <a:pt x="10538" y="485"/>
                    <a:pt x="10407" y="664"/>
                    <a:pt x="10407" y="842"/>
                  </a:cubicBezTo>
                  <a:lnTo>
                    <a:pt x="10407" y="1212"/>
                  </a:lnTo>
                  <a:lnTo>
                    <a:pt x="9549" y="1212"/>
                  </a:lnTo>
                  <a:lnTo>
                    <a:pt x="9549" y="914"/>
                  </a:lnTo>
                  <a:cubicBezTo>
                    <a:pt x="9549" y="819"/>
                    <a:pt x="9466" y="711"/>
                    <a:pt x="9347" y="711"/>
                  </a:cubicBezTo>
                  <a:cubicBezTo>
                    <a:pt x="9228" y="711"/>
                    <a:pt x="9133" y="795"/>
                    <a:pt x="9133" y="914"/>
                  </a:cubicBezTo>
                  <a:lnTo>
                    <a:pt x="9133" y="1414"/>
                  </a:lnTo>
                  <a:lnTo>
                    <a:pt x="9133" y="3224"/>
                  </a:lnTo>
                  <a:lnTo>
                    <a:pt x="9133" y="4986"/>
                  </a:lnTo>
                  <a:cubicBezTo>
                    <a:pt x="9133" y="5045"/>
                    <a:pt x="9085" y="5081"/>
                    <a:pt x="9026" y="5081"/>
                  </a:cubicBezTo>
                  <a:lnTo>
                    <a:pt x="513" y="5081"/>
                  </a:lnTo>
                  <a:cubicBezTo>
                    <a:pt x="453" y="5081"/>
                    <a:pt x="417" y="5045"/>
                    <a:pt x="417" y="4986"/>
                  </a:cubicBezTo>
                  <a:lnTo>
                    <a:pt x="417" y="1854"/>
                  </a:lnTo>
                  <a:cubicBezTo>
                    <a:pt x="417" y="1747"/>
                    <a:pt x="322" y="1652"/>
                    <a:pt x="203" y="1652"/>
                  </a:cubicBezTo>
                  <a:cubicBezTo>
                    <a:pt x="84" y="1652"/>
                    <a:pt x="1" y="1735"/>
                    <a:pt x="1" y="1854"/>
                  </a:cubicBezTo>
                  <a:lnTo>
                    <a:pt x="1" y="4986"/>
                  </a:lnTo>
                  <a:cubicBezTo>
                    <a:pt x="1" y="5260"/>
                    <a:pt x="215" y="5486"/>
                    <a:pt x="501" y="5486"/>
                  </a:cubicBezTo>
                  <a:lnTo>
                    <a:pt x="9014" y="5486"/>
                  </a:lnTo>
                  <a:cubicBezTo>
                    <a:pt x="9299" y="5486"/>
                    <a:pt x="9526" y="5260"/>
                    <a:pt x="9526" y="4986"/>
                  </a:cubicBezTo>
                  <a:lnTo>
                    <a:pt x="9526" y="3414"/>
                  </a:lnTo>
                  <a:lnTo>
                    <a:pt x="10371" y="3414"/>
                  </a:lnTo>
                  <a:lnTo>
                    <a:pt x="10371" y="3795"/>
                  </a:lnTo>
                  <a:cubicBezTo>
                    <a:pt x="10371" y="3986"/>
                    <a:pt x="10502" y="4152"/>
                    <a:pt x="10681" y="4188"/>
                  </a:cubicBezTo>
                  <a:lnTo>
                    <a:pt x="12228" y="4629"/>
                  </a:lnTo>
                  <a:cubicBezTo>
                    <a:pt x="12264" y="4641"/>
                    <a:pt x="12300" y="4641"/>
                    <a:pt x="12347" y="4641"/>
                  </a:cubicBezTo>
                  <a:cubicBezTo>
                    <a:pt x="12443" y="4641"/>
                    <a:pt x="12526" y="4605"/>
                    <a:pt x="12597" y="4545"/>
                  </a:cubicBezTo>
                  <a:cubicBezTo>
                    <a:pt x="12705" y="4474"/>
                    <a:pt x="12764" y="4343"/>
                    <a:pt x="12764" y="4224"/>
                  </a:cubicBezTo>
                  <a:lnTo>
                    <a:pt x="12764" y="426"/>
                  </a:lnTo>
                  <a:cubicBezTo>
                    <a:pt x="12800" y="283"/>
                    <a:pt x="12740" y="164"/>
                    <a:pt x="12633" y="80"/>
                  </a:cubicBezTo>
                  <a:cubicBezTo>
                    <a:pt x="12553" y="27"/>
                    <a:pt x="12459" y="0"/>
                    <a:pt x="12362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93" name="Google Shape;2600;p64">
            <a:extLst>
              <a:ext uri="{FF2B5EF4-FFF2-40B4-BE49-F238E27FC236}">
                <a16:creationId xmlns:a16="http://schemas.microsoft.com/office/drawing/2014/main" id="{A8169308-5CE4-46EF-AC2F-E981D8875890}"/>
              </a:ext>
            </a:extLst>
          </p:cNvPr>
          <p:cNvGrpSpPr/>
          <p:nvPr/>
        </p:nvGrpSpPr>
        <p:grpSpPr>
          <a:xfrm>
            <a:off x="3754580" y="2607435"/>
            <a:ext cx="288387" cy="453319"/>
            <a:chOff x="1273600" y="3144712"/>
            <a:chExt cx="423814" cy="602023"/>
          </a:xfrm>
        </p:grpSpPr>
        <p:sp>
          <p:nvSpPr>
            <p:cNvPr id="194" name="Google Shape;2601;p64">
              <a:extLst>
                <a:ext uri="{FF2B5EF4-FFF2-40B4-BE49-F238E27FC236}">
                  <a16:creationId xmlns:a16="http://schemas.microsoft.com/office/drawing/2014/main" id="{D26CF24E-C45A-4FEF-8AD9-F45B5A04FE0B}"/>
                </a:ext>
              </a:extLst>
            </p:cNvPr>
            <p:cNvSpPr/>
            <p:nvPr/>
          </p:nvSpPr>
          <p:spPr>
            <a:xfrm>
              <a:off x="1353932" y="3192705"/>
              <a:ext cx="160398" cy="60796"/>
            </a:xfrm>
            <a:custGeom>
              <a:avLst/>
              <a:gdLst/>
              <a:ahLst/>
              <a:cxnLst/>
              <a:rect l="l" t="t" r="r" b="b"/>
              <a:pathLst>
                <a:path w="4836" h="1833" extrusionOk="0">
                  <a:moveTo>
                    <a:pt x="3124" y="0"/>
                  </a:moveTo>
                  <a:cubicBezTo>
                    <a:pt x="1961" y="0"/>
                    <a:pt x="857" y="507"/>
                    <a:pt x="96" y="1394"/>
                  </a:cubicBezTo>
                  <a:cubicBezTo>
                    <a:pt x="1" y="1505"/>
                    <a:pt x="14" y="1673"/>
                    <a:pt x="125" y="1768"/>
                  </a:cubicBezTo>
                  <a:cubicBezTo>
                    <a:pt x="175" y="1811"/>
                    <a:pt x="237" y="1833"/>
                    <a:pt x="299" y="1833"/>
                  </a:cubicBezTo>
                  <a:cubicBezTo>
                    <a:pt x="374" y="1833"/>
                    <a:pt x="447" y="1801"/>
                    <a:pt x="500" y="1740"/>
                  </a:cubicBezTo>
                  <a:cubicBezTo>
                    <a:pt x="1160" y="972"/>
                    <a:pt x="2116" y="531"/>
                    <a:pt x="3124" y="531"/>
                  </a:cubicBezTo>
                  <a:cubicBezTo>
                    <a:pt x="3577" y="531"/>
                    <a:pt x="4017" y="618"/>
                    <a:pt x="4433" y="789"/>
                  </a:cubicBezTo>
                  <a:cubicBezTo>
                    <a:pt x="4466" y="802"/>
                    <a:pt x="4500" y="809"/>
                    <a:pt x="4534" y="809"/>
                  </a:cubicBezTo>
                  <a:cubicBezTo>
                    <a:pt x="4638" y="809"/>
                    <a:pt x="4738" y="747"/>
                    <a:pt x="4780" y="644"/>
                  </a:cubicBezTo>
                  <a:cubicBezTo>
                    <a:pt x="4836" y="507"/>
                    <a:pt x="4771" y="352"/>
                    <a:pt x="4635" y="297"/>
                  </a:cubicBezTo>
                  <a:cubicBezTo>
                    <a:pt x="4155" y="100"/>
                    <a:pt x="3647" y="0"/>
                    <a:pt x="31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5" name="Google Shape;2602;p64">
              <a:extLst>
                <a:ext uri="{FF2B5EF4-FFF2-40B4-BE49-F238E27FC236}">
                  <a16:creationId xmlns:a16="http://schemas.microsoft.com/office/drawing/2014/main" id="{E83283E4-D098-4AE5-B155-036197FBC629}"/>
                </a:ext>
              </a:extLst>
            </p:cNvPr>
            <p:cNvSpPr/>
            <p:nvPr/>
          </p:nvSpPr>
          <p:spPr>
            <a:xfrm>
              <a:off x="1579637" y="3562689"/>
              <a:ext cx="56451" cy="56484"/>
            </a:xfrm>
            <a:custGeom>
              <a:avLst/>
              <a:gdLst/>
              <a:ahLst/>
              <a:cxnLst/>
              <a:rect l="l" t="t" r="r" b="b"/>
              <a:pathLst>
                <a:path w="1702" h="1703" extrusionOk="0">
                  <a:moveTo>
                    <a:pt x="1170" y="532"/>
                  </a:moveTo>
                  <a:lnTo>
                    <a:pt x="1170" y="1170"/>
                  </a:lnTo>
                  <a:lnTo>
                    <a:pt x="531" y="1170"/>
                  </a:lnTo>
                  <a:lnTo>
                    <a:pt x="531" y="532"/>
                  </a:lnTo>
                  <a:close/>
                  <a:moveTo>
                    <a:pt x="266" y="1"/>
                  </a:moveTo>
                  <a:cubicBezTo>
                    <a:pt x="119" y="1"/>
                    <a:pt x="0" y="120"/>
                    <a:pt x="0" y="267"/>
                  </a:cubicBezTo>
                  <a:lnTo>
                    <a:pt x="0" y="1436"/>
                  </a:lnTo>
                  <a:cubicBezTo>
                    <a:pt x="0" y="1583"/>
                    <a:pt x="119" y="1702"/>
                    <a:pt x="266" y="1702"/>
                  </a:cubicBezTo>
                  <a:lnTo>
                    <a:pt x="1435" y="1702"/>
                  </a:lnTo>
                  <a:cubicBezTo>
                    <a:pt x="1582" y="1702"/>
                    <a:pt x="1701" y="1583"/>
                    <a:pt x="1701" y="1436"/>
                  </a:cubicBezTo>
                  <a:lnTo>
                    <a:pt x="1701" y="267"/>
                  </a:lnTo>
                  <a:cubicBezTo>
                    <a:pt x="1701" y="120"/>
                    <a:pt x="1582" y="1"/>
                    <a:pt x="14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6" name="Google Shape;2603;p64">
              <a:extLst>
                <a:ext uri="{FF2B5EF4-FFF2-40B4-BE49-F238E27FC236}">
                  <a16:creationId xmlns:a16="http://schemas.microsoft.com/office/drawing/2014/main" id="{363155CF-6858-4871-90C2-4DB3845789CF}"/>
                </a:ext>
              </a:extLst>
            </p:cNvPr>
            <p:cNvSpPr/>
            <p:nvPr/>
          </p:nvSpPr>
          <p:spPr>
            <a:xfrm>
              <a:off x="1273600" y="3144712"/>
              <a:ext cx="423814" cy="602023"/>
            </a:xfrm>
            <a:custGeom>
              <a:avLst/>
              <a:gdLst/>
              <a:ahLst/>
              <a:cxnLst/>
              <a:rect l="l" t="t" r="r" b="b"/>
              <a:pathLst>
                <a:path w="12778" h="18151" extrusionOk="0">
                  <a:moveTo>
                    <a:pt x="5541" y="533"/>
                  </a:moveTo>
                  <a:cubicBezTo>
                    <a:pt x="5612" y="533"/>
                    <a:pt x="5684" y="534"/>
                    <a:pt x="5756" y="538"/>
                  </a:cubicBezTo>
                  <a:cubicBezTo>
                    <a:pt x="8457" y="654"/>
                    <a:pt x="10560" y="2945"/>
                    <a:pt x="10444" y="5647"/>
                  </a:cubicBezTo>
                  <a:cubicBezTo>
                    <a:pt x="10407" y="6491"/>
                    <a:pt x="10153" y="7312"/>
                    <a:pt x="9710" y="8024"/>
                  </a:cubicBezTo>
                  <a:cubicBezTo>
                    <a:pt x="9655" y="8017"/>
                    <a:pt x="9601" y="8013"/>
                    <a:pt x="9544" y="8013"/>
                  </a:cubicBezTo>
                  <a:cubicBezTo>
                    <a:pt x="9140" y="8013"/>
                    <a:pt x="8779" y="8204"/>
                    <a:pt x="8548" y="8501"/>
                  </a:cubicBezTo>
                  <a:cubicBezTo>
                    <a:pt x="8486" y="8421"/>
                    <a:pt x="8414" y="8349"/>
                    <a:pt x="8335" y="8285"/>
                  </a:cubicBezTo>
                  <a:cubicBezTo>
                    <a:pt x="9075" y="7562"/>
                    <a:pt x="9535" y="6551"/>
                    <a:pt x="9535" y="5436"/>
                  </a:cubicBezTo>
                  <a:cubicBezTo>
                    <a:pt x="9535" y="4825"/>
                    <a:pt x="9401" y="4239"/>
                    <a:pt x="9135" y="3693"/>
                  </a:cubicBezTo>
                  <a:cubicBezTo>
                    <a:pt x="9088" y="3599"/>
                    <a:pt x="8994" y="3544"/>
                    <a:pt x="8895" y="3544"/>
                  </a:cubicBezTo>
                  <a:cubicBezTo>
                    <a:pt x="8856" y="3544"/>
                    <a:pt x="8816" y="3552"/>
                    <a:pt x="8778" y="3571"/>
                  </a:cubicBezTo>
                  <a:cubicBezTo>
                    <a:pt x="8647" y="3635"/>
                    <a:pt x="8593" y="3794"/>
                    <a:pt x="8656" y="3926"/>
                  </a:cubicBezTo>
                  <a:cubicBezTo>
                    <a:pt x="8887" y="4399"/>
                    <a:pt x="9004" y="4906"/>
                    <a:pt x="9004" y="5436"/>
                  </a:cubicBezTo>
                  <a:cubicBezTo>
                    <a:pt x="9004" y="6474"/>
                    <a:pt x="8543" y="7408"/>
                    <a:pt x="7816" y="8041"/>
                  </a:cubicBezTo>
                  <a:cubicBezTo>
                    <a:pt x="7731" y="8024"/>
                    <a:pt x="7643" y="8013"/>
                    <a:pt x="7552" y="8013"/>
                  </a:cubicBezTo>
                  <a:cubicBezTo>
                    <a:pt x="7302" y="8013"/>
                    <a:pt x="7067" y="8085"/>
                    <a:pt x="6869" y="8213"/>
                  </a:cubicBezTo>
                  <a:lnTo>
                    <a:pt x="6869" y="5483"/>
                  </a:lnTo>
                  <a:cubicBezTo>
                    <a:pt x="6869" y="4774"/>
                    <a:pt x="6291" y="4196"/>
                    <a:pt x="5580" y="4196"/>
                  </a:cubicBezTo>
                  <a:cubicBezTo>
                    <a:pt x="4870" y="4196"/>
                    <a:pt x="4292" y="4773"/>
                    <a:pt x="4292" y="5483"/>
                  </a:cubicBezTo>
                  <a:lnTo>
                    <a:pt x="4292" y="7006"/>
                  </a:lnTo>
                  <a:cubicBezTo>
                    <a:pt x="3830" y="6637"/>
                    <a:pt x="3535" y="6071"/>
                    <a:pt x="3535" y="5436"/>
                  </a:cubicBezTo>
                  <a:cubicBezTo>
                    <a:pt x="3535" y="4327"/>
                    <a:pt x="4437" y="3425"/>
                    <a:pt x="5546" y="3425"/>
                  </a:cubicBezTo>
                  <a:cubicBezTo>
                    <a:pt x="6655" y="3425"/>
                    <a:pt x="7558" y="4327"/>
                    <a:pt x="7558" y="5436"/>
                  </a:cubicBezTo>
                  <a:cubicBezTo>
                    <a:pt x="7558" y="5809"/>
                    <a:pt x="7455" y="6173"/>
                    <a:pt x="7260" y="6490"/>
                  </a:cubicBezTo>
                  <a:cubicBezTo>
                    <a:pt x="7182" y="6615"/>
                    <a:pt x="7221" y="6778"/>
                    <a:pt x="7346" y="6855"/>
                  </a:cubicBezTo>
                  <a:cubicBezTo>
                    <a:pt x="7390" y="6882"/>
                    <a:pt x="7438" y="6895"/>
                    <a:pt x="7485" y="6895"/>
                  </a:cubicBezTo>
                  <a:cubicBezTo>
                    <a:pt x="7574" y="6895"/>
                    <a:pt x="7661" y="6850"/>
                    <a:pt x="7712" y="6769"/>
                  </a:cubicBezTo>
                  <a:cubicBezTo>
                    <a:pt x="7959" y="6368"/>
                    <a:pt x="8089" y="5907"/>
                    <a:pt x="8089" y="5436"/>
                  </a:cubicBezTo>
                  <a:cubicBezTo>
                    <a:pt x="8089" y="4034"/>
                    <a:pt x="6949" y="2893"/>
                    <a:pt x="5546" y="2893"/>
                  </a:cubicBezTo>
                  <a:cubicBezTo>
                    <a:pt x="4144" y="2893"/>
                    <a:pt x="3003" y="4034"/>
                    <a:pt x="3003" y="5436"/>
                  </a:cubicBezTo>
                  <a:cubicBezTo>
                    <a:pt x="3003" y="6383"/>
                    <a:pt x="3522" y="7209"/>
                    <a:pt x="4292" y="7648"/>
                  </a:cubicBezTo>
                  <a:lnTo>
                    <a:pt x="4292" y="8658"/>
                  </a:lnTo>
                  <a:cubicBezTo>
                    <a:pt x="3004" y="8154"/>
                    <a:pt x="2089" y="6900"/>
                    <a:pt x="2089" y="5436"/>
                  </a:cubicBezTo>
                  <a:cubicBezTo>
                    <a:pt x="2089" y="5289"/>
                    <a:pt x="1970" y="5170"/>
                    <a:pt x="1823" y="5170"/>
                  </a:cubicBezTo>
                  <a:cubicBezTo>
                    <a:pt x="1676" y="5170"/>
                    <a:pt x="1557" y="5289"/>
                    <a:pt x="1557" y="5436"/>
                  </a:cubicBezTo>
                  <a:cubicBezTo>
                    <a:pt x="1557" y="7197"/>
                    <a:pt x="2705" y="8695"/>
                    <a:pt x="4292" y="9222"/>
                  </a:cubicBezTo>
                  <a:lnTo>
                    <a:pt x="4292" y="10177"/>
                  </a:lnTo>
                  <a:cubicBezTo>
                    <a:pt x="2113" y="9602"/>
                    <a:pt x="545" y="7568"/>
                    <a:pt x="646" y="5225"/>
                  </a:cubicBezTo>
                  <a:cubicBezTo>
                    <a:pt x="758" y="2595"/>
                    <a:pt x="2934" y="533"/>
                    <a:pt x="5541" y="533"/>
                  </a:cubicBezTo>
                  <a:close/>
                  <a:moveTo>
                    <a:pt x="12246" y="13134"/>
                  </a:moveTo>
                  <a:lnTo>
                    <a:pt x="12246" y="13772"/>
                  </a:lnTo>
                  <a:lnTo>
                    <a:pt x="11607" y="13772"/>
                  </a:lnTo>
                  <a:lnTo>
                    <a:pt x="11607" y="13134"/>
                  </a:lnTo>
                  <a:close/>
                  <a:moveTo>
                    <a:pt x="8132" y="13225"/>
                  </a:moveTo>
                  <a:cubicBezTo>
                    <a:pt x="8288" y="13225"/>
                    <a:pt x="8414" y="13351"/>
                    <a:pt x="8414" y="13508"/>
                  </a:cubicBezTo>
                  <a:cubicBezTo>
                    <a:pt x="8414" y="13664"/>
                    <a:pt x="8288" y="13792"/>
                    <a:pt x="8132" y="13792"/>
                  </a:cubicBezTo>
                  <a:cubicBezTo>
                    <a:pt x="7974" y="13791"/>
                    <a:pt x="7848" y="13664"/>
                    <a:pt x="7848" y="13508"/>
                  </a:cubicBezTo>
                  <a:cubicBezTo>
                    <a:pt x="7848" y="13351"/>
                    <a:pt x="7974" y="13225"/>
                    <a:pt x="8132" y="13225"/>
                  </a:cubicBezTo>
                  <a:close/>
                  <a:moveTo>
                    <a:pt x="2381" y="11002"/>
                  </a:moveTo>
                  <a:cubicBezTo>
                    <a:pt x="2627" y="11002"/>
                    <a:pt x="2859" y="11099"/>
                    <a:pt x="3033" y="11273"/>
                  </a:cubicBezTo>
                  <a:lnTo>
                    <a:pt x="4292" y="12531"/>
                  </a:lnTo>
                  <a:lnTo>
                    <a:pt x="4292" y="15141"/>
                  </a:lnTo>
                  <a:lnTo>
                    <a:pt x="1729" y="12577"/>
                  </a:lnTo>
                  <a:cubicBezTo>
                    <a:pt x="1368" y="12218"/>
                    <a:pt x="1368" y="11633"/>
                    <a:pt x="1729" y="11273"/>
                  </a:cubicBezTo>
                  <a:cubicBezTo>
                    <a:pt x="1902" y="11099"/>
                    <a:pt x="2134" y="11002"/>
                    <a:pt x="2381" y="11002"/>
                  </a:cubicBezTo>
                  <a:close/>
                  <a:moveTo>
                    <a:pt x="7101" y="15250"/>
                  </a:moveTo>
                  <a:cubicBezTo>
                    <a:pt x="7258" y="15250"/>
                    <a:pt x="7384" y="15377"/>
                    <a:pt x="7384" y="15533"/>
                  </a:cubicBezTo>
                  <a:cubicBezTo>
                    <a:pt x="7384" y="15689"/>
                    <a:pt x="7258" y="15817"/>
                    <a:pt x="7101" y="15817"/>
                  </a:cubicBezTo>
                  <a:cubicBezTo>
                    <a:pt x="6945" y="15817"/>
                    <a:pt x="6817" y="15689"/>
                    <a:pt x="6817" y="15533"/>
                  </a:cubicBezTo>
                  <a:cubicBezTo>
                    <a:pt x="6817" y="15377"/>
                    <a:pt x="6945" y="15250"/>
                    <a:pt x="7101" y="15250"/>
                  </a:cubicBezTo>
                  <a:close/>
                  <a:moveTo>
                    <a:pt x="5580" y="4727"/>
                  </a:moveTo>
                  <a:cubicBezTo>
                    <a:pt x="5997" y="4727"/>
                    <a:pt x="6337" y="5067"/>
                    <a:pt x="6337" y="5483"/>
                  </a:cubicBezTo>
                  <a:lnTo>
                    <a:pt x="6337" y="8973"/>
                  </a:lnTo>
                  <a:cubicBezTo>
                    <a:pt x="6337" y="9104"/>
                    <a:pt x="6432" y="9216"/>
                    <a:pt x="6562" y="9236"/>
                  </a:cubicBezTo>
                  <a:cubicBezTo>
                    <a:pt x="6575" y="9238"/>
                    <a:pt x="6589" y="9239"/>
                    <a:pt x="6602" y="9239"/>
                  </a:cubicBezTo>
                  <a:cubicBezTo>
                    <a:pt x="6717" y="9239"/>
                    <a:pt x="6820" y="9166"/>
                    <a:pt x="6855" y="9053"/>
                  </a:cubicBezTo>
                  <a:cubicBezTo>
                    <a:pt x="6952" y="8748"/>
                    <a:pt x="7232" y="8544"/>
                    <a:pt x="7551" y="8544"/>
                  </a:cubicBezTo>
                  <a:cubicBezTo>
                    <a:pt x="7955" y="8544"/>
                    <a:pt x="8282" y="8872"/>
                    <a:pt x="8282" y="9274"/>
                  </a:cubicBezTo>
                  <a:cubicBezTo>
                    <a:pt x="8282" y="9421"/>
                    <a:pt x="8402" y="9540"/>
                    <a:pt x="8548" y="9540"/>
                  </a:cubicBezTo>
                  <a:cubicBezTo>
                    <a:pt x="8695" y="9540"/>
                    <a:pt x="8814" y="9421"/>
                    <a:pt x="8814" y="9274"/>
                  </a:cubicBezTo>
                  <a:cubicBezTo>
                    <a:pt x="8814" y="8872"/>
                    <a:pt x="9142" y="8544"/>
                    <a:pt x="9544" y="8544"/>
                  </a:cubicBezTo>
                  <a:cubicBezTo>
                    <a:pt x="9915" y="8544"/>
                    <a:pt x="10226" y="8821"/>
                    <a:pt x="10269" y="9189"/>
                  </a:cubicBezTo>
                  <a:cubicBezTo>
                    <a:pt x="10285" y="9320"/>
                    <a:pt x="10394" y="9421"/>
                    <a:pt x="10527" y="9424"/>
                  </a:cubicBezTo>
                  <a:cubicBezTo>
                    <a:pt x="10530" y="9424"/>
                    <a:pt x="10532" y="9424"/>
                    <a:pt x="10535" y="9424"/>
                  </a:cubicBezTo>
                  <a:cubicBezTo>
                    <a:pt x="10664" y="9424"/>
                    <a:pt x="10774" y="9331"/>
                    <a:pt x="10796" y="9203"/>
                  </a:cubicBezTo>
                  <a:cubicBezTo>
                    <a:pt x="10855" y="8850"/>
                    <a:pt x="11157" y="8594"/>
                    <a:pt x="11515" y="8594"/>
                  </a:cubicBezTo>
                  <a:cubicBezTo>
                    <a:pt x="11917" y="8594"/>
                    <a:pt x="12246" y="8923"/>
                    <a:pt x="12246" y="9325"/>
                  </a:cubicBezTo>
                  <a:lnTo>
                    <a:pt x="12246" y="10960"/>
                  </a:lnTo>
                  <a:lnTo>
                    <a:pt x="11442" y="10960"/>
                  </a:lnTo>
                  <a:cubicBezTo>
                    <a:pt x="11296" y="10960"/>
                    <a:pt x="11177" y="11079"/>
                    <a:pt x="11177" y="11225"/>
                  </a:cubicBezTo>
                  <a:cubicBezTo>
                    <a:pt x="11177" y="11372"/>
                    <a:pt x="11296" y="11491"/>
                    <a:pt x="11442" y="11491"/>
                  </a:cubicBezTo>
                  <a:lnTo>
                    <a:pt x="12246" y="11491"/>
                  </a:lnTo>
                  <a:lnTo>
                    <a:pt x="12246" y="12603"/>
                  </a:lnTo>
                  <a:lnTo>
                    <a:pt x="11341" y="12603"/>
                  </a:lnTo>
                  <a:cubicBezTo>
                    <a:pt x="11194" y="12603"/>
                    <a:pt x="11075" y="12722"/>
                    <a:pt x="11075" y="12869"/>
                  </a:cubicBezTo>
                  <a:lnTo>
                    <a:pt x="11075" y="14038"/>
                  </a:lnTo>
                  <a:cubicBezTo>
                    <a:pt x="11075" y="14185"/>
                    <a:pt x="11194" y="14304"/>
                    <a:pt x="11341" y="14304"/>
                  </a:cubicBezTo>
                  <a:lnTo>
                    <a:pt x="12246" y="14304"/>
                  </a:lnTo>
                  <a:lnTo>
                    <a:pt x="12246" y="15267"/>
                  </a:lnTo>
                  <a:lnTo>
                    <a:pt x="7872" y="15267"/>
                  </a:lnTo>
                  <a:cubicBezTo>
                    <a:pt x="7761" y="14948"/>
                    <a:pt x="7458" y="14718"/>
                    <a:pt x="7101" y="14718"/>
                  </a:cubicBezTo>
                  <a:cubicBezTo>
                    <a:pt x="6652" y="14718"/>
                    <a:pt x="6286" y="15083"/>
                    <a:pt x="6286" y="15533"/>
                  </a:cubicBezTo>
                  <a:cubicBezTo>
                    <a:pt x="6286" y="15982"/>
                    <a:pt x="6652" y="16348"/>
                    <a:pt x="7101" y="16348"/>
                  </a:cubicBezTo>
                  <a:cubicBezTo>
                    <a:pt x="7458" y="16348"/>
                    <a:pt x="7761" y="16117"/>
                    <a:pt x="7872" y="15799"/>
                  </a:cubicBezTo>
                  <a:lnTo>
                    <a:pt x="12220" y="15799"/>
                  </a:lnTo>
                  <a:cubicBezTo>
                    <a:pt x="12062" y="16828"/>
                    <a:pt x="11171" y="17618"/>
                    <a:pt x="10099" y="17618"/>
                  </a:cubicBezTo>
                  <a:lnTo>
                    <a:pt x="6970" y="17618"/>
                  </a:lnTo>
                  <a:cubicBezTo>
                    <a:pt x="5786" y="17618"/>
                    <a:pt x="4823" y="16655"/>
                    <a:pt x="4823" y="15472"/>
                  </a:cubicBezTo>
                  <a:lnTo>
                    <a:pt x="4823" y="13773"/>
                  </a:lnTo>
                  <a:lnTo>
                    <a:pt x="7360" y="13773"/>
                  </a:lnTo>
                  <a:cubicBezTo>
                    <a:pt x="7471" y="14093"/>
                    <a:pt x="7774" y="14323"/>
                    <a:pt x="8130" y="14323"/>
                  </a:cubicBezTo>
                  <a:cubicBezTo>
                    <a:pt x="8580" y="14323"/>
                    <a:pt x="8946" y="13957"/>
                    <a:pt x="8946" y="13507"/>
                  </a:cubicBezTo>
                  <a:cubicBezTo>
                    <a:pt x="8946" y="13059"/>
                    <a:pt x="8580" y="12692"/>
                    <a:pt x="8130" y="12692"/>
                  </a:cubicBezTo>
                  <a:cubicBezTo>
                    <a:pt x="7774" y="12692"/>
                    <a:pt x="7471" y="12922"/>
                    <a:pt x="7360" y="13241"/>
                  </a:cubicBezTo>
                  <a:lnTo>
                    <a:pt x="4823" y="13241"/>
                  </a:lnTo>
                  <a:lnTo>
                    <a:pt x="4823" y="11491"/>
                  </a:lnTo>
                  <a:lnTo>
                    <a:pt x="9706" y="11491"/>
                  </a:lnTo>
                  <a:cubicBezTo>
                    <a:pt x="9852" y="11491"/>
                    <a:pt x="9971" y="11372"/>
                    <a:pt x="9971" y="11225"/>
                  </a:cubicBezTo>
                  <a:cubicBezTo>
                    <a:pt x="9971" y="11078"/>
                    <a:pt x="9852" y="10959"/>
                    <a:pt x="9706" y="10959"/>
                  </a:cubicBezTo>
                  <a:lnTo>
                    <a:pt x="4823" y="10959"/>
                  </a:lnTo>
                  <a:lnTo>
                    <a:pt x="4823" y="5483"/>
                  </a:lnTo>
                  <a:cubicBezTo>
                    <a:pt x="4823" y="5066"/>
                    <a:pt x="5163" y="4727"/>
                    <a:pt x="5580" y="4727"/>
                  </a:cubicBezTo>
                  <a:close/>
                  <a:moveTo>
                    <a:pt x="5542" y="1"/>
                  </a:moveTo>
                  <a:cubicBezTo>
                    <a:pt x="2651" y="1"/>
                    <a:pt x="240" y="2287"/>
                    <a:pt x="114" y="5202"/>
                  </a:cubicBezTo>
                  <a:cubicBezTo>
                    <a:pt x="1" y="7847"/>
                    <a:pt x="1806" y="10137"/>
                    <a:pt x="4292" y="10725"/>
                  </a:cubicBezTo>
                  <a:lnTo>
                    <a:pt x="4292" y="11779"/>
                  </a:lnTo>
                  <a:lnTo>
                    <a:pt x="3409" y="10896"/>
                  </a:lnTo>
                  <a:cubicBezTo>
                    <a:pt x="3134" y="10622"/>
                    <a:pt x="2769" y="10470"/>
                    <a:pt x="2381" y="10470"/>
                  </a:cubicBezTo>
                  <a:cubicBezTo>
                    <a:pt x="1992" y="10470"/>
                    <a:pt x="1627" y="10622"/>
                    <a:pt x="1352" y="10896"/>
                  </a:cubicBezTo>
                  <a:cubicBezTo>
                    <a:pt x="785" y="11463"/>
                    <a:pt x="785" y="12386"/>
                    <a:pt x="1352" y="12953"/>
                  </a:cubicBezTo>
                  <a:lnTo>
                    <a:pt x="4333" y="15934"/>
                  </a:lnTo>
                  <a:cubicBezTo>
                    <a:pt x="4551" y="17191"/>
                    <a:pt x="5651" y="18150"/>
                    <a:pt x="6970" y="18150"/>
                  </a:cubicBezTo>
                  <a:lnTo>
                    <a:pt x="10098" y="18150"/>
                  </a:lnTo>
                  <a:cubicBezTo>
                    <a:pt x="11575" y="18150"/>
                    <a:pt x="12776" y="16948"/>
                    <a:pt x="12776" y="15472"/>
                  </a:cubicBezTo>
                  <a:lnTo>
                    <a:pt x="12776" y="9325"/>
                  </a:lnTo>
                  <a:cubicBezTo>
                    <a:pt x="12778" y="8629"/>
                    <a:pt x="12211" y="8064"/>
                    <a:pt x="11515" y="8064"/>
                  </a:cubicBezTo>
                  <a:cubicBezTo>
                    <a:pt x="11130" y="8064"/>
                    <a:pt x="10782" y="8235"/>
                    <a:pt x="10549" y="8511"/>
                  </a:cubicBezTo>
                  <a:cubicBezTo>
                    <a:pt x="10458" y="8391"/>
                    <a:pt x="10346" y="8289"/>
                    <a:pt x="10220" y="8209"/>
                  </a:cubicBezTo>
                  <a:cubicBezTo>
                    <a:pt x="10675" y="7441"/>
                    <a:pt x="10936" y="6567"/>
                    <a:pt x="10975" y="5669"/>
                  </a:cubicBezTo>
                  <a:cubicBezTo>
                    <a:pt x="11103" y="2675"/>
                    <a:pt x="8772" y="135"/>
                    <a:pt x="5778" y="6"/>
                  </a:cubicBezTo>
                  <a:cubicBezTo>
                    <a:pt x="5699" y="2"/>
                    <a:pt x="5621" y="1"/>
                    <a:pt x="554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97" name="Google Shape;10961;p77">
            <a:extLst>
              <a:ext uri="{FF2B5EF4-FFF2-40B4-BE49-F238E27FC236}">
                <a16:creationId xmlns:a16="http://schemas.microsoft.com/office/drawing/2014/main" id="{E2C8EBEB-FB82-498F-8579-0E2C23FBAD4D}"/>
              </a:ext>
            </a:extLst>
          </p:cNvPr>
          <p:cNvGrpSpPr/>
          <p:nvPr/>
        </p:nvGrpSpPr>
        <p:grpSpPr>
          <a:xfrm>
            <a:off x="3716531" y="3437913"/>
            <a:ext cx="364484" cy="364897"/>
            <a:chOff x="865862" y="3207306"/>
            <a:chExt cx="364484" cy="364897"/>
          </a:xfrm>
        </p:grpSpPr>
        <p:sp>
          <p:nvSpPr>
            <p:cNvPr id="198" name="Google Shape;10962;p77">
              <a:extLst>
                <a:ext uri="{FF2B5EF4-FFF2-40B4-BE49-F238E27FC236}">
                  <a16:creationId xmlns:a16="http://schemas.microsoft.com/office/drawing/2014/main" id="{A1E0029F-531A-448A-82AC-49544C924B7D}"/>
                </a:ext>
              </a:extLst>
            </p:cNvPr>
            <p:cNvSpPr/>
            <p:nvPr/>
          </p:nvSpPr>
          <p:spPr>
            <a:xfrm>
              <a:off x="928229" y="3269323"/>
              <a:ext cx="240131" cy="240100"/>
            </a:xfrm>
            <a:custGeom>
              <a:avLst/>
              <a:gdLst/>
              <a:ahLst/>
              <a:cxnLst/>
              <a:rect l="l" t="t" r="r" b="b"/>
              <a:pathLst>
                <a:path w="7562" h="7561" extrusionOk="0">
                  <a:moveTo>
                    <a:pt x="3775" y="0"/>
                  </a:moveTo>
                  <a:cubicBezTo>
                    <a:pt x="1692" y="0"/>
                    <a:pt x="1" y="1703"/>
                    <a:pt x="1" y="3787"/>
                  </a:cubicBezTo>
                  <a:cubicBezTo>
                    <a:pt x="1" y="5870"/>
                    <a:pt x="1692" y="7561"/>
                    <a:pt x="3775" y="7561"/>
                  </a:cubicBezTo>
                  <a:cubicBezTo>
                    <a:pt x="4454" y="7561"/>
                    <a:pt x="5121" y="7382"/>
                    <a:pt x="5704" y="7037"/>
                  </a:cubicBezTo>
                  <a:cubicBezTo>
                    <a:pt x="5787" y="6977"/>
                    <a:pt x="5823" y="6858"/>
                    <a:pt x="5775" y="6775"/>
                  </a:cubicBezTo>
                  <a:cubicBezTo>
                    <a:pt x="5736" y="6720"/>
                    <a:pt x="5672" y="6691"/>
                    <a:pt x="5605" y="6691"/>
                  </a:cubicBezTo>
                  <a:cubicBezTo>
                    <a:pt x="5570" y="6691"/>
                    <a:pt x="5534" y="6699"/>
                    <a:pt x="5502" y="6716"/>
                  </a:cubicBezTo>
                  <a:cubicBezTo>
                    <a:pt x="4990" y="7025"/>
                    <a:pt x="4394" y="7192"/>
                    <a:pt x="3775" y="7192"/>
                  </a:cubicBezTo>
                  <a:cubicBezTo>
                    <a:pt x="1906" y="7192"/>
                    <a:pt x="382" y="5668"/>
                    <a:pt x="382" y="3798"/>
                  </a:cubicBezTo>
                  <a:cubicBezTo>
                    <a:pt x="382" y="1917"/>
                    <a:pt x="1906" y="405"/>
                    <a:pt x="3775" y="405"/>
                  </a:cubicBezTo>
                  <a:cubicBezTo>
                    <a:pt x="5656" y="405"/>
                    <a:pt x="7168" y="1917"/>
                    <a:pt x="7168" y="3798"/>
                  </a:cubicBezTo>
                  <a:cubicBezTo>
                    <a:pt x="7168" y="4775"/>
                    <a:pt x="6740" y="5715"/>
                    <a:pt x="6002" y="6358"/>
                  </a:cubicBezTo>
                  <a:cubicBezTo>
                    <a:pt x="5918" y="6430"/>
                    <a:pt x="5906" y="6549"/>
                    <a:pt x="5978" y="6620"/>
                  </a:cubicBezTo>
                  <a:cubicBezTo>
                    <a:pt x="6024" y="6667"/>
                    <a:pt x="6082" y="6691"/>
                    <a:pt x="6136" y="6691"/>
                  </a:cubicBezTo>
                  <a:cubicBezTo>
                    <a:pt x="6179" y="6691"/>
                    <a:pt x="6220" y="6676"/>
                    <a:pt x="6252" y="6644"/>
                  </a:cubicBezTo>
                  <a:cubicBezTo>
                    <a:pt x="7085" y="5930"/>
                    <a:pt x="7561" y="4882"/>
                    <a:pt x="7561" y="3787"/>
                  </a:cubicBezTo>
                  <a:cubicBezTo>
                    <a:pt x="7561" y="1703"/>
                    <a:pt x="5859" y="0"/>
                    <a:pt x="377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9" name="Google Shape;10963;p77">
              <a:extLst>
                <a:ext uri="{FF2B5EF4-FFF2-40B4-BE49-F238E27FC236}">
                  <a16:creationId xmlns:a16="http://schemas.microsoft.com/office/drawing/2014/main" id="{970B4AB7-3FE1-4B35-8B3F-D88AE1892531}"/>
                </a:ext>
              </a:extLst>
            </p:cNvPr>
            <p:cNvSpPr/>
            <p:nvPr/>
          </p:nvSpPr>
          <p:spPr>
            <a:xfrm>
              <a:off x="956205" y="3297681"/>
              <a:ext cx="184179" cy="184147"/>
            </a:xfrm>
            <a:custGeom>
              <a:avLst/>
              <a:gdLst/>
              <a:ahLst/>
              <a:cxnLst/>
              <a:rect l="l" t="t" r="r" b="b"/>
              <a:pathLst>
                <a:path w="5800" h="5799" extrusionOk="0">
                  <a:moveTo>
                    <a:pt x="2894" y="0"/>
                  </a:moveTo>
                  <a:cubicBezTo>
                    <a:pt x="1311" y="0"/>
                    <a:pt x="1" y="1298"/>
                    <a:pt x="1" y="2905"/>
                  </a:cubicBezTo>
                  <a:cubicBezTo>
                    <a:pt x="1" y="4501"/>
                    <a:pt x="1287" y="5799"/>
                    <a:pt x="2894" y="5799"/>
                  </a:cubicBezTo>
                  <a:cubicBezTo>
                    <a:pt x="4502" y="5799"/>
                    <a:pt x="5799" y="4513"/>
                    <a:pt x="5799" y="2905"/>
                  </a:cubicBezTo>
                  <a:cubicBezTo>
                    <a:pt x="5799" y="2322"/>
                    <a:pt x="5621" y="1751"/>
                    <a:pt x="5311" y="1286"/>
                  </a:cubicBezTo>
                  <a:cubicBezTo>
                    <a:pt x="5276" y="1229"/>
                    <a:pt x="5219" y="1202"/>
                    <a:pt x="5159" y="1202"/>
                  </a:cubicBezTo>
                  <a:cubicBezTo>
                    <a:pt x="5118" y="1202"/>
                    <a:pt x="5076" y="1215"/>
                    <a:pt x="5037" y="1239"/>
                  </a:cubicBezTo>
                  <a:cubicBezTo>
                    <a:pt x="4954" y="1298"/>
                    <a:pt x="4942" y="1417"/>
                    <a:pt x="5002" y="1501"/>
                  </a:cubicBezTo>
                  <a:cubicBezTo>
                    <a:pt x="5275" y="1917"/>
                    <a:pt x="5430" y="2417"/>
                    <a:pt x="5430" y="2905"/>
                  </a:cubicBezTo>
                  <a:cubicBezTo>
                    <a:pt x="5430" y="4287"/>
                    <a:pt x="4299" y="5418"/>
                    <a:pt x="2918" y="5418"/>
                  </a:cubicBezTo>
                  <a:cubicBezTo>
                    <a:pt x="1525" y="5418"/>
                    <a:pt x="394" y="4287"/>
                    <a:pt x="394" y="2905"/>
                  </a:cubicBezTo>
                  <a:cubicBezTo>
                    <a:pt x="394" y="1524"/>
                    <a:pt x="1513" y="393"/>
                    <a:pt x="2894" y="393"/>
                  </a:cubicBezTo>
                  <a:cubicBezTo>
                    <a:pt x="3525" y="393"/>
                    <a:pt x="4132" y="631"/>
                    <a:pt x="4597" y="1036"/>
                  </a:cubicBezTo>
                  <a:cubicBezTo>
                    <a:pt x="4628" y="1073"/>
                    <a:pt x="4669" y="1089"/>
                    <a:pt x="4712" y="1089"/>
                  </a:cubicBezTo>
                  <a:cubicBezTo>
                    <a:pt x="4764" y="1089"/>
                    <a:pt x="4819" y="1064"/>
                    <a:pt x="4859" y="1024"/>
                  </a:cubicBezTo>
                  <a:cubicBezTo>
                    <a:pt x="4942" y="953"/>
                    <a:pt x="4918" y="834"/>
                    <a:pt x="4847" y="762"/>
                  </a:cubicBezTo>
                  <a:cubicBezTo>
                    <a:pt x="4311" y="274"/>
                    <a:pt x="3609" y="0"/>
                    <a:pt x="2894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0" name="Google Shape;10964;p77">
              <a:extLst>
                <a:ext uri="{FF2B5EF4-FFF2-40B4-BE49-F238E27FC236}">
                  <a16:creationId xmlns:a16="http://schemas.microsoft.com/office/drawing/2014/main" id="{10EA714D-2673-4B1F-8DF2-BC14CABEC1C0}"/>
                </a:ext>
              </a:extLst>
            </p:cNvPr>
            <p:cNvSpPr/>
            <p:nvPr/>
          </p:nvSpPr>
          <p:spPr>
            <a:xfrm>
              <a:off x="1042039" y="3207306"/>
              <a:ext cx="12511" cy="47664"/>
            </a:xfrm>
            <a:custGeom>
              <a:avLst/>
              <a:gdLst/>
              <a:ahLst/>
              <a:cxnLst/>
              <a:rect l="l" t="t" r="r" b="b"/>
              <a:pathLst>
                <a:path w="394" h="1501" extrusionOk="0">
                  <a:moveTo>
                    <a:pt x="191" y="1"/>
                  </a:moveTo>
                  <a:cubicBezTo>
                    <a:pt x="96" y="1"/>
                    <a:pt x="1" y="96"/>
                    <a:pt x="1" y="203"/>
                  </a:cubicBezTo>
                  <a:lnTo>
                    <a:pt x="1" y="1310"/>
                  </a:lnTo>
                  <a:cubicBezTo>
                    <a:pt x="1" y="1430"/>
                    <a:pt x="96" y="1501"/>
                    <a:pt x="191" y="1501"/>
                  </a:cubicBezTo>
                  <a:cubicBezTo>
                    <a:pt x="298" y="1501"/>
                    <a:pt x="394" y="1418"/>
                    <a:pt x="394" y="1310"/>
                  </a:cubicBezTo>
                  <a:lnTo>
                    <a:pt x="394" y="203"/>
                  </a:lnTo>
                  <a:cubicBezTo>
                    <a:pt x="394" y="96"/>
                    <a:pt x="298" y="1"/>
                    <a:pt x="19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1" name="Google Shape;10965;p77">
              <a:extLst>
                <a:ext uri="{FF2B5EF4-FFF2-40B4-BE49-F238E27FC236}">
                  <a16:creationId xmlns:a16="http://schemas.microsoft.com/office/drawing/2014/main" id="{04BE8A27-651A-4AA0-86B9-1B4F0C9DB86F}"/>
                </a:ext>
              </a:extLst>
            </p:cNvPr>
            <p:cNvSpPr/>
            <p:nvPr/>
          </p:nvSpPr>
          <p:spPr>
            <a:xfrm>
              <a:off x="1042039" y="3524538"/>
              <a:ext cx="12511" cy="47664"/>
            </a:xfrm>
            <a:custGeom>
              <a:avLst/>
              <a:gdLst/>
              <a:ahLst/>
              <a:cxnLst/>
              <a:rect l="l" t="t" r="r" b="b"/>
              <a:pathLst>
                <a:path w="394" h="1501" extrusionOk="0">
                  <a:moveTo>
                    <a:pt x="191" y="0"/>
                  </a:moveTo>
                  <a:cubicBezTo>
                    <a:pt x="96" y="0"/>
                    <a:pt x="1" y="95"/>
                    <a:pt x="1" y="191"/>
                  </a:cubicBezTo>
                  <a:lnTo>
                    <a:pt x="1" y="1310"/>
                  </a:lnTo>
                  <a:cubicBezTo>
                    <a:pt x="1" y="1417"/>
                    <a:pt x="84" y="1500"/>
                    <a:pt x="191" y="1500"/>
                  </a:cubicBezTo>
                  <a:cubicBezTo>
                    <a:pt x="298" y="1500"/>
                    <a:pt x="394" y="1417"/>
                    <a:pt x="394" y="1310"/>
                  </a:cubicBezTo>
                  <a:lnTo>
                    <a:pt x="394" y="191"/>
                  </a:lnTo>
                  <a:cubicBezTo>
                    <a:pt x="394" y="95"/>
                    <a:pt x="298" y="0"/>
                    <a:pt x="191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2" name="Google Shape;10966;p77">
              <a:extLst>
                <a:ext uri="{FF2B5EF4-FFF2-40B4-BE49-F238E27FC236}">
                  <a16:creationId xmlns:a16="http://schemas.microsoft.com/office/drawing/2014/main" id="{AA1EB75E-D948-4500-89F3-CF08127CB8B7}"/>
                </a:ext>
              </a:extLst>
            </p:cNvPr>
            <p:cNvSpPr/>
            <p:nvPr/>
          </p:nvSpPr>
          <p:spPr>
            <a:xfrm>
              <a:off x="953188" y="3230836"/>
              <a:ext cx="31406" cy="43441"/>
            </a:xfrm>
            <a:custGeom>
              <a:avLst/>
              <a:gdLst/>
              <a:ahLst/>
              <a:cxnLst/>
              <a:rect l="l" t="t" r="r" b="b"/>
              <a:pathLst>
                <a:path w="989" h="1368" extrusionOk="0">
                  <a:moveTo>
                    <a:pt x="217" y="0"/>
                  </a:moveTo>
                  <a:cubicBezTo>
                    <a:pt x="185" y="0"/>
                    <a:pt x="153" y="7"/>
                    <a:pt x="120" y="22"/>
                  </a:cubicBezTo>
                  <a:cubicBezTo>
                    <a:pt x="36" y="81"/>
                    <a:pt x="1" y="188"/>
                    <a:pt x="48" y="296"/>
                  </a:cubicBezTo>
                  <a:lnTo>
                    <a:pt x="608" y="1272"/>
                  </a:lnTo>
                  <a:cubicBezTo>
                    <a:pt x="644" y="1331"/>
                    <a:pt x="715" y="1367"/>
                    <a:pt x="775" y="1367"/>
                  </a:cubicBezTo>
                  <a:cubicBezTo>
                    <a:pt x="798" y="1367"/>
                    <a:pt x="834" y="1343"/>
                    <a:pt x="870" y="1331"/>
                  </a:cubicBezTo>
                  <a:cubicBezTo>
                    <a:pt x="953" y="1272"/>
                    <a:pt x="989" y="1165"/>
                    <a:pt x="941" y="1070"/>
                  </a:cubicBezTo>
                  <a:lnTo>
                    <a:pt x="394" y="93"/>
                  </a:lnTo>
                  <a:cubicBezTo>
                    <a:pt x="352" y="35"/>
                    <a:pt x="288" y="0"/>
                    <a:pt x="217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3" name="Google Shape;10967;p77">
              <a:extLst>
                <a:ext uri="{FF2B5EF4-FFF2-40B4-BE49-F238E27FC236}">
                  <a16:creationId xmlns:a16="http://schemas.microsoft.com/office/drawing/2014/main" id="{5F79860A-956E-40A9-B8A6-62BD6497ACF3}"/>
                </a:ext>
              </a:extLst>
            </p:cNvPr>
            <p:cNvSpPr/>
            <p:nvPr/>
          </p:nvSpPr>
          <p:spPr>
            <a:xfrm>
              <a:off x="1111614" y="3505485"/>
              <a:ext cx="30644" cy="42520"/>
            </a:xfrm>
            <a:custGeom>
              <a:avLst/>
              <a:gdLst/>
              <a:ahLst/>
              <a:cxnLst/>
              <a:rect l="l" t="t" r="r" b="b"/>
              <a:pathLst>
                <a:path w="965" h="1339" extrusionOk="0">
                  <a:moveTo>
                    <a:pt x="210" y="1"/>
                  </a:moveTo>
                  <a:cubicBezTo>
                    <a:pt x="181" y="1"/>
                    <a:pt x="151" y="6"/>
                    <a:pt x="119" y="17"/>
                  </a:cubicBezTo>
                  <a:cubicBezTo>
                    <a:pt x="24" y="76"/>
                    <a:pt x="0" y="183"/>
                    <a:pt x="48" y="291"/>
                  </a:cubicBezTo>
                  <a:lnTo>
                    <a:pt x="596" y="1255"/>
                  </a:lnTo>
                  <a:cubicBezTo>
                    <a:pt x="620" y="1314"/>
                    <a:pt x="691" y="1338"/>
                    <a:pt x="751" y="1338"/>
                  </a:cubicBezTo>
                  <a:cubicBezTo>
                    <a:pt x="786" y="1338"/>
                    <a:pt x="810" y="1326"/>
                    <a:pt x="846" y="1314"/>
                  </a:cubicBezTo>
                  <a:cubicBezTo>
                    <a:pt x="929" y="1255"/>
                    <a:pt x="965" y="1148"/>
                    <a:pt x="917" y="1041"/>
                  </a:cubicBezTo>
                  <a:lnTo>
                    <a:pt x="381" y="100"/>
                  </a:lnTo>
                  <a:cubicBezTo>
                    <a:pt x="339" y="33"/>
                    <a:pt x="279" y="1"/>
                    <a:pt x="210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4" name="Google Shape;10968;p77">
              <a:extLst>
                <a:ext uri="{FF2B5EF4-FFF2-40B4-BE49-F238E27FC236}">
                  <a16:creationId xmlns:a16="http://schemas.microsoft.com/office/drawing/2014/main" id="{98EDC6D6-834E-490D-901A-CFDF21B93376}"/>
                </a:ext>
              </a:extLst>
            </p:cNvPr>
            <p:cNvSpPr/>
            <p:nvPr/>
          </p:nvSpPr>
          <p:spPr>
            <a:xfrm>
              <a:off x="888916" y="3295998"/>
              <a:ext cx="44648" cy="29691"/>
            </a:xfrm>
            <a:custGeom>
              <a:avLst/>
              <a:gdLst/>
              <a:ahLst/>
              <a:cxnLst/>
              <a:rect l="l" t="t" r="r" b="b"/>
              <a:pathLst>
                <a:path w="1406" h="935" extrusionOk="0">
                  <a:moveTo>
                    <a:pt x="203" y="0"/>
                  </a:moveTo>
                  <a:cubicBezTo>
                    <a:pt x="136" y="0"/>
                    <a:pt x="64" y="37"/>
                    <a:pt x="24" y="101"/>
                  </a:cubicBezTo>
                  <a:cubicBezTo>
                    <a:pt x="1" y="184"/>
                    <a:pt x="36" y="303"/>
                    <a:pt x="120" y="351"/>
                  </a:cubicBezTo>
                  <a:lnTo>
                    <a:pt x="1084" y="899"/>
                  </a:lnTo>
                  <a:cubicBezTo>
                    <a:pt x="1120" y="923"/>
                    <a:pt x="1144" y="934"/>
                    <a:pt x="1179" y="934"/>
                  </a:cubicBezTo>
                  <a:cubicBezTo>
                    <a:pt x="1239" y="934"/>
                    <a:pt x="1310" y="899"/>
                    <a:pt x="1334" y="839"/>
                  </a:cubicBezTo>
                  <a:cubicBezTo>
                    <a:pt x="1406" y="756"/>
                    <a:pt x="1358" y="637"/>
                    <a:pt x="1263" y="577"/>
                  </a:cubicBezTo>
                  <a:lnTo>
                    <a:pt x="298" y="30"/>
                  </a:lnTo>
                  <a:cubicBezTo>
                    <a:pt x="271" y="10"/>
                    <a:pt x="237" y="0"/>
                    <a:pt x="203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5" name="Google Shape;10969;p77">
              <a:extLst>
                <a:ext uri="{FF2B5EF4-FFF2-40B4-BE49-F238E27FC236}">
                  <a16:creationId xmlns:a16="http://schemas.microsoft.com/office/drawing/2014/main" id="{1F452734-244F-4BA3-962F-A005C1C795C3}"/>
                </a:ext>
              </a:extLst>
            </p:cNvPr>
            <p:cNvSpPr/>
            <p:nvPr/>
          </p:nvSpPr>
          <p:spPr>
            <a:xfrm>
              <a:off x="1162644" y="3454106"/>
              <a:ext cx="45029" cy="30390"/>
            </a:xfrm>
            <a:custGeom>
              <a:avLst/>
              <a:gdLst/>
              <a:ahLst/>
              <a:cxnLst/>
              <a:rect l="l" t="t" r="r" b="b"/>
              <a:pathLst>
                <a:path w="1418" h="957" extrusionOk="0">
                  <a:moveTo>
                    <a:pt x="237" y="1"/>
                  </a:moveTo>
                  <a:cubicBezTo>
                    <a:pt x="171" y="1"/>
                    <a:pt x="101" y="41"/>
                    <a:pt x="60" y="99"/>
                  </a:cubicBezTo>
                  <a:cubicBezTo>
                    <a:pt x="1" y="194"/>
                    <a:pt x="48" y="313"/>
                    <a:pt x="132" y="373"/>
                  </a:cubicBezTo>
                  <a:lnTo>
                    <a:pt x="1096" y="920"/>
                  </a:lnTo>
                  <a:cubicBezTo>
                    <a:pt x="1132" y="932"/>
                    <a:pt x="1156" y="956"/>
                    <a:pt x="1191" y="956"/>
                  </a:cubicBezTo>
                  <a:cubicBezTo>
                    <a:pt x="1251" y="956"/>
                    <a:pt x="1322" y="920"/>
                    <a:pt x="1346" y="861"/>
                  </a:cubicBezTo>
                  <a:cubicBezTo>
                    <a:pt x="1418" y="766"/>
                    <a:pt x="1382" y="646"/>
                    <a:pt x="1299" y="575"/>
                  </a:cubicBezTo>
                  <a:lnTo>
                    <a:pt x="322" y="27"/>
                  </a:lnTo>
                  <a:cubicBezTo>
                    <a:pt x="296" y="9"/>
                    <a:pt x="267" y="1"/>
                    <a:pt x="237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6" name="Google Shape;10970;p77">
              <a:extLst>
                <a:ext uri="{FF2B5EF4-FFF2-40B4-BE49-F238E27FC236}">
                  <a16:creationId xmlns:a16="http://schemas.microsoft.com/office/drawing/2014/main" id="{733BA97E-B02D-434A-9A87-EDDCC48F3ADF}"/>
                </a:ext>
              </a:extLst>
            </p:cNvPr>
            <p:cNvSpPr/>
            <p:nvPr/>
          </p:nvSpPr>
          <p:spPr>
            <a:xfrm>
              <a:off x="865862" y="3383864"/>
              <a:ext cx="47664" cy="12130"/>
            </a:xfrm>
            <a:custGeom>
              <a:avLst/>
              <a:gdLst/>
              <a:ahLst/>
              <a:cxnLst/>
              <a:rect l="l" t="t" r="r" b="b"/>
              <a:pathLst>
                <a:path w="1501" h="382" extrusionOk="0">
                  <a:moveTo>
                    <a:pt x="191" y="1"/>
                  </a:moveTo>
                  <a:cubicBezTo>
                    <a:pt x="84" y="1"/>
                    <a:pt x="0" y="84"/>
                    <a:pt x="0" y="191"/>
                  </a:cubicBezTo>
                  <a:cubicBezTo>
                    <a:pt x="0" y="287"/>
                    <a:pt x="84" y="382"/>
                    <a:pt x="191" y="382"/>
                  </a:cubicBezTo>
                  <a:lnTo>
                    <a:pt x="1310" y="382"/>
                  </a:lnTo>
                  <a:cubicBezTo>
                    <a:pt x="1429" y="382"/>
                    <a:pt x="1501" y="299"/>
                    <a:pt x="1501" y="191"/>
                  </a:cubicBezTo>
                  <a:cubicBezTo>
                    <a:pt x="1501" y="84"/>
                    <a:pt x="1417" y="1"/>
                    <a:pt x="1310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7" name="Google Shape;10971;p77">
              <a:extLst>
                <a:ext uri="{FF2B5EF4-FFF2-40B4-BE49-F238E27FC236}">
                  <a16:creationId xmlns:a16="http://schemas.microsoft.com/office/drawing/2014/main" id="{E95E0BB1-6341-4A37-B14B-10D08B2443BB}"/>
                </a:ext>
              </a:extLst>
            </p:cNvPr>
            <p:cNvSpPr/>
            <p:nvPr/>
          </p:nvSpPr>
          <p:spPr>
            <a:xfrm>
              <a:off x="1182300" y="3383864"/>
              <a:ext cx="48045" cy="12130"/>
            </a:xfrm>
            <a:custGeom>
              <a:avLst/>
              <a:gdLst/>
              <a:ahLst/>
              <a:cxnLst/>
              <a:rect l="l" t="t" r="r" b="b"/>
              <a:pathLst>
                <a:path w="1513" h="382" extrusionOk="0">
                  <a:moveTo>
                    <a:pt x="203" y="1"/>
                  </a:moveTo>
                  <a:cubicBezTo>
                    <a:pt x="96" y="1"/>
                    <a:pt x="1" y="84"/>
                    <a:pt x="1" y="191"/>
                  </a:cubicBezTo>
                  <a:cubicBezTo>
                    <a:pt x="1" y="287"/>
                    <a:pt x="96" y="382"/>
                    <a:pt x="203" y="382"/>
                  </a:cubicBezTo>
                  <a:lnTo>
                    <a:pt x="1311" y="382"/>
                  </a:lnTo>
                  <a:cubicBezTo>
                    <a:pt x="1418" y="382"/>
                    <a:pt x="1513" y="287"/>
                    <a:pt x="1513" y="191"/>
                  </a:cubicBezTo>
                  <a:cubicBezTo>
                    <a:pt x="1513" y="84"/>
                    <a:pt x="1430" y="1"/>
                    <a:pt x="131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8" name="Google Shape;10972;p77">
              <a:extLst>
                <a:ext uri="{FF2B5EF4-FFF2-40B4-BE49-F238E27FC236}">
                  <a16:creationId xmlns:a16="http://schemas.microsoft.com/office/drawing/2014/main" id="{1FD1D2E4-8811-4491-B110-319C3F600B88}"/>
                </a:ext>
              </a:extLst>
            </p:cNvPr>
            <p:cNvSpPr/>
            <p:nvPr/>
          </p:nvSpPr>
          <p:spPr>
            <a:xfrm>
              <a:off x="888916" y="3454011"/>
              <a:ext cx="43885" cy="30104"/>
            </a:xfrm>
            <a:custGeom>
              <a:avLst/>
              <a:gdLst/>
              <a:ahLst/>
              <a:cxnLst/>
              <a:rect l="l" t="t" r="r" b="b"/>
              <a:pathLst>
                <a:path w="1382" h="948" extrusionOk="0">
                  <a:moveTo>
                    <a:pt x="1186" y="1"/>
                  </a:moveTo>
                  <a:cubicBezTo>
                    <a:pt x="1152" y="1"/>
                    <a:pt x="1117" y="10"/>
                    <a:pt x="1084" y="30"/>
                  </a:cubicBezTo>
                  <a:lnTo>
                    <a:pt x="120" y="590"/>
                  </a:lnTo>
                  <a:cubicBezTo>
                    <a:pt x="36" y="649"/>
                    <a:pt x="1" y="745"/>
                    <a:pt x="48" y="852"/>
                  </a:cubicBezTo>
                  <a:cubicBezTo>
                    <a:pt x="72" y="911"/>
                    <a:pt x="144" y="947"/>
                    <a:pt x="215" y="947"/>
                  </a:cubicBezTo>
                  <a:cubicBezTo>
                    <a:pt x="239" y="947"/>
                    <a:pt x="274" y="923"/>
                    <a:pt x="298" y="911"/>
                  </a:cubicBezTo>
                  <a:lnTo>
                    <a:pt x="1263" y="364"/>
                  </a:lnTo>
                  <a:cubicBezTo>
                    <a:pt x="1358" y="304"/>
                    <a:pt x="1382" y="197"/>
                    <a:pt x="1334" y="90"/>
                  </a:cubicBezTo>
                  <a:cubicBezTo>
                    <a:pt x="1311" y="35"/>
                    <a:pt x="1251" y="1"/>
                    <a:pt x="1186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9" name="Google Shape;10973;p77">
              <a:extLst>
                <a:ext uri="{FF2B5EF4-FFF2-40B4-BE49-F238E27FC236}">
                  <a16:creationId xmlns:a16="http://schemas.microsoft.com/office/drawing/2014/main" id="{5B92F567-2A2D-4F11-AE65-016880B02542}"/>
                </a:ext>
              </a:extLst>
            </p:cNvPr>
            <p:cNvSpPr/>
            <p:nvPr/>
          </p:nvSpPr>
          <p:spPr>
            <a:xfrm>
              <a:off x="1163025" y="3295648"/>
              <a:ext cx="44648" cy="30040"/>
            </a:xfrm>
            <a:custGeom>
              <a:avLst/>
              <a:gdLst/>
              <a:ahLst/>
              <a:cxnLst/>
              <a:rect l="l" t="t" r="r" b="b"/>
              <a:pathLst>
                <a:path w="1406" h="946" extrusionOk="0">
                  <a:moveTo>
                    <a:pt x="1177" y="1"/>
                  </a:moveTo>
                  <a:cubicBezTo>
                    <a:pt x="1147" y="1"/>
                    <a:pt x="1115" y="6"/>
                    <a:pt x="1084" y="17"/>
                  </a:cubicBezTo>
                  <a:lnTo>
                    <a:pt x="120" y="576"/>
                  </a:lnTo>
                  <a:cubicBezTo>
                    <a:pt x="36" y="636"/>
                    <a:pt x="1" y="731"/>
                    <a:pt x="48" y="838"/>
                  </a:cubicBezTo>
                  <a:cubicBezTo>
                    <a:pt x="96" y="910"/>
                    <a:pt x="155" y="945"/>
                    <a:pt x="227" y="945"/>
                  </a:cubicBezTo>
                  <a:cubicBezTo>
                    <a:pt x="251" y="945"/>
                    <a:pt x="286" y="934"/>
                    <a:pt x="310" y="910"/>
                  </a:cubicBezTo>
                  <a:lnTo>
                    <a:pt x="1287" y="362"/>
                  </a:lnTo>
                  <a:cubicBezTo>
                    <a:pt x="1370" y="302"/>
                    <a:pt x="1406" y="195"/>
                    <a:pt x="1358" y="100"/>
                  </a:cubicBezTo>
                  <a:cubicBezTo>
                    <a:pt x="1316" y="33"/>
                    <a:pt x="1250" y="1"/>
                    <a:pt x="1177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0" name="Google Shape;10974;p77">
              <a:extLst>
                <a:ext uri="{FF2B5EF4-FFF2-40B4-BE49-F238E27FC236}">
                  <a16:creationId xmlns:a16="http://schemas.microsoft.com/office/drawing/2014/main" id="{148A9E80-7653-4D46-A59A-2DBD28D8C6E5}"/>
                </a:ext>
              </a:extLst>
            </p:cNvPr>
            <p:cNvSpPr/>
            <p:nvPr/>
          </p:nvSpPr>
          <p:spPr>
            <a:xfrm>
              <a:off x="953188" y="3505835"/>
              <a:ext cx="31787" cy="43282"/>
            </a:xfrm>
            <a:custGeom>
              <a:avLst/>
              <a:gdLst/>
              <a:ahLst/>
              <a:cxnLst/>
              <a:rect l="l" t="t" r="r" b="b"/>
              <a:pathLst>
                <a:path w="1001" h="1363" extrusionOk="0">
                  <a:moveTo>
                    <a:pt x="782" y="0"/>
                  </a:moveTo>
                  <a:cubicBezTo>
                    <a:pt x="714" y="0"/>
                    <a:pt x="648" y="37"/>
                    <a:pt x="608" y="101"/>
                  </a:cubicBezTo>
                  <a:lnTo>
                    <a:pt x="60" y="1065"/>
                  </a:lnTo>
                  <a:cubicBezTo>
                    <a:pt x="1" y="1161"/>
                    <a:pt x="48" y="1280"/>
                    <a:pt x="132" y="1327"/>
                  </a:cubicBezTo>
                  <a:cubicBezTo>
                    <a:pt x="167" y="1351"/>
                    <a:pt x="191" y="1363"/>
                    <a:pt x="227" y="1363"/>
                  </a:cubicBezTo>
                  <a:cubicBezTo>
                    <a:pt x="286" y="1363"/>
                    <a:pt x="358" y="1327"/>
                    <a:pt x="394" y="1280"/>
                  </a:cubicBezTo>
                  <a:lnTo>
                    <a:pt x="941" y="303"/>
                  </a:lnTo>
                  <a:cubicBezTo>
                    <a:pt x="1001" y="184"/>
                    <a:pt x="965" y="65"/>
                    <a:pt x="882" y="30"/>
                  </a:cubicBezTo>
                  <a:cubicBezTo>
                    <a:pt x="850" y="10"/>
                    <a:pt x="816" y="0"/>
                    <a:pt x="782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1" name="Google Shape;10975;p77">
              <a:extLst>
                <a:ext uri="{FF2B5EF4-FFF2-40B4-BE49-F238E27FC236}">
                  <a16:creationId xmlns:a16="http://schemas.microsoft.com/office/drawing/2014/main" id="{0757522E-CC1B-4460-9E62-ADB1CC54D004}"/>
                </a:ext>
              </a:extLst>
            </p:cNvPr>
            <p:cNvSpPr/>
            <p:nvPr/>
          </p:nvSpPr>
          <p:spPr>
            <a:xfrm>
              <a:off x="1111614" y="3231726"/>
              <a:ext cx="31025" cy="42933"/>
            </a:xfrm>
            <a:custGeom>
              <a:avLst/>
              <a:gdLst/>
              <a:ahLst/>
              <a:cxnLst/>
              <a:rect l="l" t="t" r="r" b="b"/>
              <a:pathLst>
                <a:path w="977" h="1352" extrusionOk="0">
                  <a:moveTo>
                    <a:pt x="754" y="0"/>
                  </a:moveTo>
                  <a:cubicBezTo>
                    <a:pt x="688" y="0"/>
                    <a:pt x="620" y="37"/>
                    <a:pt x="572" y="101"/>
                  </a:cubicBezTo>
                  <a:lnTo>
                    <a:pt x="24" y="1065"/>
                  </a:lnTo>
                  <a:cubicBezTo>
                    <a:pt x="0" y="1137"/>
                    <a:pt x="24" y="1256"/>
                    <a:pt x="119" y="1315"/>
                  </a:cubicBezTo>
                  <a:cubicBezTo>
                    <a:pt x="143" y="1339"/>
                    <a:pt x="179" y="1351"/>
                    <a:pt x="203" y="1351"/>
                  </a:cubicBezTo>
                  <a:cubicBezTo>
                    <a:pt x="262" y="1351"/>
                    <a:pt x="346" y="1315"/>
                    <a:pt x="370" y="1256"/>
                  </a:cubicBezTo>
                  <a:lnTo>
                    <a:pt x="917" y="291"/>
                  </a:lnTo>
                  <a:cubicBezTo>
                    <a:pt x="977" y="208"/>
                    <a:pt x="941" y="89"/>
                    <a:pt x="846" y="29"/>
                  </a:cubicBezTo>
                  <a:cubicBezTo>
                    <a:pt x="818" y="10"/>
                    <a:pt x="786" y="0"/>
                    <a:pt x="754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pic>
        <p:nvPicPr>
          <p:cNvPr id="215" name="Picture 214">
            <a:extLst>
              <a:ext uri="{FF2B5EF4-FFF2-40B4-BE49-F238E27FC236}">
                <a16:creationId xmlns:a16="http://schemas.microsoft.com/office/drawing/2014/main" id="{FC44CC83-3F61-41A8-A263-37F64E5B81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8298" y="1766232"/>
            <a:ext cx="2926080" cy="29260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pic>
        <p:nvPicPr>
          <p:cNvPr id="216" name="Google Shape;1829;p51">
            <a:extLst>
              <a:ext uri="{FF2B5EF4-FFF2-40B4-BE49-F238E27FC236}">
                <a16:creationId xmlns:a16="http://schemas.microsoft.com/office/drawing/2014/main" id="{42B80A65-256F-4C72-885E-B427631C6C1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8647" t="7960" r="8852" b="8336"/>
          <a:stretch/>
        </p:blipFill>
        <p:spPr>
          <a:xfrm rot="2195040">
            <a:off x="111165" y="4258565"/>
            <a:ext cx="1175233" cy="76322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08718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7" dur="20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 animBg="1"/>
      <p:bldP spid="85" grpId="0" animBg="1"/>
      <p:bldP spid="86" grpId="0" animBg="1"/>
      <p:bldP spid="8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107ED4A-A9DC-4221-8C06-27B3A6BCFFB9}"/>
              </a:ext>
            </a:extLst>
          </p:cNvPr>
          <p:cNvSpPr/>
          <p:nvPr/>
        </p:nvSpPr>
        <p:spPr>
          <a:xfrm>
            <a:off x="6559094" y="219548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A37328-CB30-4079-90C3-9B304D60027E}"/>
              </a:ext>
            </a:extLst>
          </p:cNvPr>
          <p:cNvSpPr txBox="1"/>
          <p:nvPr/>
        </p:nvSpPr>
        <p:spPr>
          <a:xfrm>
            <a:off x="6557498" y="320319"/>
            <a:ext cx="194638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معرفی ماشین های خودران</a:t>
            </a:r>
            <a:endParaRPr lang="en-US" sz="1200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133D242-42D3-4A9E-9859-3684E1504403}"/>
              </a:ext>
            </a:extLst>
          </p:cNvPr>
          <p:cNvSpPr/>
          <p:nvPr/>
        </p:nvSpPr>
        <p:spPr>
          <a:xfrm>
            <a:off x="4556240" y="229094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4026FA-F5A2-4B47-93B3-DE30B877C9FF}"/>
              </a:ext>
            </a:extLst>
          </p:cNvPr>
          <p:cNvSpPr txBox="1"/>
          <p:nvPr/>
        </p:nvSpPr>
        <p:spPr>
          <a:xfrm>
            <a:off x="4553048" y="371065"/>
            <a:ext cx="1946382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تاریخچه و تکامل</a:t>
            </a:r>
            <a:endParaRPr lang="en-US" sz="1200" dirty="0">
              <a:solidFill>
                <a:schemeClr val="tx1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  <a:p>
            <a:pPr algn="ctr"/>
            <a:endParaRPr lang="en-US" sz="1200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8026780-8E9B-4F64-B397-CEC602872B44}"/>
              </a:ext>
            </a:extLst>
          </p:cNvPr>
          <p:cNvSpPr/>
          <p:nvPr/>
        </p:nvSpPr>
        <p:spPr>
          <a:xfrm>
            <a:off x="2550992" y="222971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42A3DD-F11B-405C-8AC4-693AB002921A}"/>
              </a:ext>
            </a:extLst>
          </p:cNvPr>
          <p:cNvSpPr txBox="1"/>
          <p:nvPr/>
        </p:nvSpPr>
        <p:spPr>
          <a:xfrm>
            <a:off x="2550194" y="320319"/>
            <a:ext cx="194638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چرا ماشین های خودران؟</a:t>
            </a:r>
            <a:endParaRPr lang="en-US" sz="1200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2032313-8EC9-498E-9770-FE38C5B56023}"/>
              </a:ext>
            </a:extLst>
          </p:cNvPr>
          <p:cNvSpPr/>
          <p:nvPr/>
        </p:nvSpPr>
        <p:spPr>
          <a:xfrm>
            <a:off x="545744" y="215859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421AAB-4008-4C46-9046-A3A3ADB32739}"/>
              </a:ext>
            </a:extLst>
          </p:cNvPr>
          <p:cNvSpPr txBox="1"/>
          <p:nvPr/>
        </p:nvSpPr>
        <p:spPr>
          <a:xfrm>
            <a:off x="544148" y="320319"/>
            <a:ext cx="194638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Segoe UI Variable Text Semiligh" pitchFamily="2" charset="0"/>
                <a:ea typeface="Source Sans Pro" panose="020B0503030403020204" pitchFamily="34" charset="0"/>
                <a:cs typeface="Vazir" panose="020B0603030804020204" pitchFamily="34" charset="-78"/>
              </a:rPr>
              <a:t>اجزای اصلی</a:t>
            </a:r>
            <a:endParaRPr lang="en-US" sz="1200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6EDC6FA-4B70-41EF-BFA2-F20D821A5DC0}"/>
              </a:ext>
            </a:extLst>
          </p:cNvPr>
          <p:cNvSpPr/>
          <p:nvPr/>
        </p:nvSpPr>
        <p:spPr>
          <a:xfrm>
            <a:off x="6559094" y="797982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A6E56F1-2AF0-4C3F-91F8-B6030214F229}"/>
              </a:ext>
            </a:extLst>
          </p:cNvPr>
          <p:cNvSpPr txBox="1"/>
          <p:nvPr/>
        </p:nvSpPr>
        <p:spPr>
          <a:xfrm>
            <a:off x="6557498" y="898753"/>
            <a:ext cx="194638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b="1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نحوه عملکرد</a:t>
            </a:r>
            <a:endParaRPr lang="en-US" b="1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D66BA98-4241-4E4D-81A0-F5F82CCAF1FD}"/>
              </a:ext>
            </a:extLst>
          </p:cNvPr>
          <p:cNvSpPr/>
          <p:nvPr/>
        </p:nvSpPr>
        <p:spPr>
          <a:xfrm>
            <a:off x="4556240" y="807528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72229C2-1FC2-498E-937F-99E4A3EE0E37}"/>
              </a:ext>
            </a:extLst>
          </p:cNvPr>
          <p:cNvSpPr txBox="1"/>
          <p:nvPr/>
        </p:nvSpPr>
        <p:spPr>
          <a:xfrm>
            <a:off x="4554644" y="908299"/>
            <a:ext cx="194638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چالش ها و موانع</a:t>
            </a:r>
            <a:endParaRPr lang="en-US" sz="1200" dirty="0">
              <a:solidFill>
                <a:schemeClr val="tx1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A20634E-BCB3-4A12-8621-83D34E9E068D}"/>
              </a:ext>
            </a:extLst>
          </p:cNvPr>
          <p:cNvSpPr/>
          <p:nvPr/>
        </p:nvSpPr>
        <p:spPr>
          <a:xfrm>
            <a:off x="2551790" y="797982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7C5FB4B-8274-41AC-826F-22302F403FBA}"/>
              </a:ext>
            </a:extLst>
          </p:cNvPr>
          <p:cNvSpPr txBox="1"/>
          <p:nvPr/>
        </p:nvSpPr>
        <p:spPr>
          <a:xfrm>
            <a:off x="2550194" y="898753"/>
            <a:ext cx="194638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آینده ماشین های خودران</a:t>
            </a:r>
            <a:endParaRPr lang="en-US" sz="1200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D291E114-E9EC-452E-AFFB-89A95B31FAE4}"/>
              </a:ext>
            </a:extLst>
          </p:cNvPr>
          <p:cNvSpPr/>
          <p:nvPr/>
        </p:nvSpPr>
        <p:spPr>
          <a:xfrm>
            <a:off x="545744" y="794293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9181E3B-99F1-4067-AE67-980E65EE5B1E}"/>
              </a:ext>
            </a:extLst>
          </p:cNvPr>
          <p:cNvSpPr txBox="1"/>
          <p:nvPr/>
        </p:nvSpPr>
        <p:spPr>
          <a:xfrm>
            <a:off x="544148" y="895064"/>
            <a:ext cx="194638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منابع</a:t>
            </a:r>
            <a:endParaRPr lang="en-US" sz="1200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3134" y="1453829"/>
            <a:ext cx="4119786" cy="2098515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616" y="2746078"/>
            <a:ext cx="4308864" cy="2154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3350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107ED4A-A9DC-4221-8C06-27B3A6BCFFB9}"/>
              </a:ext>
            </a:extLst>
          </p:cNvPr>
          <p:cNvSpPr/>
          <p:nvPr/>
        </p:nvSpPr>
        <p:spPr>
          <a:xfrm>
            <a:off x="6559094" y="219548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A37328-CB30-4079-90C3-9B304D60027E}"/>
              </a:ext>
            </a:extLst>
          </p:cNvPr>
          <p:cNvSpPr txBox="1"/>
          <p:nvPr/>
        </p:nvSpPr>
        <p:spPr>
          <a:xfrm>
            <a:off x="6557498" y="320319"/>
            <a:ext cx="194638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معرفی ماشین های خودران</a:t>
            </a:r>
            <a:endParaRPr lang="en-US" sz="1200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133D242-42D3-4A9E-9859-3684E1504403}"/>
              </a:ext>
            </a:extLst>
          </p:cNvPr>
          <p:cNvSpPr/>
          <p:nvPr/>
        </p:nvSpPr>
        <p:spPr>
          <a:xfrm>
            <a:off x="4556240" y="229094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4026FA-F5A2-4B47-93B3-DE30B877C9FF}"/>
              </a:ext>
            </a:extLst>
          </p:cNvPr>
          <p:cNvSpPr txBox="1"/>
          <p:nvPr/>
        </p:nvSpPr>
        <p:spPr>
          <a:xfrm>
            <a:off x="4553048" y="371065"/>
            <a:ext cx="1946382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تاریخچه و تکامل</a:t>
            </a:r>
            <a:endParaRPr lang="en-US" sz="1200" dirty="0">
              <a:solidFill>
                <a:schemeClr val="tx1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  <a:p>
            <a:pPr algn="ctr"/>
            <a:endParaRPr lang="en-US" sz="1200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8026780-8E9B-4F64-B397-CEC602872B44}"/>
              </a:ext>
            </a:extLst>
          </p:cNvPr>
          <p:cNvSpPr/>
          <p:nvPr/>
        </p:nvSpPr>
        <p:spPr>
          <a:xfrm>
            <a:off x="2550992" y="222971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42A3DD-F11B-405C-8AC4-693AB002921A}"/>
              </a:ext>
            </a:extLst>
          </p:cNvPr>
          <p:cNvSpPr txBox="1"/>
          <p:nvPr/>
        </p:nvSpPr>
        <p:spPr>
          <a:xfrm>
            <a:off x="2550194" y="320319"/>
            <a:ext cx="194638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چرا ماشین های خودران؟</a:t>
            </a:r>
            <a:endParaRPr lang="en-US" sz="1200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2032313-8EC9-498E-9770-FE38C5B56023}"/>
              </a:ext>
            </a:extLst>
          </p:cNvPr>
          <p:cNvSpPr/>
          <p:nvPr/>
        </p:nvSpPr>
        <p:spPr>
          <a:xfrm>
            <a:off x="545744" y="215859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421AAB-4008-4C46-9046-A3A3ADB32739}"/>
              </a:ext>
            </a:extLst>
          </p:cNvPr>
          <p:cNvSpPr txBox="1"/>
          <p:nvPr/>
        </p:nvSpPr>
        <p:spPr>
          <a:xfrm>
            <a:off x="544148" y="320319"/>
            <a:ext cx="194638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Segoe UI Variable Text Semiligh" pitchFamily="2" charset="0"/>
                <a:ea typeface="Source Sans Pro" panose="020B0503030403020204" pitchFamily="34" charset="0"/>
                <a:cs typeface="Vazir" panose="020B0603030804020204" pitchFamily="34" charset="-78"/>
              </a:rPr>
              <a:t>اجزای اصلی</a:t>
            </a:r>
            <a:endParaRPr lang="en-US" sz="1200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6EDC6FA-4B70-41EF-BFA2-F20D821A5DC0}"/>
              </a:ext>
            </a:extLst>
          </p:cNvPr>
          <p:cNvSpPr/>
          <p:nvPr/>
        </p:nvSpPr>
        <p:spPr>
          <a:xfrm>
            <a:off x="6559094" y="797982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A6E56F1-2AF0-4C3F-91F8-B6030214F229}"/>
              </a:ext>
            </a:extLst>
          </p:cNvPr>
          <p:cNvSpPr txBox="1"/>
          <p:nvPr/>
        </p:nvSpPr>
        <p:spPr>
          <a:xfrm>
            <a:off x="6557498" y="898753"/>
            <a:ext cx="194638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b="1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نحوه عملکرد</a:t>
            </a:r>
            <a:endParaRPr lang="en-US" b="1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D66BA98-4241-4E4D-81A0-F5F82CCAF1FD}"/>
              </a:ext>
            </a:extLst>
          </p:cNvPr>
          <p:cNvSpPr/>
          <p:nvPr/>
        </p:nvSpPr>
        <p:spPr>
          <a:xfrm>
            <a:off x="4556240" y="807528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72229C2-1FC2-498E-937F-99E4A3EE0E37}"/>
              </a:ext>
            </a:extLst>
          </p:cNvPr>
          <p:cNvSpPr txBox="1"/>
          <p:nvPr/>
        </p:nvSpPr>
        <p:spPr>
          <a:xfrm>
            <a:off x="4554644" y="908299"/>
            <a:ext cx="194638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چالش ها و موانع</a:t>
            </a:r>
            <a:endParaRPr lang="en-US" sz="1200" dirty="0">
              <a:solidFill>
                <a:schemeClr val="tx1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A20634E-BCB3-4A12-8621-83D34E9E068D}"/>
              </a:ext>
            </a:extLst>
          </p:cNvPr>
          <p:cNvSpPr/>
          <p:nvPr/>
        </p:nvSpPr>
        <p:spPr>
          <a:xfrm>
            <a:off x="2551790" y="797982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7C5FB4B-8274-41AC-826F-22302F403FBA}"/>
              </a:ext>
            </a:extLst>
          </p:cNvPr>
          <p:cNvSpPr txBox="1"/>
          <p:nvPr/>
        </p:nvSpPr>
        <p:spPr>
          <a:xfrm>
            <a:off x="2550194" y="898753"/>
            <a:ext cx="194638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آینده ماشین های خودران</a:t>
            </a:r>
            <a:endParaRPr lang="en-US" sz="1200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D291E114-E9EC-452E-AFFB-89A95B31FAE4}"/>
              </a:ext>
            </a:extLst>
          </p:cNvPr>
          <p:cNvSpPr/>
          <p:nvPr/>
        </p:nvSpPr>
        <p:spPr>
          <a:xfrm>
            <a:off x="545744" y="794293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9181E3B-99F1-4067-AE67-980E65EE5B1E}"/>
              </a:ext>
            </a:extLst>
          </p:cNvPr>
          <p:cNvSpPr txBox="1"/>
          <p:nvPr/>
        </p:nvSpPr>
        <p:spPr>
          <a:xfrm>
            <a:off x="544148" y="895064"/>
            <a:ext cx="194638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منابع</a:t>
            </a:r>
            <a:endParaRPr lang="en-US" sz="1200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2FCC357-A84F-4887-AEB5-FAE84727EA09}"/>
              </a:ext>
            </a:extLst>
          </p:cNvPr>
          <p:cNvSpPr txBox="1"/>
          <p:nvPr/>
        </p:nvSpPr>
        <p:spPr>
          <a:xfrm>
            <a:off x="4879960" y="1735217"/>
            <a:ext cx="43336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a-IR" sz="2000" dirty="0">
                <a:solidFill>
                  <a:schemeClr val="bg2"/>
                </a:solidFill>
                <a:cs typeface="Vazir" panose="020B0603030804020204" pitchFamily="34" charset="-78"/>
              </a:rPr>
              <a:t>م</a:t>
            </a:r>
            <a:r>
              <a:rPr lang="fa-IR" sz="2000" dirty="0">
                <a:solidFill>
                  <a:schemeClr val="tx1"/>
                </a:solidFill>
                <a:cs typeface="Vazir" panose="020B0603030804020204" pitchFamily="34" charset="-78"/>
              </a:rPr>
              <a:t>اشین های خودران چگونه کار </a:t>
            </a:r>
            <a:r>
              <a:rPr lang="fa-IR" sz="2000" i="0" dirty="0">
                <a:solidFill>
                  <a:schemeClr val="tx1"/>
                </a:solidFill>
                <a:effectLst/>
                <a:latin typeface="Vazir" panose="020B0603030804020204" pitchFamily="34" charset="-78"/>
                <a:cs typeface="Vazir" panose="020B0603030804020204" pitchFamily="34" charset="-78"/>
              </a:rPr>
              <a:t>می‌کنند</a:t>
            </a:r>
            <a:r>
              <a:rPr lang="fa-IR" sz="2000" dirty="0">
                <a:solidFill>
                  <a:schemeClr val="tx1"/>
                </a:solidFill>
                <a:cs typeface="Vazir" panose="020B0603030804020204" pitchFamily="34" charset="-78"/>
              </a:rPr>
              <a:t>؟</a:t>
            </a:r>
            <a:endParaRPr lang="en-US" sz="2000" dirty="0">
              <a:solidFill>
                <a:schemeClr val="tx1"/>
              </a:solidFill>
              <a:cs typeface="Vazir" panose="020B0603030804020204" pitchFamily="34" charset="-78"/>
            </a:endParaRPr>
          </a:p>
        </p:txBody>
      </p:sp>
      <p:grpSp>
        <p:nvGrpSpPr>
          <p:cNvPr id="22" name="Google Shape;10943;p77">
            <a:extLst>
              <a:ext uri="{FF2B5EF4-FFF2-40B4-BE49-F238E27FC236}">
                <a16:creationId xmlns:a16="http://schemas.microsoft.com/office/drawing/2014/main" id="{3CE2319F-F3DA-43CD-A454-9337A6DD19F3}"/>
              </a:ext>
            </a:extLst>
          </p:cNvPr>
          <p:cNvGrpSpPr/>
          <p:nvPr/>
        </p:nvGrpSpPr>
        <p:grpSpPr>
          <a:xfrm>
            <a:off x="544148" y="2976799"/>
            <a:ext cx="2292672" cy="1533703"/>
            <a:chOff x="6228583" y="3237664"/>
            <a:chExt cx="446539" cy="303895"/>
          </a:xfrm>
        </p:grpSpPr>
        <p:sp>
          <p:nvSpPr>
            <p:cNvPr id="23" name="Google Shape;10944;p77">
              <a:extLst>
                <a:ext uri="{FF2B5EF4-FFF2-40B4-BE49-F238E27FC236}">
                  <a16:creationId xmlns:a16="http://schemas.microsoft.com/office/drawing/2014/main" id="{95D56DA6-0736-4505-BCDA-0665263E411D}"/>
                </a:ext>
              </a:extLst>
            </p:cNvPr>
            <p:cNvSpPr/>
            <p:nvPr/>
          </p:nvSpPr>
          <p:spPr>
            <a:xfrm>
              <a:off x="6357508" y="3277453"/>
              <a:ext cx="26865" cy="25912"/>
            </a:xfrm>
            <a:custGeom>
              <a:avLst/>
              <a:gdLst/>
              <a:ahLst/>
              <a:cxnLst/>
              <a:rect l="l" t="t" r="r" b="b"/>
              <a:pathLst>
                <a:path w="846" h="816" extrusionOk="0">
                  <a:moveTo>
                    <a:pt x="632" y="0"/>
                  </a:moveTo>
                  <a:cubicBezTo>
                    <a:pt x="578" y="0"/>
                    <a:pt x="525" y="18"/>
                    <a:pt x="489" y="54"/>
                  </a:cubicBezTo>
                  <a:lnTo>
                    <a:pt x="72" y="471"/>
                  </a:lnTo>
                  <a:cubicBezTo>
                    <a:pt x="1" y="542"/>
                    <a:pt x="1" y="685"/>
                    <a:pt x="72" y="756"/>
                  </a:cubicBezTo>
                  <a:cubicBezTo>
                    <a:pt x="120" y="804"/>
                    <a:pt x="167" y="816"/>
                    <a:pt x="227" y="816"/>
                  </a:cubicBezTo>
                  <a:cubicBezTo>
                    <a:pt x="263" y="816"/>
                    <a:pt x="322" y="804"/>
                    <a:pt x="370" y="756"/>
                  </a:cubicBezTo>
                  <a:lnTo>
                    <a:pt x="786" y="340"/>
                  </a:lnTo>
                  <a:cubicBezTo>
                    <a:pt x="846" y="268"/>
                    <a:pt x="846" y="149"/>
                    <a:pt x="775" y="54"/>
                  </a:cubicBezTo>
                  <a:cubicBezTo>
                    <a:pt x="739" y="18"/>
                    <a:pt x="685" y="0"/>
                    <a:pt x="632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" name="Google Shape;10945;p77">
              <a:extLst>
                <a:ext uri="{FF2B5EF4-FFF2-40B4-BE49-F238E27FC236}">
                  <a16:creationId xmlns:a16="http://schemas.microsoft.com/office/drawing/2014/main" id="{148F343C-2AB3-4BEB-9DAD-7FA74669DA9D}"/>
                </a:ext>
              </a:extLst>
            </p:cNvPr>
            <p:cNvSpPr/>
            <p:nvPr/>
          </p:nvSpPr>
          <p:spPr>
            <a:xfrm>
              <a:off x="6276596" y="3358746"/>
              <a:ext cx="26896" cy="25912"/>
            </a:xfrm>
            <a:custGeom>
              <a:avLst/>
              <a:gdLst/>
              <a:ahLst/>
              <a:cxnLst/>
              <a:rect l="l" t="t" r="r" b="b"/>
              <a:pathLst>
                <a:path w="847" h="816" extrusionOk="0">
                  <a:moveTo>
                    <a:pt x="632" y="0"/>
                  </a:moveTo>
                  <a:cubicBezTo>
                    <a:pt x="578" y="0"/>
                    <a:pt x="525" y="18"/>
                    <a:pt x="489" y="54"/>
                  </a:cubicBezTo>
                  <a:lnTo>
                    <a:pt x="72" y="471"/>
                  </a:lnTo>
                  <a:cubicBezTo>
                    <a:pt x="1" y="554"/>
                    <a:pt x="1" y="685"/>
                    <a:pt x="72" y="756"/>
                  </a:cubicBezTo>
                  <a:cubicBezTo>
                    <a:pt x="120" y="804"/>
                    <a:pt x="167" y="816"/>
                    <a:pt x="227" y="816"/>
                  </a:cubicBezTo>
                  <a:cubicBezTo>
                    <a:pt x="286" y="816"/>
                    <a:pt x="334" y="804"/>
                    <a:pt x="370" y="756"/>
                  </a:cubicBezTo>
                  <a:lnTo>
                    <a:pt x="787" y="340"/>
                  </a:lnTo>
                  <a:cubicBezTo>
                    <a:pt x="846" y="256"/>
                    <a:pt x="846" y="137"/>
                    <a:pt x="775" y="54"/>
                  </a:cubicBezTo>
                  <a:cubicBezTo>
                    <a:pt x="739" y="18"/>
                    <a:pt x="685" y="0"/>
                    <a:pt x="632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" name="Google Shape;10946;p77">
              <a:extLst>
                <a:ext uri="{FF2B5EF4-FFF2-40B4-BE49-F238E27FC236}">
                  <a16:creationId xmlns:a16="http://schemas.microsoft.com/office/drawing/2014/main" id="{2FED2385-EFCC-4393-A532-722571659032}"/>
                </a:ext>
              </a:extLst>
            </p:cNvPr>
            <p:cNvSpPr/>
            <p:nvPr/>
          </p:nvSpPr>
          <p:spPr>
            <a:xfrm>
              <a:off x="6357508" y="3358365"/>
              <a:ext cx="26865" cy="25912"/>
            </a:xfrm>
            <a:custGeom>
              <a:avLst/>
              <a:gdLst/>
              <a:ahLst/>
              <a:cxnLst/>
              <a:rect l="l" t="t" r="r" b="b"/>
              <a:pathLst>
                <a:path w="846" h="816" extrusionOk="0">
                  <a:moveTo>
                    <a:pt x="215" y="0"/>
                  </a:moveTo>
                  <a:cubicBezTo>
                    <a:pt x="161" y="0"/>
                    <a:pt x="108" y="18"/>
                    <a:pt x="72" y="54"/>
                  </a:cubicBezTo>
                  <a:cubicBezTo>
                    <a:pt x="1" y="125"/>
                    <a:pt x="1" y="268"/>
                    <a:pt x="72" y="340"/>
                  </a:cubicBezTo>
                  <a:lnTo>
                    <a:pt x="489" y="756"/>
                  </a:lnTo>
                  <a:cubicBezTo>
                    <a:pt x="536" y="792"/>
                    <a:pt x="584" y="816"/>
                    <a:pt x="644" y="816"/>
                  </a:cubicBezTo>
                  <a:cubicBezTo>
                    <a:pt x="703" y="816"/>
                    <a:pt x="739" y="792"/>
                    <a:pt x="786" y="756"/>
                  </a:cubicBezTo>
                  <a:cubicBezTo>
                    <a:pt x="846" y="685"/>
                    <a:pt x="846" y="566"/>
                    <a:pt x="775" y="471"/>
                  </a:cubicBezTo>
                  <a:lnTo>
                    <a:pt x="358" y="54"/>
                  </a:lnTo>
                  <a:cubicBezTo>
                    <a:pt x="322" y="18"/>
                    <a:pt x="269" y="0"/>
                    <a:pt x="21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" name="Google Shape;10947;p77">
              <a:extLst>
                <a:ext uri="{FF2B5EF4-FFF2-40B4-BE49-F238E27FC236}">
                  <a16:creationId xmlns:a16="http://schemas.microsoft.com/office/drawing/2014/main" id="{C3C663EC-221A-47FA-A8BE-BAA9ECC2DDFA}"/>
                </a:ext>
              </a:extLst>
            </p:cNvPr>
            <p:cNvSpPr/>
            <p:nvPr/>
          </p:nvSpPr>
          <p:spPr>
            <a:xfrm>
              <a:off x="6276596" y="3277453"/>
              <a:ext cx="26896" cy="25912"/>
            </a:xfrm>
            <a:custGeom>
              <a:avLst/>
              <a:gdLst/>
              <a:ahLst/>
              <a:cxnLst/>
              <a:rect l="l" t="t" r="r" b="b"/>
              <a:pathLst>
                <a:path w="847" h="816" extrusionOk="0">
                  <a:moveTo>
                    <a:pt x="219" y="0"/>
                  </a:moveTo>
                  <a:cubicBezTo>
                    <a:pt x="167" y="0"/>
                    <a:pt x="114" y="18"/>
                    <a:pt x="72" y="54"/>
                  </a:cubicBezTo>
                  <a:cubicBezTo>
                    <a:pt x="1" y="137"/>
                    <a:pt x="1" y="268"/>
                    <a:pt x="72" y="340"/>
                  </a:cubicBezTo>
                  <a:lnTo>
                    <a:pt x="489" y="756"/>
                  </a:lnTo>
                  <a:cubicBezTo>
                    <a:pt x="536" y="804"/>
                    <a:pt x="584" y="816"/>
                    <a:pt x="644" y="816"/>
                  </a:cubicBezTo>
                  <a:cubicBezTo>
                    <a:pt x="679" y="816"/>
                    <a:pt x="751" y="804"/>
                    <a:pt x="787" y="756"/>
                  </a:cubicBezTo>
                  <a:cubicBezTo>
                    <a:pt x="846" y="685"/>
                    <a:pt x="846" y="554"/>
                    <a:pt x="775" y="471"/>
                  </a:cubicBezTo>
                  <a:lnTo>
                    <a:pt x="358" y="54"/>
                  </a:lnTo>
                  <a:cubicBezTo>
                    <a:pt x="322" y="18"/>
                    <a:pt x="272" y="0"/>
                    <a:pt x="219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" name="Google Shape;10948;p77">
              <a:extLst>
                <a:ext uri="{FF2B5EF4-FFF2-40B4-BE49-F238E27FC236}">
                  <a16:creationId xmlns:a16="http://schemas.microsoft.com/office/drawing/2014/main" id="{16A6D909-DF77-4FF5-90DB-5BB55E7310A3}"/>
                </a:ext>
              </a:extLst>
            </p:cNvPr>
            <p:cNvSpPr/>
            <p:nvPr/>
          </p:nvSpPr>
          <p:spPr>
            <a:xfrm>
              <a:off x="6526508" y="3290314"/>
              <a:ext cx="21593" cy="19879"/>
            </a:xfrm>
            <a:custGeom>
              <a:avLst/>
              <a:gdLst/>
              <a:ahLst/>
              <a:cxnLst/>
              <a:rect l="l" t="t" r="r" b="b"/>
              <a:pathLst>
                <a:path w="680" h="626" extrusionOk="0">
                  <a:moveTo>
                    <a:pt x="446" y="0"/>
                  </a:moveTo>
                  <a:cubicBezTo>
                    <a:pt x="394" y="0"/>
                    <a:pt x="340" y="18"/>
                    <a:pt x="298" y="54"/>
                  </a:cubicBezTo>
                  <a:lnTo>
                    <a:pt x="84" y="280"/>
                  </a:lnTo>
                  <a:cubicBezTo>
                    <a:pt x="1" y="351"/>
                    <a:pt x="1" y="482"/>
                    <a:pt x="84" y="566"/>
                  </a:cubicBezTo>
                  <a:cubicBezTo>
                    <a:pt x="120" y="601"/>
                    <a:pt x="167" y="625"/>
                    <a:pt x="227" y="625"/>
                  </a:cubicBezTo>
                  <a:cubicBezTo>
                    <a:pt x="275" y="625"/>
                    <a:pt x="334" y="601"/>
                    <a:pt x="382" y="566"/>
                  </a:cubicBezTo>
                  <a:lnTo>
                    <a:pt x="596" y="340"/>
                  </a:lnTo>
                  <a:cubicBezTo>
                    <a:pt x="679" y="268"/>
                    <a:pt x="679" y="125"/>
                    <a:pt x="584" y="54"/>
                  </a:cubicBezTo>
                  <a:cubicBezTo>
                    <a:pt x="548" y="18"/>
                    <a:pt x="498" y="0"/>
                    <a:pt x="446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8" name="Google Shape;10949;p77">
              <a:extLst>
                <a:ext uri="{FF2B5EF4-FFF2-40B4-BE49-F238E27FC236}">
                  <a16:creationId xmlns:a16="http://schemas.microsoft.com/office/drawing/2014/main" id="{0BCBF6BF-4768-4AC6-8457-9E956B413B4B}"/>
                </a:ext>
              </a:extLst>
            </p:cNvPr>
            <p:cNvSpPr/>
            <p:nvPr/>
          </p:nvSpPr>
          <p:spPr>
            <a:xfrm>
              <a:off x="6465253" y="3352299"/>
              <a:ext cx="20831" cy="19498"/>
            </a:xfrm>
            <a:custGeom>
              <a:avLst/>
              <a:gdLst/>
              <a:ahLst/>
              <a:cxnLst/>
              <a:rect l="l" t="t" r="r" b="b"/>
              <a:pathLst>
                <a:path w="656" h="614" extrusionOk="0">
                  <a:moveTo>
                    <a:pt x="437" y="1"/>
                  </a:moveTo>
                  <a:cubicBezTo>
                    <a:pt x="385" y="1"/>
                    <a:pt x="334" y="19"/>
                    <a:pt x="299" y="54"/>
                  </a:cubicBezTo>
                  <a:lnTo>
                    <a:pt x="72" y="281"/>
                  </a:lnTo>
                  <a:cubicBezTo>
                    <a:pt x="1" y="352"/>
                    <a:pt x="1" y="483"/>
                    <a:pt x="72" y="554"/>
                  </a:cubicBezTo>
                  <a:cubicBezTo>
                    <a:pt x="120" y="602"/>
                    <a:pt x="168" y="614"/>
                    <a:pt x="227" y="614"/>
                  </a:cubicBezTo>
                  <a:cubicBezTo>
                    <a:pt x="263" y="614"/>
                    <a:pt x="322" y="602"/>
                    <a:pt x="370" y="554"/>
                  </a:cubicBezTo>
                  <a:lnTo>
                    <a:pt x="596" y="340"/>
                  </a:lnTo>
                  <a:cubicBezTo>
                    <a:pt x="656" y="257"/>
                    <a:pt x="656" y="126"/>
                    <a:pt x="584" y="54"/>
                  </a:cubicBezTo>
                  <a:cubicBezTo>
                    <a:pt x="543" y="19"/>
                    <a:pt x="489" y="1"/>
                    <a:pt x="437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9" name="Google Shape;10950;p77">
              <a:extLst>
                <a:ext uri="{FF2B5EF4-FFF2-40B4-BE49-F238E27FC236}">
                  <a16:creationId xmlns:a16="http://schemas.microsoft.com/office/drawing/2014/main" id="{DEF30ACE-9E49-4275-AEB4-371A51DA5B05}"/>
                </a:ext>
              </a:extLst>
            </p:cNvPr>
            <p:cNvSpPr/>
            <p:nvPr/>
          </p:nvSpPr>
          <p:spPr>
            <a:xfrm>
              <a:off x="6526508" y="3352299"/>
              <a:ext cx="21593" cy="19498"/>
            </a:xfrm>
            <a:custGeom>
              <a:avLst/>
              <a:gdLst/>
              <a:ahLst/>
              <a:cxnLst/>
              <a:rect l="l" t="t" r="r" b="b"/>
              <a:pathLst>
                <a:path w="680" h="614" extrusionOk="0">
                  <a:moveTo>
                    <a:pt x="221" y="1"/>
                  </a:moveTo>
                  <a:cubicBezTo>
                    <a:pt x="170" y="1"/>
                    <a:pt x="120" y="19"/>
                    <a:pt x="84" y="54"/>
                  </a:cubicBezTo>
                  <a:cubicBezTo>
                    <a:pt x="1" y="126"/>
                    <a:pt x="1" y="257"/>
                    <a:pt x="84" y="340"/>
                  </a:cubicBezTo>
                  <a:lnTo>
                    <a:pt x="298" y="554"/>
                  </a:lnTo>
                  <a:cubicBezTo>
                    <a:pt x="346" y="602"/>
                    <a:pt x="394" y="614"/>
                    <a:pt x="453" y="614"/>
                  </a:cubicBezTo>
                  <a:cubicBezTo>
                    <a:pt x="501" y="614"/>
                    <a:pt x="560" y="602"/>
                    <a:pt x="596" y="554"/>
                  </a:cubicBezTo>
                  <a:cubicBezTo>
                    <a:pt x="679" y="483"/>
                    <a:pt x="679" y="352"/>
                    <a:pt x="584" y="281"/>
                  </a:cubicBezTo>
                  <a:lnTo>
                    <a:pt x="358" y="54"/>
                  </a:lnTo>
                  <a:cubicBezTo>
                    <a:pt x="322" y="19"/>
                    <a:pt x="272" y="1"/>
                    <a:pt x="22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0" name="Google Shape;10951;p77">
              <a:extLst>
                <a:ext uri="{FF2B5EF4-FFF2-40B4-BE49-F238E27FC236}">
                  <a16:creationId xmlns:a16="http://schemas.microsoft.com/office/drawing/2014/main" id="{CF8CB7FA-6FD7-4954-9D9C-BD87432A1166}"/>
                </a:ext>
              </a:extLst>
            </p:cNvPr>
            <p:cNvSpPr/>
            <p:nvPr/>
          </p:nvSpPr>
          <p:spPr>
            <a:xfrm>
              <a:off x="6465253" y="3290314"/>
              <a:ext cx="20831" cy="19879"/>
            </a:xfrm>
            <a:custGeom>
              <a:avLst/>
              <a:gdLst/>
              <a:ahLst/>
              <a:cxnLst/>
              <a:rect l="l" t="t" r="r" b="b"/>
              <a:pathLst>
                <a:path w="656" h="626" extrusionOk="0">
                  <a:moveTo>
                    <a:pt x="215" y="0"/>
                  </a:moveTo>
                  <a:cubicBezTo>
                    <a:pt x="162" y="0"/>
                    <a:pt x="108" y="18"/>
                    <a:pt x="72" y="54"/>
                  </a:cubicBezTo>
                  <a:cubicBezTo>
                    <a:pt x="1" y="125"/>
                    <a:pt x="1" y="268"/>
                    <a:pt x="72" y="340"/>
                  </a:cubicBezTo>
                  <a:lnTo>
                    <a:pt x="299" y="566"/>
                  </a:lnTo>
                  <a:cubicBezTo>
                    <a:pt x="346" y="601"/>
                    <a:pt x="382" y="625"/>
                    <a:pt x="441" y="625"/>
                  </a:cubicBezTo>
                  <a:cubicBezTo>
                    <a:pt x="489" y="625"/>
                    <a:pt x="549" y="601"/>
                    <a:pt x="596" y="566"/>
                  </a:cubicBezTo>
                  <a:cubicBezTo>
                    <a:pt x="656" y="482"/>
                    <a:pt x="656" y="351"/>
                    <a:pt x="584" y="280"/>
                  </a:cubicBezTo>
                  <a:lnTo>
                    <a:pt x="358" y="54"/>
                  </a:lnTo>
                  <a:cubicBezTo>
                    <a:pt x="322" y="18"/>
                    <a:pt x="269" y="0"/>
                    <a:pt x="21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1" name="Google Shape;10952;p77">
              <a:extLst>
                <a:ext uri="{FF2B5EF4-FFF2-40B4-BE49-F238E27FC236}">
                  <a16:creationId xmlns:a16="http://schemas.microsoft.com/office/drawing/2014/main" id="{122EC49B-4C74-45B8-B0F8-418B5B98C2C2}"/>
                </a:ext>
              </a:extLst>
            </p:cNvPr>
            <p:cNvSpPr/>
            <p:nvPr/>
          </p:nvSpPr>
          <p:spPr>
            <a:xfrm>
              <a:off x="6304573" y="3437180"/>
              <a:ext cx="119145" cy="13274"/>
            </a:xfrm>
            <a:custGeom>
              <a:avLst/>
              <a:gdLst/>
              <a:ahLst/>
              <a:cxnLst/>
              <a:rect l="l" t="t" r="r" b="b"/>
              <a:pathLst>
                <a:path w="3752" h="418" extrusionOk="0">
                  <a:moveTo>
                    <a:pt x="203" y="1"/>
                  </a:moveTo>
                  <a:cubicBezTo>
                    <a:pt x="96" y="1"/>
                    <a:pt x="1" y="84"/>
                    <a:pt x="1" y="203"/>
                  </a:cubicBezTo>
                  <a:cubicBezTo>
                    <a:pt x="1" y="322"/>
                    <a:pt x="84" y="417"/>
                    <a:pt x="203" y="417"/>
                  </a:cubicBezTo>
                  <a:lnTo>
                    <a:pt x="3537" y="417"/>
                  </a:lnTo>
                  <a:cubicBezTo>
                    <a:pt x="3644" y="417"/>
                    <a:pt x="3751" y="322"/>
                    <a:pt x="3751" y="203"/>
                  </a:cubicBezTo>
                  <a:cubicBezTo>
                    <a:pt x="3751" y="84"/>
                    <a:pt x="3644" y="1"/>
                    <a:pt x="3537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" name="Google Shape;10953;p77">
              <a:extLst>
                <a:ext uri="{FF2B5EF4-FFF2-40B4-BE49-F238E27FC236}">
                  <a16:creationId xmlns:a16="http://schemas.microsoft.com/office/drawing/2014/main" id="{AD366E22-EE53-455D-9944-58C9242A6817}"/>
                </a:ext>
              </a:extLst>
            </p:cNvPr>
            <p:cNvSpPr/>
            <p:nvPr/>
          </p:nvSpPr>
          <p:spPr>
            <a:xfrm>
              <a:off x="6304573" y="3500341"/>
              <a:ext cx="25372" cy="13242"/>
            </a:xfrm>
            <a:custGeom>
              <a:avLst/>
              <a:gdLst/>
              <a:ahLst/>
              <a:cxnLst/>
              <a:rect l="l" t="t" r="r" b="b"/>
              <a:pathLst>
                <a:path w="799" h="417" extrusionOk="0">
                  <a:moveTo>
                    <a:pt x="203" y="0"/>
                  </a:moveTo>
                  <a:cubicBezTo>
                    <a:pt x="108" y="0"/>
                    <a:pt x="1" y="95"/>
                    <a:pt x="1" y="214"/>
                  </a:cubicBezTo>
                  <a:cubicBezTo>
                    <a:pt x="1" y="333"/>
                    <a:pt x="84" y="417"/>
                    <a:pt x="203" y="417"/>
                  </a:cubicBezTo>
                  <a:lnTo>
                    <a:pt x="596" y="417"/>
                  </a:lnTo>
                  <a:cubicBezTo>
                    <a:pt x="703" y="417"/>
                    <a:pt x="798" y="333"/>
                    <a:pt x="798" y="214"/>
                  </a:cubicBezTo>
                  <a:cubicBezTo>
                    <a:pt x="798" y="95"/>
                    <a:pt x="715" y="0"/>
                    <a:pt x="596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" name="Google Shape;10954;p77">
              <a:extLst>
                <a:ext uri="{FF2B5EF4-FFF2-40B4-BE49-F238E27FC236}">
                  <a16:creationId xmlns:a16="http://schemas.microsoft.com/office/drawing/2014/main" id="{C5E4D276-8242-49DA-A751-71ED3D940A64}"/>
                </a:ext>
              </a:extLst>
            </p:cNvPr>
            <p:cNvSpPr/>
            <p:nvPr/>
          </p:nvSpPr>
          <p:spPr>
            <a:xfrm>
              <a:off x="6346934" y="3500341"/>
              <a:ext cx="76784" cy="13242"/>
            </a:xfrm>
            <a:custGeom>
              <a:avLst/>
              <a:gdLst/>
              <a:ahLst/>
              <a:cxnLst/>
              <a:rect l="l" t="t" r="r" b="b"/>
              <a:pathLst>
                <a:path w="2418" h="417" extrusionOk="0">
                  <a:moveTo>
                    <a:pt x="215" y="0"/>
                  </a:moveTo>
                  <a:cubicBezTo>
                    <a:pt x="107" y="0"/>
                    <a:pt x="0" y="95"/>
                    <a:pt x="0" y="214"/>
                  </a:cubicBezTo>
                  <a:cubicBezTo>
                    <a:pt x="0" y="333"/>
                    <a:pt x="96" y="417"/>
                    <a:pt x="215" y="417"/>
                  </a:cubicBezTo>
                  <a:lnTo>
                    <a:pt x="2203" y="417"/>
                  </a:lnTo>
                  <a:cubicBezTo>
                    <a:pt x="2310" y="417"/>
                    <a:pt x="2417" y="333"/>
                    <a:pt x="2417" y="214"/>
                  </a:cubicBezTo>
                  <a:cubicBezTo>
                    <a:pt x="2417" y="95"/>
                    <a:pt x="2310" y="0"/>
                    <a:pt x="2203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" name="Google Shape;10955;p77">
              <a:extLst>
                <a:ext uri="{FF2B5EF4-FFF2-40B4-BE49-F238E27FC236}">
                  <a16:creationId xmlns:a16="http://schemas.microsoft.com/office/drawing/2014/main" id="{0CED812E-107E-4B3A-ACB2-6F685EE4FFEB}"/>
                </a:ext>
              </a:extLst>
            </p:cNvPr>
            <p:cNvSpPr/>
            <p:nvPr/>
          </p:nvSpPr>
          <p:spPr>
            <a:xfrm>
              <a:off x="6304573" y="3468935"/>
              <a:ext cx="119145" cy="12893"/>
            </a:xfrm>
            <a:custGeom>
              <a:avLst/>
              <a:gdLst/>
              <a:ahLst/>
              <a:cxnLst/>
              <a:rect l="l" t="t" r="r" b="b"/>
              <a:pathLst>
                <a:path w="3752" h="406" extrusionOk="0">
                  <a:moveTo>
                    <a:pt x="203" y="1"/>
                  </a:moveTo>
                  <a:cubicBezTo>
                    <a:pt x="96" y="1"/>
                    <a:pt x="1" y="84"/>
                    <a:pt x="1" y="203"/>
                  </a:cubicBezTo>
                  <a:cubicBezTo>
                    <a:pt x="1" y="322"/>
                    <a:pt x="84" y="406"/>
                    <a:pt x="203" y="406"/>
                  </a:cubicBezTo>
                  <a:lnTo>
                    <a:pt x="3537" y="406"/>
                  </a:lnTo>
                  <a:cubicBezTo>
                    <a:pt x="3644" y="406"/>
                    <a:pt x="3751" y="322"/>
                    <a:pt x="3751" y="203"/>
                  </a:cubicBezTo>
                  <a:cubicBezTo>
                    <a:pt x="3751" y="84"/>
                    <a:pt x="3644" y="1"/>
                    <a:pt x="3537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" name="Google Shape;10956;p77">
              <a:extLst>
                <a:ext uri="{FF2B5EF4-FFF2-40B4-BE49-F238E27FC236}">
                  <a16:creationId xmlns:a16="http://schemas.microsoft.com/office/drawing/2014/main" id="{8AA87BA2-7651-4A0C-AAD8-08057AD46953}"/>
                </a:ext>
              </a:extLst>
            </p:cNvPr>
            <p:cNvSpPr/>
            <p:nvPr/>
          </p:nvSpPr>
          <p:spPr>
            <a:xfrm>
              <a:off x="6228583" y="3237664"/>
              <a:ext cx="357688" cy="186338"/>
            </a:xfrm>
            <a:custGeom>
              <a:avLst/>
              <a:gdLst/>
              <a:ahLst/>
              <a:cxnLst/>
              <a:rect l="l" t="t" r="r" b="b"/>
              <a:pathLst>
                <a:path w="11264" h="5868" extrusionOk="0">
                  <a:moveTo>
                    <a:pt x="8752" y="1045"/>
                  </a:moveTo>
                  <a:cubicBezTo>
                    <a:pt x="9240" y="1045"/>
                    <a:pt x="9716" y="1224"/>
                    <a:pt x="10085" y="1593"/>
                  </a:cubicBezTo>
                  <a:cubicBezTo>
                    <a:pt x="10811" y="2331"/>
                    <a:pt x="10811" y="3545"/>
                    <a:pt x="10085" y="4272"/>
                  </a:cubicBezTo>
                  <a:cubicBezTo>
                    <a:pt x="9716" y="4641"/>
                    <a:pt x="9234" y="4825"/>
                    <a:pt x="8750" y="4825"/>
                  </a:cubicBezTo>
                  <a:cubicBezTo>
                    <a:pt x="8267" y="4825"/>
                    <a:pt x="7781" y="4641"/>
                    <a:pt x="7406" y="4272"/>
                  </a:cubicBezTo>
                  <a:cubicBezTo>
                    <a:pt x="6668" y="3522"/>
                    <a:pt x="6668" y="2331"/>
                    <a:pt x="7406" y="1593"/>
                  </a:cubicBezTo>
                  <a:cubicBezTo>
                    <a:pt x="7775" y="1224"/>
                    <a:pt x="8252" y="1045"/>
                    <a:pt x="8752" y="1045"/>
                  </a:cubicBezTo>
                  <a:close/>
                  <a:moveTo>
                    <a:pt x="3215" y="402"/>
                  </a:moveTo>
                  <a:cubicBezTo>
                    <a:pt x="3870" y="402"/>
                    <a:pt x="4501" y="652"/>
                    <a:pt x="5001" y="1140"/>
                  </a:cubicBezTo>
                  <a:cubicBezTo>
                    <a:pt x="5978" y="2140"/>
                    <a:pt x="5978" y="3736"/>
                    <a:pt x="5001" y="4712"/>
                  </a:cubicBezTo>
                  <a:cubicBezTo>
                    <a:pt x="4507" y="5206"/>
                    <a:pt x="3858" y="5453"/>
                    <a:pt x="3211" y="5453"/>
                  </a:cubicBezTo>
                  <a:cubicBezTo>
                    <a:pt x="2563" y="5453"/>
                    <a:pt x="1918" y="5206"/>
                    <a:pt x="1429" y="4712"/>
                  </a:cubicBezTo>
                  <a:cubicBezTo>
                    <a:pt x="441" y="3736"/>
                    <a:pt x="441" y="2128"/>
                    <a:pt x="1429" y="1140"/>
                  </a:cubicBezTo>
                  <a:cubicBezTo>
                    <a:pt x="1918" y="652"/>
                    <a:pt x="2560" y="402"/>
                    <a:pt x="3215" y="402"/>
                  </a:cubicBezTo>
                  <a:close/>
                  <a:moveTo>
                    <a:pt x="3209" y="0"/>
                  </a:moveTo>
                  <a:cubicBezTo>
                    <a:pt x="2462" y="0"/>
                    <a:pt x="1715" y="289"/>
                    <a:pt x="1144" y="866"/>
                  </a:cubicBezTo>
                  <a:cubicBezTo>
                    <a:pt x="1" y="2009"/>
                    <a:pt x="1" y="3855"/>
                    <a:pt x="1144" y="4998"/>
                  </a:cubicBezTo>
                  <a:cubicBezTo>
                    <a:pt x="1703" y="5569"/>
                    <a:pt x="2465" y="5867"/>
                    <a:pt x="3215" y="5867"/>
                  </a:cubicBezTo>
                  <a:cubicBezTo>
                    <a:pt x="3953" y="5867"/>
                    <a:pt x="4715" y="5581"/>
                    <a:pt x="5275" y="4998"/>
                  </a:cubicBezTo>
                  <a:cubicBezTo>
                    <a:pt x="5680" y="4593"/>
                    <a:pt x="5930" y="4117"/>
                    <a:pt x="6049" y="3617"/>
                  </a:cubicBezTo>
                  <a:lnTo>
                    <a:pt x="6561" y="3617"/>
                  </a:lnTo>
                  <a:cubicBezTo>
                    <a:pt x="6668" y="3962"/>
                    <a:pt x="6859" y="4284"/>
                    <a:pt x="7121" y="4557"/>
                  </a:cubicBezTo>
                  <a:cubicBezTo>
                    <a:pt x="7573" y="4998"/>
                    <a:pt x="8168" y="5224"/>
                    <a:pt x="8752" y="5224"/>
                  </a:cubicBezTo>
                  <a:cubicBezTo>
                    <a:pt x="9323" y="5224"/>
                    <a:pt x="9919" y="4998"/>
                    <a:pt x="10371" y="4557"/>
                  </a:cubicBezTo>
                  <a:cubicBezTo>
                    <a:pt x="11264" y="3664"/>
                    <a:pt x="11264" y="2200"/>
                    <a:pt x="10371" y="1307"/>
                  </a:cubicBezTo>
                  <a:cubicBezTo>
                    <a:pt x="9924" y="860"/>
                    <a:pt x="9335" y="637"/>
                    <a:pt x="8746" y="637"/>
                  </a:cubicBezTo>
                  <a:cubicBezTo>
                    <a:pt x="8156" y="637"/>
                    <a:pt x="7567" y="860"/>
                    <a:pt x="7121" y="1307"/>
                  </a:cubicBezTo>
                  <a:cubicBezTo>
                    <a:pt x="6609" y="1831"/>
                    <a:pt x="6394" y="2533"/>
                    <a:pt x="6466" y="3212"/>
                  </a:cubicBezTo>
                  <a:lnTo>
                    <a:pt x="6132" y="3212"/>
                  </a:lnTo>
                  <a:cubicBezTo>
                    <a:pt x="6204" y="2379"/>
                    <a:pt x="5930" y="1497"/>
                    <a:pt x="5275" y="866"/>
                  </a:cubicBezTo>
                  <a:cubicBezTo>
                    <a:pt x="4704" y="289"/>
                    <a:pt x="3956" y="0"/>
                    <a:pt x="3209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" name="Google Shape;10957;p77">
              <a:extLst>
                <a:ext uri="{FF2B5EF4-FFF2-40B4-BE49-F238E27FC236}">
                  <a16:creationId xmlns:a16="http://schemas.microsoft.com/office/drawing/2014/main" id="{31D0ACDB-2EAF-41F5-8985-738F5D1D156F}"/>
                </a:ext>
              </a:extLst>
            </p:cNvPr>
            <p:cNvSpPr/>
            <p:nvPr/>
          </p:nvSpPr>
          <p:spPr>
            <a:xfrm>
              <a:off x="6295141" y="3295775"/>
              <a:ext cx="70718" cy="71131"/>
            </a:xfrm>
            <a:custGeom>
              <a:avLst/>
              <a:gdLst/>
              <a:ahLst/>
              <a:cxnLst/>
              <a:rect l="l" t="t" r="r" b="b"/>
              <a:pathLst>
                <a:path w="2227" h="2240" extrusionOk="0">
                  <a:moveTo>
                    <a:pt x="1119" y="394"/>
                  </a:moveTo>
                  <a:cubicBezTo>
                    <a:pt x="1512" y="394"/>
                    <a:pt x="1834" y="703"/>
                    <a:pt x="1834" y="1108"/>
                  </a:cubicBezTo>
                  <a:cubicBezTo>
                    <a:pt x="1810" y="1501"/>
                    <a:pt x="1500" y="1822"/>
                    <a:pt x="1119" y="1822"/>
                  </a:cubicBezTo>
                  <a:cubicBezTo>
                    <a:pt x="726" y="1822"/>
                    <a:pt x="405" y="1501"/>
                    <a:pt x="405" y="1108"/>
                  </a:cubicBezTo>
                  <a:cubicBezTo>
                    <a:pt x="405" y="715"/>
                    <a:pt x="714" y="394"/>
                    <a:pt x="1119" y="394"/>
                  </a:cubicBezTo>
                  <a:close/>
                  <a:moveTo>
                    <a:pt x="1119" y="1"/>
                  </a:moveTo>
                  <a:cubicBezTo>
                    <a:pt x="500" y="1"/>
                    <a:pt x="0" y="501"/>
                    <a:pt x="0" y="1120"/>
                  </a:cubicBezTo>
                  <a:cubicBezTo>
                    <a:pt x="0" y="1727"/>
                    <a:pt x="500" y="2239"/>
                    <a:pt x="1119" y="2239"/>
                  </a:cubicBezTo>
                  <a:cubicBezTo>
                    <a:pt x="1727" y="2239"/>
                    <a:pt x="2227" y="1727"/>
                    <a:pt x="2227" y="1120"/>
                  </a:cubicBezTo>
                  <a:cubicBezTo>
                    <a:pt x="2227" y="489"/>
                    <a:pt x="1727" y="1"/>
                    <a:pt x="1119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" name="Google Shape;10958;p77">
              <a:extLst>
                <a:ext uri="{FF2B5EF4-FFF2-40B4-BE49-F238E27FC236}">
                  <a16:creationId xmlns:a16="http://schemas.microsoft.com/office/drawing/2014/main" id="{A06F5A91-685B-462D-A5D5-343B5BAE2B59}"/>
                </a:ext>
              </a:extLst>
            </p:cNvPr>
            <p:cNvSpPr/>
            <p:nvPr/>
          </p:nvSpPr>
          <p:spPr>
            <a:xfrm>
              <a:off x="6482273" y="3306763"/>
              <a:ext cx="48045" cy="48045"/>
            </a:xfrm>
            <a:custGeom>
              <a:avLst/>
              <a:gdLst/>
              <a:ahLst/>
              <a:cxnLst/>
              <a:rect l="l" t="t" r="r" b="b"/>
              <a:pathLst>
                <a:path w="1513" h="1513" extrusionOk="0">
                  <a:moveTo>
                    <a:pt x="763" y="405"/>
                  </a:moveTo>
                  <a:cubicBezTo>
                    <a:pt x="953" y="405"/>
                    <a:pt x="1120" y="560"/>
                    <a:pt x="1120" y="762"/>
                  </a:cubicBezTo>
                  <a:cubicBezTo>
                    <a:pt x="1120" y="965"/>
                    <a:pt x="953" y="1119"/>
                    <a:pt x="763" y="1119"/>
                  </a:cubicBezTo>
                  <a:cubicBezTo>
                    <a:pt x="560" y="1119"/>
                    <a:pt x="406" y="953"/>
                    <a:pt x="406" y="762"/>
                  </a:cubicBezTo>
                  <a:cubicBezTo>
                    <a:pt x="406" y="560"/>
                    <a:pt x="560" y="405"/>
                    <a:pt x="763" y="405"/>
                  </a:cubicBezTo>
                  <a:close/>
                  <a:moveTo>
                    <a:pt x="763" y="0"/>
                  </a:moveTo>
                  <a:cubicBezTo>
                    <a:pt x="346" y="0"/>
                    <a:pt x="1" y="345"/>
                    <a:pt x="1" y="762"/>
                  </a:cubicBezTo>
                  <a:cubicBezTo>
                    <a:pt x="1" y="1179"/>
                    <a:pt x="346" y="1512"/>
                    <a:pt x="763" y="1512"/>
                  </a:cubicBezTo>
                  <a:cubicBezTo>
                    <a:pt x="1179" y="1512"/>
                    <a:pt x="1513" y="1179"/>
                    <a:pt x="1513" y="762"/>
                  </a:cubicBezTo>
                  <a:cubicBezTo>
                    <a:pt x="1513" y="345"/>
                    <a:pt x="1179" y="0"/>
                    <a:pt x="763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" name="Google Shape;10959;p77">
              <a:extLst>
                <a:ext uri="{FF2B5EF4-FFF2-40B4-BE49-F238E27FC236}">
                  <a16:creationId xmlns:a16="http://schemas.microsoft.com/office/drawing/2014/main" id="{618D38E4-8BFD-420F-89F2-9C00DB2D4324}"/>
                </a:ext>
              </a:extLst>
            </p:cNvPr>
            <p:cNvSpPr/>
            <p:nvPr/>
          </p:nvSpPr>
          <p:spPr>
            <a:xfrm>
              <a:off x="6456584" y="3437180"/>
              <a:ext cx="76784" cy="76403"/>
            </a:xfrm>
            <a:custGeom>
              <a:avLst/>
              <a:gdLst/>
              <a:ahLst/>
              <a:cxnLst/>
              <a:rect l="l" t="t" r="r" b="b"/>
              <a:pathLst>
                <a:path w="2418" h="2406" extrusionOk="0">
                  <a:moveTo>
                    <a:pt x="2012" y="406"/>
                  </a:moveTo>
                  <a:lnTo>
                    <a:pt x="2012" y="1989"/>
                  </a:lnTo>
                  <a:lnTo>
                    <a:pt x="417" y="1989"/>
                  </a:lnTo>
                  <a:lnTo>
                    <a:pt x="417" y="406"/>
                  </a:lnTo>
                  <a:close/>
                  <a:moveTo>
                    <a:pt x="298" y="1"/>
                  </a:moveTo>
                  <a:cubicBezTo>
                    <a:pt x="143" y="1"/>
                    <a:pt x="0" y="132"/>
                    <a:pt x="0" y="298"/>
                  </a:cubicBezTo>
                  <a:lnTo>
                    <a:pt x="0" y="2108"/>
                  </a:lnTo>
                  <a:cubicBezTo>
                    <a:pt x="0" y="2275"/>
                    <a:pt x="143" y="2406"/>
                    <a:pt x="298" y="2406"/>
                  </a:cubicBezTo>
                  <a:lnTo>
                    <a:pt x="2119" y="2406"/>
                  </a:lnTo>
                  <a:cubicBezTo>
                    <a:pt x="2286" y="2406"/>
                    <a:pt x="2417" y="2275"/>
                    <a:pt x="2417" y="2108"/>
                  </a:cubicBezTo>
                  <a:lnTo>
                    <a:pt x="2417" y="298"/>
                  </a:lnTo>
                  <a:cubicBezTo>
                    <a:pt x="2417" y="120"/>
                    <a:pt x="2286" y="1"/>
                    <a:pt x="2119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" name="Google Shape;10960;p77">
              <a:extLst>
                <a:ext uri="{FF2B5EF4-FFF2-40B4-BE49-F238E27FC236}">
                  <a16:creationId xmlns:a16="http://schemas.microsoft.com/office/drawing/2014/main" id="{3B2B9932-9A14-4226-AFF4-50CB9F21B22D}"/>
                </a:ext>
              </a:extLst>
            </p:cNvPr>
            <p:cNvSpPr/>
            <p:nvPr/>
          </p:nvSpPr>
          <p:spPr>
            <a:xfrm>
              <a:off x="6268658" y="3367351"/>
              <a:ext cx="406464" cy="174208"/>
            </a:xfrm>
            <a:custGeom>
              <a:avLst/>
              <a:gdLst/>
              <a:ahLst/>
              <a:cxnLst/>
              <a:rect l="l" t="t" r="r" b="b"/>
              <a:pathLst>
                <a:path w="12800" h="5486" extrusionOk="0">
                  <a:moveTo>
                    <a:pt x="10419" y="1616"/>
                  </a:moveTo>
                  <a:lnTo>
                    <a:pt x="10419" y="3009"/>
                  </a:lnTo>
                  <a:lnTo>
                    <a:pt x="9573" y="3009"/>
                  </a:lnTo>
                  <a:lnTo>
                    <a:pt x="9573" y="1616"/>
                  </a:lnTo>
                  <a:close/>
                  <a:moveTo>
                    <a:pt x="12395" y="402"/>
                  </a:moveTo>
                  <a:lnTo>
                    <a:pt x="12395" y="414"/>
                  </a:lnTo>
                  <a:lnTo>
                    <a:pt x="12395" y="4224"/>
                  </a:lnTo>
                  <a:lnTo>
                    <a:pt x="12383" y="4236"/>
                  </a:lnTo>
                  <a:lnTo>
                    <a:pt x="10835" y="3807"/>
                  </a:lnTo>
                  <a:lnTo>
                    <a:pt x="10823" y="3795"/>
                  </a:lnTo>
                  <a:lnTo>
                    <a:pt x="10823" y="3224"/>
                  </a:lnTo>
                  <a:lnTo>
                    <a:pt x="10823" y="1414"/>
                  </a:lnTo>
                  <a:lnTo>
                    <a:pt x="10823" y="842"/>
                  </a:lnTo>
                  <a:cubicBezTo>
                    <a:pt x="10823" y="842"/>
                    <a:pt x="10823" y="831"/>
                    <a:pt x="10835" y="831"/>
                  </a:cubicBezTo>
                  <a:lnTo>
                    <a:pt x="12383" y="402"/>
                  </a:lnTo>
                  <a:close/>
                  <a:moveTo>
                    <a:pt x="12362" y="0"/>
                  </a:moveTo>
                  <a:cubicBezTo>
                    <a:pt x="12330" y="0"/>
                    <a:pt x="12297" y="3"/>
                    <a:pt x="12264" y="9"/>
                  </a:cubicBezTo>
                  <a:lnTo>
                    <a:pt x="10716" y="438"/>
                  </a:lnTo>
                  <a:cubicBezTo>
                    <a:pt x="10538" y="485"/>
                    <a:pt x="10407" y="664"/>
                    <a:pt x="10407" y="842"/>
                  </a:cubicBezTo>
                  <a:lnTo>
                    <a:pt x="10407" y="1212"/>
                  </a:lnTo>
                  <a:lnTo>
                    <a:pt x="9549" y="1212"/>
                  </a:lnTo>
                  <a:lnTo>
                    <a:pt x="9549" y="914"/>
                  </a:lnTo>
                  <a:cubicBezTo>
                    <a:pt x="9549" y="819"/>
                    <a:pt x="9466" y="711"/>
                    <a:pt x="9347" y="711"/>
                  </a:cubicBezTo>
                  <a:cubicBezTo>
                    <a:pt x="9228" y="711"/>
                    <a:pt x="9133" y="795"/>
                    <a:pt x="9133" y="914"/>
                  </a:cubicBezTo>
                  <a:lnTo>
                    <a:pt x="9133" y="1414"/>
                  </a:lnTo>
                  <a:lnTo>
                    <a:pt x="9133" y="3224"/>
                  </a:lnTo>
                  <a:lnTo>
                    <a:pt x="9133" y="4986"/>
                  </a:lnTo>
                  <a:cubicBezTo>
                    <a:pt x="9133" y="5045"/>
                    <a:pt x="9085" y="5081"/>
                    <a:pt x="9026" y="5081"/>
                  </a:cubicBezTo>
                  <a:lnTo>
                    <a:pt x="513" y="5081"/>
                  </a:lnTo>
                  <a:cubicBezTo>
                    <a:pt x="453" y="5081"/>
                    <a:pt x="417" y="5045"/>
                    <a:pt x="417" y="4986"/>
                  </a:cubicBezTo>
                  <a:lnTo>
                    <a:pt x="417" y="1854"/>
                  </a:lnTo>
                  <a:cubicBezTo>
                    <a:pt x="417" y="1747"/>
                    <a:pt x="322" y="1652"/>
                    <a:pt x="203" y="1652"/>
                  </a:cubicBezTo>
                  <a:cubicBezTo>
                    <a:pt x="84" y="1652"/>
                    <a:pt x="1" y="1735"/>
                    <a:pt x="1" y="1854"/>
                  </a:cubicBezTo>
                  <a:lnTo>
                    <a:pt x="1" y="4986"/>
                  </a:lnTo>
                  <a:cubicBezTo>
                    <a:pt x="1" y="5260"/>
                    <a:pt x="215" y="5486"/>
                    <a:pt x="501" y="5486"/>
                  </a:cubicBezTo>
                  <a:lnTo>
                    <a:pt x="9014" y="5486"/>
                  </a:lnTo>
                  <a:cubicBezTo>
                    <a:pt x="9299" y="5486"/>
                    <a:pt x="9526" y="5260"/>
                    <a:pt x="9526" y="4986"/>
                  </a:cubicBezTo>
                  <a:lnTo>
                    <a:pt x="9526" y="3414"/>
                  </a:lnTo>
                  <a:lnTo>
                    <a:pt x="10371" y="3414"/>
                  </a:lnTo>
                  <a:lnTo>
                    <a:pt x="10371" y="3795"/>
                  </a:lnTo>
                  <a:cubicBezTo>
                    <a:pt x="10371" y="3986"/>
                    <a:pt x="10502" y="4152"/>
                    <a:pt x="10681" y="4188"/>
                  </a:cubicBezTo>
                  <a:lnTo>
                    <a:pt x="12228" y="4629"/>
                  </a:lnTo>
                  <a:cubicBezTo>
                    <a:pt x="12264" y="4641"/>
                    <a:pt x="12300" y="4641"/>
                    <a:pt x="12347" y="4641"/>
                  </a:cubicBezTo>
                  <a:cubicBezTo>
                    <a:pt x="12443" y="4641"/>
                    <a:pt x="12526" y="4605"/>
                    <a:pt x="12597" y="4545"/>
                  </a:cubicBezTo>
                  <a:cubicBezTo>
                    <a:pt x="12705" y="4474"/>
                    <a:pt x="12764" y="4343"/>
                    <a:pt x="12764" y="4224"/>
                  </a:cubicBezTo>
                  <a:lnTo>
                    <a:pt x="12764" y="426"/>
                  </a:lnTo>
                  <a:cubicBezTo>
                    <a:pt x="12800" y="283"/>
                    <a:pt x="12740" y="164"/>
                    <a:pt x="12633" y="80"/>
                  </a:cubicBezTo>
                  <a:cubicBezTo>
                    <a:pt x="12553" y="27"/>
                    <a:pt x="12459" y="0"/>
                    <a:pt x="12362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1EAF403A-B601-4F8F-8392-88371D8FB1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2945" y="2571750"/>
            <a:ext cx="4302133" cy="3108960"/>
          </a:xfrm>
          <a:prstGeom prst="cloud">
            <a:avLst/>
          </a:prstGeom>
        </p:spPr>
      </p:pic>
    </p:spTree>
    <p:extLst>
      <p:ext uri="{BB962C8B-B14F-4D97-AF65-F5344CB8AC3E}">
        <p14:creationId xmlns:p14="http://schemas.microsoft.com/office/powerpoint/2010/main" val="30292561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107ED4A-A9DC-4221-8C06-27B3A6BCFFB9}"/>
              </a:ext>
            </a:extLst>
          </p:cNvPr>
          <p:cNvSpPr/>
          <p:nvPr/>
        </p:nvSpPr>
        <p:spPr>
          <a:xfrm>
            <a:off x="6559094" y="219548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A37328-CB30-4079-90C3-9B304D60027E}"/>
              </a:ext>
            </a:extLst>
          </p:cNvPr>
          <p:cNvSpPr txBox="1"/>
          <p:nvPr/>
        </p:nvSpPr>
        <p:spPr>
          <a:xfrm>
            <a:off x="6557498" y="320319"/>
            <a:ext cx="194638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معرفی ماشین های خودران</a:t>
            </a:r>
            <a:endParaRPr lang="en-US" sz="1200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133D242-42D3-4A9E-9859-3684E1504403}"/>
              </a:ext>
            </a:extLst>
          </p:cNvPr>
          <p:cNvSpPr/>
          <p:nvPr/>
        </p:nvSpPr>
        <p:spPr>
          <a:xfrm>
            <a:off x="4556240" y="229094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4026FA-F5A2-4B47-93B3-DE30B877C9FF}"/>
              </a:ext>
            </a:extLst>
          </p:cNvPr>
          <p:cNvSpPr txBox="1"/>
          <p:nvPr/>
        </p:nvSpPr>
        <p:spPr>
          <a:xfrm>
            <a:off x="4553048" y="371065"/>
            <a:ext cx="1946382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تاریخچه و تکامل</a:t>
            </a:r>
            <a:endParaRPr lang="en-US" sz="1200" dirty="0">
              <a:solidFill>
                <a:schemeClr val="tx1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  <a:p>
            <a:pPr algn="ctr"/>
            <a:endParaRPr lang="en-US" sz="1200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8026780-8E9B-4F64-B397-CEC602872B44}"/>
              </a:ext>
            </a:extLst>
          </p:cNvPr>
          <p:cNvSpPr/>
          <p:nvPr/>
        </p:nvSpPr>
        <p:spPr>
          <a:xfrm>
            <a:off x="2550992" y="222971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42A3DD-F11B-405C-8AC4-693AB002921A}"/>
              </a:ext>
            </a:extLst>
          </p:cNvPr>
          <p:cNvSpPr txBox="1"/>
          <p:nvPr/>
        </p:nvSpPr>
        <p:spPr>
          <a:xfrm>
            <a:off x="2550194" y="320319"/>
            <a:ext cx="194638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چرا ماشین های خودران؟</a:t>
            </a:r>
            <a:endParaRPr lang="en-US" sz="1200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2032313-8EC9-498E-9770-FE38C5B56023}"/>
              </a:ext>
            </a:extLst>
          </p:cNvPr>
          <p:cNvSpPr/>
          <p:nvPr/>
        </p:nvSpPr>
        <p:spPr>
          <a:xfrm>
            <a:off x="545744" y="215859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421AAB-4008-4C46-9046-A3A3ADB32739}"/>
              </a:ext>
            </a:extLst>
          </p:cNvPr>
          <p:cNvSpPr txBox="1"/>
          <p:nvPr/>
        </p:nvSpPr>
        <p:spPr>
          <a:xfrm>
            <a:off x="544148" y="320319"/>
            <a:ext cx="194638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Segoe UI Variable Text Semiligh" pitchFamily="2" charset="0"/>
                <a:ea typeface="Source Sans Pro" panose="020B0503030403020204" pitchFamily="34" charset="0"/>
                <a:cs typeface="Vazir" panose="020B0603030804020204" pitchFamily="34" charset="-78"/>
              </a:rPr>
              <a:t>اجزای اصلی</a:t>
            </a:r>
            <a:endParaRPr lang="en-US" sz="1200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6EDC6FA-4B70-41EF-BFA2-F20D821A5DC0}"/>
              </a:ext>
            </a:extLst>
          </p:cNvPr>
          <p:cNvSpPr/>
          <p:nvPr/>
        </p:nvSpPr>
        <p:spPr>
          <a:xfrm>
            <a:off x="6559094" y="797982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A6E56F1-2AF0-4C3F-91F8-B6030214F229}"/>
              </a:ext>
            </a:extLst>
          </p:cNvPr>
          <p:cNvSpPr txBox="1"/>
          <p:nvPr/>
        </p:nvSpPr>
        <p:spPr>
          <a:xfrm>
            <a:off x="6557498" y="898753"/>
            <a:ext cx="194638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b="1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نحوه عملکرد</a:t>
            </a:r>
            <a:endParaRPr lang="en-US" b="1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D66BA98-4241-4E4D-81A0-F5F82CCAF1FD}"/>
              </a:ext>
            </a:extLst>
          </p:cNvPr>
          <p:cNvSpPr/>
          <p:nvPr/>
        </p:nvSpPr>
        <p:spPr>
          <a:xfrm>
            <a:off x="4556240" y="807528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72229C2-1FC2-498E-937F-99E4A3EE0E37}"/>
              </a:ext>
            </a:extLst>
          </p:cNvPr>
          <p:cNvSpPr txBox="1"/>
          <p:nvPr/>
        </p:nvSpPr>
        <p:spPr>
          <a:xfrm>
            <a:off x="4554644" y="908299"/>
            <a:ext cx="194638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چالش ها و موانع</a:t>
            </a:r>
            <a:endParaRPr lang="en-US" sz="1200" dirty="0">
              <a:solidFill>
                <a:schemeClr val="tx1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A20634E-BCB3-4A12-8621-83D34E9E068D}"/>
              </a:ext>
            </a:extLst>
          </p:cNvPr>
          <p:cNvSpPr/>
          <p:nvPr/>
        </p:nvSpPr>
        <p:spPr>
          <a:xfrm>
            <a:off x="2551790" y="797982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7C5FB4B-8274-41AC-826F-22302F403FBA}"/>
              </a:ext>
            </a:extLst>
          </p:cNvPr>
          <p:cNvSpPr txBox="1"/>
          <p:nvPr/>
        </p:nvSpPr>
        <p:spPr>
          <a:xfrm>
            <a:off x="2550194" y="898753"/>
            <a:ext cx="194638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آینده ماشین های خودران</a:t>
            </a:r>
            <a:endParaRPr lang="en-US" sz="1200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D291E114-E9EC-452E-AFFB-89A95B31FAE4}"/>
              </a:ext>
            </a:extLst>
          </p:cNvPr>
          <p:cNvSpPr/>
          <p:nvPr/>
        </p:nvSpPr>
        <p:spPr>
          <a:xfrm>
            <a:off x="545744" y="794293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9181E3B-99F1-4067-AE67-980E65EE5B1E}"/>
              </a:ext>
            </a:extLst>
          </p:cNvPr>
          <p:cNvSpPr txBox="1"/>
          <p:nvPr/>
        </p:nvSpPr>
        <p:spPr>
          <a:xfrm>
            <a:off x="544148" y="895064"/>
            <a:ext cx="194638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منابع</a:t>
            </a:r>
            <a:endParaRPr lang="en-US" sz="1200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2FCC357-A84F-4887-AEB5-FAE84727EA09}"/>
              </a:ext>
            </a:extLst>
          </p:cNvPr>
          <p:cNvSpPr txBox="1"/>
          <p:nvPr/>
        </p:nvSpPr>
        <p:spPr>
          <a:xfrm>
            <a:off x="4879960" y="1735217"/>
            <a:ext cx="43336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a-IR" sz="2000" dirty="0">
                <a:solidFill>
                  <a:schemeClr val="bg2"/>
                </a:solidFill>
                <a:cs typeface="Vazir" panose="020B0603030804020204" pitchFamily="34" charset="-78"/>
              </a:rPr>
              <a:t>م</a:t>
            </a:r>
            <a:r>
              <a:rPr lang="fa-IR" sz="2000" dirty="0">
                <a:solidFill>
                  <a:schemeClr val="tx1"/>
                </a:solidFill>
                <a:cs typeface="Vazir" panose="020B0603030804020204" pitchFamily="34" charset="-78"/>
              </a:rPr>
              <a:t>اشین های خودران چگونه کار </a:t>
            </a:r>
            <a:r>
              <a:rPr lang="fa-IR" sz="2000" i="0" dirty="0">
                <a:solidFill>
                  <a:schemeClr val="tx1"/>
                </a:solidFill>
                <a:effectLst/>
                <a:latin typeface="Vazir" panose="020B0603030804020204" pitchFamily="34" charset="-78"/>
                <a:cs typeface="Vazir" panose="020B0603030804020204" pitchFamily="34" charset="-78"/>
              </a:rPr>
              <a:t>می‌کنند</a:t>
            </a:r>
            <a:r>
              <a:rPr lang="fa-IR" sz="2000" dirty="0">
                <a:solidFill>
                  <a:schemeClr val="tx1"/>
                </a:solidFill>
                <a:cs typeface="Vazir" panose="020B0603030804020204" pitchFamily="34" charset="-78"/>
              </a:rPr>
              <a:t>؟</a:t>
            </a:r>
            <a:endParaRPr lang="en-US" sz="2000" dirty="0">
              <a:solidFill>
                <a:schemeClr val="tx1"/>
              </a:solidFill>
              <a:cs typeface="Vazir" panose="020B0603030804020204" pitchFamily="34" charset="-78"/>
            </a:endParaRP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48120BE1-278A-45C0-AF40-DF943E183B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6593" y="5260359"/>
            <a:ext cx="4302133" cy="3108960"/>
          </a:xfrm>
          <a:prstGeom prst="cloud">
            <a:avLst/>
          </a:prstGeom>
        </p:spPr>
      </p:pic>
      <p:grpSp>
        <p:nvGrpSpPr>
          <p:cNvPr id="41" name="Google Shape;10943;p77">
            <a:extLst>
              <a:ext uri="{FF2B5EF4-FFF2-40B4-BE49-F238E27FC236}">
                <a16:creationId xmlns:a16="http://schemas.microsoft.com/office/drawing/2014/main" id="{CE031948-F22A-43EE-B3E9-CB3E49C81F24}"/>
              </a:ext>
            </a:extLst>
          </p:cNvPr>
          <p:cNvGrpSpPr/>
          <p:nvPr/>
        </p:nvGrpSpPr>
        <p:grpSpPr>
          <a:xfrm>
            <a:off x="544148" y="2976799"/>
            <a:ext cx="2292672" cy="1533703"/>
            <a:chOff x="6228583" y="3237664"/>
            <a:chExt cx="446539" cy="303895"/>
          </a:xfrm>
        </p:grpSpPr>
        <p:sp>
          <p:nvSpPr>
            <p:cNvPr id="42" name="Google Shape;10944;p77">
              <a:extLst>
                <a:ext uri="{FF2B5EF4-FFF2-40B4-BE49-F238E27FC236}">
                  <a16:creationId xmlns:a16="http://schemas.microsoft.com/office/drawing/2014/main" id="{055F16F9-832B-4DB9-AAB6-B3A1B805B38A}"/>
                </a:ext>
              </a:extLst>
            </p:cNvPr>
            <p:cNvSpPr/>
            <p:nvPr/>
          </p:nvSpPr>
          <p:spPr>
            <a:xfrm>
              <a:off x="6357508" y="3277453"/>
              <a:ext cx="26865" cy="25912"/>
            </a:xfrm>
            <a:custGeom>
              <a:avLst/>
              <a:gdLst/>
              <a:ahLst/>
              <a:cxnLst/>
              <a:rect l="l" t="t" r="r" b="b"/>
              <a:pathLst>
                <a:path w="846" h="816" extrusionOk="0">
                  <a:moveTo>
                    <a:pt x="632" y="0"/>
                  </a:moveTo>
                  <a:cubicBezTo>
                    <a:pt x="578" y="0"/>
                    <a:pt x="525" y="18"/>
                    <a:pt x="489" y="54"/>
                  </a:cubicBezTo>
                  <a:lnTo>
                    <a:pt x="72" y="471"/>
                  </a:lnTo>
                  <a:cubicBezTo>
                    <a:pt x="1" y="542"/>
                    <a:pt x="1" y="685"/>
                    <a:pt x="72" y="756"/>
                  </a:cubicBezTo>
                  <a:cubicBezTo>
                    <a:pt x="120" y="804"/>
                    <a:pt x="167" y="816"/>
                    <a:pt x="227" y="816"/>
                  </a:cubicBezTo>
                  <a:cubicBezTo>
                    <a:pt x="263" y="816"/>
                    <a:pt x="322" y="804"/>
                    <a:pt x="370" y="756"/>
                  </a:cubicBezTo>
                  <a:lnTo>
                    <a:pt x="786" y="340"/>
                  </a:lnTo>
                  <a:cubicBezTo>
                    <a:pt x="846" y="268"/>
                    <a:pt x="846" y="149"/>
                    <a:pt x="775" y="54"/>
                  </a:cubicBezTo>
                  <a:cubicBezTo>
                    <a:pt x="739" y="18"/>
                    <a:pt x="685" y="0"/>
                    <a:pt x="632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" name="Google Shape;10945;p77">
              <a:extLst>
                <a:ext uri="{FF2B5EF4-FFF2-40B4-BE49-F238E27FC236}">
                  <a16:creationId xmlns:a16="http://schemas.microsoft.com/office/drawing/2014/main" id="{519C1018-7CC5-477D-BD5D-CD6E578A15C4}"/>
                </a:ext>
              </a:extLst>
            </p:cNvPr>
            <p:cNvSpPr/>
            <p:nvPr/>
          </p:nvSpPr>
          <p:spPr>
            <a:xfrm>
              <a:off x="6276596" y="3358746"/>
              <a:ext cx="26896" cy="25912"/>
            </a:xfrm>
            <a:custGeom>
              <a:avLst/>
              <a:gdLst/>
              <a:ahLst/>
              <a:cxnLst/>
              <a:rect l="l" t="t" r="r" b="b"/>
              <a:pathLst>
                <a:path w="847" h="816" extrusionOk="0">
                  <a:moveTo>
                    <a:pt x="632" y="0"/>
                  </a:moveTo>
                  <a:cubicBezTo>
                    <a:pt x="578" y="0"/>
                    <a:pt x="525" y="18"/>
                    <a:pt x="489" y="54"/>
                  </a:cubicBezTo>
                  <a:lnTo>
                    <a:pt x="72" y="471"/>
                  </a:lnTo>
                  <a:cubicBezTo>
                    <a:pt x="1" y="554"/>
                    <a:pt x="1" y="685"/>
                    <a:pt x="72" y="756"/>
                  </a:cubicBezTo>
                  <a:cubicBezTo>
                    <a:pt x="120" y="804"/>
                    <a:pt x="167" y="816"/>
                    <a:pt x="227" y="816"/>
                  </a:cubicBezTo>
                  <a:cubicBezTo>
                    <a:pt x="286" y="816"/>
                    <a:pt x="334" y="804"/>
                    <a:pt x="370" y="756"/>
                  </a:cubicBezTo>
                  <a:lnTo>
                    <a:pt x="787" y="340"/>
                  </a:lnTo>
                  <a:cubicBezTo>
                    <a:pt x="846" y="256"/>
                    <a:pt x="846" y="137"/>
                    <a:pt x="775" y="54"/>
                  </a:cubicBezTo>
                  <a:cubicBezTo>
                    <a:pt x="739" y="18"/>
                    <a:pt x="685" y="0"/>
                    <a:pt x="632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" name="Google Shape;10946;p77">
              <a:extLst>
                <a:ext uri="{FF2B5EF4-FFF2-40B4-BE49-F238E27FC236}">
                  <a16:creationId xmlns:a16="http://schemas.microsoft.com/office/drawing/2014/main" id="{7CD0A68A-B97B-4EEE-9ECC-631C841134D2}"/>
                </a:ext>
              </a:extLst>
            </p:cNvPr>
            <p:cNvSpPr/>
            <p:nvPr/>
          </p:nvSpPr>
          <p:spPr>
            <a:xfrm>
              <a:off x="6357508" y="3358365"/>
              <a:ext cx="26865" cy="25912"/>
            </a:xfrm>
            <a:custGeom>
              <a:avLst/>
              <a:gdLst/>
              <a:ahLst/>
              <a:cxnLst/>
              <a:rect l="l" t="t" r="r" b="b"/>
              <a:pathLst>
                <a:path w="846" h="816" extrusionOk="0">
                  <a:moveTo>
                    <a:pt x="215" y="0"/>
                  </a:moveTo>
                  <a:cubicBezTo>
                    <a:pt x="161" y="0"/>
                    <a:pt x="108" y="18"/>
                    <a:pt x="72" y="54"/>
                  </a:cubicBezTo>
                  <a:cubicBezTo>
                    <a:pt x="1" y="125"/>
                    <a:pt x="1" y="268"/>
                    <a:pt x="72" y="340"/>
                  </a:cubicBezTo>
                  <a:lnTo>
                    <a:pt x="489" y="756"/>
                  </a:lnTo>
                  <a:cubicBezTo>
                    <a:pt x="536" y="792"/>
                    <a:pt x="584" y="816"/>
                    <a:pt x="644" y="816"/>
                  </a:cubicBezTo>
                  <a:cubicBezTo>
                    <a:pt x="703" y="816"/>
                    <a:pt x="739" y="792"/>
                    <a:pt x="786" y="756"/>
                  </a:cubicBezTo>
                  <a:cubicBezTo>
                    <a:pt x="846" y="685"/>
                    <a:pt x="846" y="566"/>
                    <a:pt x="775" y="471"/>
                  </a:cubicBezTo>
                  <a:lnTo>
                    <a:pt x="358" y="54"/>
                  </a:lnTo>
                  <a:cubicBezTo>
                    <a:pt x="322" y="18"/>
                    <a:pt x="269" y="0"/>
                    <a:pt x="21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" name="Google Shape;10947;p77">
              <a:extLst>
                <a:ext uri="{FF2B5EF4-FFF2-40B4-BE49-F238E27FC236}">
                  <a16:creationId xmlns:a16="http://schemas.microsoft.com/office/drawing/2014/main" id="{7DB17191-E7A3-4481-8015-DF810E34BF61}"/>
                </a:ext>
              </a:extLst>
            </p:cNvPr>
            <p:cNvSpPr/>
            <p:nvPr/>
          </p:nvSpPr>
          <p:spPr>
            <a:xfrm>
              <a:off x="6276596" y="3277453"/>
              <a:ext cx="26896" cy="25912"/>
            </a:xfrm>
            <a:custGeom>
              <a:avLst/>
              <a:gdLst/>
              <a:ahLst/>
              <a:cxnLst/>
              <a:rect l="l" t="t" r="r" b="b"/>
              <a:pathLst>
                <a:path w="847" h="816" extrusionOk="0">
                  <a:moveTo>
                    <a:pt x="219" y="0"/>
                  </a:moveTo>
                  <a:cubicBezTo>
                    <a:pt x="167" y="0"/>
                    <a:pt x="114" y="18"/>
                    <a:pt x="72" y="54"/>
                  </a:cubicBezTo>
                  <a:cubicBezTo>
                    <a:pt x="1" y="137"/>
                    <a:pt x="1" y="268"/>
                    <a:pt x="72" y="340"/>
                  </a:cubicBezTo>
                  <a:lnTo>
                    <a:pt x="489" y="756"/>
                  </a:lnTo>
                  <a:cubicBezTo>
                    <a:pt x="536" y="804"/>
                    <a:pt x="584" y="816"/>
                    <a:pt x="644" y="816"/>
                  </a:cubicBezTo>
                  <a:cubicBezTo>
                    <a:pt x="679" y="816"/>
                    <a:pt x="751" y="804"/>
                    <a:pt x="787" y="756"/>
                  </a:cubicBezTo>
                  <a:cubicBezTo>
                    <a:pt x="846" y="685"/>
                    <a:pt x="846" y="554"/>
                    <a:pt x="775" y="471"/>
                  </a:cubicBezTo>
                  <a:lnTo>
                    <a:pt x="358" y="54"/>
                  </a:lnTo>
                  <a:cubicBezTo>
                    <a:pt x="322" y="18"/>
                    <a:pt x="272" y="0"/>
                    <a:pt x="219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6" name="Google Shape;10948;p77">
              <a:extLst>
                <a:ext uri="{FF2B5EF4-FFF2-40B4-BE49-F238E27FC236}">
                  <a16:creationId xmlns:a16="http://schemas.microsoft.com/office/drawing/2014/main" id="{E978D1C3-E4DE-44AC-B1B8-F17F105C41E3}"/>
                </a:ext>
              </a:extLst>
            </p:cNvPr>
            <p:cNvSpPr/>
            <p:nvPr/>
          </p:nvSpPr>
          <p:spPr>
            <a:xfrm>
              <a:off x="6526508" y="3290314"/>
              <a:ext cx="21593" cy="19879"/>
            </a:xfrm>
            <a:custGeom>
              <a:avLst/>
              <a:gdLst/>
              <a:ahLst/>
              <a:cxnLst/>
              <a:rect l="l" t="t" r="r" b="b"/>
              <a:pathLst>
                <a:path w="680" h="626" extrusionOk="0">
                  <a:moveTo>
                    <a:pt x="446" y="0"/>
                  </a:moveTo>
                  <a:cubicBezTo>
                    <a:pt x="394" y="0"/>
                    <a:pt x="340" y="18"/>
                    <a:pt x="298" y="54"/>
                  </a:cubicBezTo>
                  <a:lnTo>
                    <a:pt x="84" y="280"/>
                  </a:lnTo>
                  <a:cubicBezTo>
                    <a:pt x="1" y="351"/>
                    <a:pt x="1" y="482"/>
                    <a:pt x="84" y="566"/>
                  </a:cubicBezTo>
                  <a:cubicBezTo>
                    <a:pt x="120" y="601"/>
                    <a:pt x="167" y="625"/>
                    <a:pt x="227" y="625"/>
                  </a:cubicBezTo>
                  <a:cubicBezTo>
                    <a:pt x="275" y="625"/>
                    <a:pt x="334" y="601"/>
                    <a:pt x="382" y="566"/>
                  </a:cubicBezTo>
                  <a:lnTo>
                    <a:pt x="596" y="340"/>
                  </a:lnTo>
                  <a:cubicBezTo>
                    <a:pt x="679" y="268"/>
                    <a:pt x="679" y="125"/>
                    <a:pt x="584" y="54"/>
                  </a:cubicBezTo>
                  <a:cubicBezTo>
                    <a:pt x="548" y="18"/>
                    <a:pt x="498" y="0"/>
                    <a:pt x="446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7" name="Google Shape;10949;p77">
              <a:extLst>
                <a:ext uri="{FF2B5EF4-FFF2-40B4-BE49-F238E27FC236}">
                  <a16:creationId xmlns:a16="http://schemas.microsoft.com/office/drawing/2014/main" id="{78E89BA5-B50C-4896-990B-4D77F7967E0E}"/>
                </a:ext>
              </a:extLst>
            </p:cNvPr>
            <p:cNvSpPr/>
            <p:nvPr/>
          </p:nvSpPr>
          <p:spPr>
            <a:xfrm>
              <a:off x="6465253" y="3352299"/>
              <a:ext cx="20831" cy="19498"/>
            </a:xfrm>
            <a:custGeom>
              <a:avLst/>
              <a:gdLst/>
              <a:ahLst/>
              <a:cxnLst/>
              <a:rect l="l" t="t" r="r" b="b"/>
              <a:pathLst>
                <a:path w="656" h="614" extrusionOk="0">
                  <a:moveTo>
                    <a:pt x="437" y="1"/>
                  </a:moveTo>
                  <a:cubicBezTo>
                    <a:pt x="385" y="1"/>
                    <a:pt x="334" y="19"/>
                    <a:pt x="299" y="54"/>
                  </a:cubicBezTo>
                  <a:lnTo>
                    <a:pt x="72" y="281"/>
                  </a:lnTo>
                  <a:cubicBezTo>
                    <a:pt x="1" y="352"/>
                    <a:pt x="1" y="483"/>
                    <a:pt x="72" y="554"/>
                  </a:cubicBezTo>
                  <a:cubicBezTo>
                    <a:pt x="120" y="602"/>
                    <a:pt x="168" y="614"/>
                    <a:pt x="227" y="614"/>
                  </a:cubicBezTo>
                  <a:cubicBezTo>
                    <a:pt x="263" y="614"/>
                    <a:pt x="322" y="602"/>
                    <a:pt x="370" y="554"/>
                  </a:cubicBezTo>
                  <a:lnTo>
                    <a:pt x="596" y="340"/>
                  </a:lnTo>
                  <a:cubicBezTo>
                    <a:pt x="656" y="257"/>
                    <a:pt x="656" y="126"/>
                    <a:pt x="584" y="54"/>
                  </a:cubicBezTo>
                  <a:cubicBezTo>
                    <a:pt x="543" y="19"/>
                    <a:pt x="489" y="1"/>
                    <a:pt x="437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8" name="Google Shape;10950;p77">
              <a:extLst>
                <a:ext uri="{FF2B5EF4-FFF2-40B4-BE49-F238E27FC236}">
                  <a16:creationId xmlns:a16="http://schemas.microsoft.com/office/drawing/2014/main" id="{87A6D87E-6974-4695-BD7B-EBE2F4C84BA5}"/>
                </a:ext>
              </a:extLst>
            </p:cNvPr>
            <p:cNvSpPr/>
            <p:nvPr/>
          </p:nvSpPr>
          <p:spPr>
            <a:xfrm>
              <a:off x="6526508" y="3352299"/>
              <a:ext cx="21593" cy="19498"/>
            </a:xfrm>
            <a:custGeom>
              <a:avLst/>
              <a:gdLst/>
              <a:ahLst/>
              <a:cxnLst/>
              <a:rect l="l" t="t" r="r" b="b"/>
              <a:pathLst>
                <a:path w="680" h="614" extrusionOk="0">
                  <a:moveTo>
                    <a:pt x="221" y="1"/>
                  </a:moveTo>
                  <a:cubicBezTo>
                    <a:pt x="170" y="1"/>
                    <a:pt x="120" y="19"/>
                    <a:pt x="84" y="54"/>
                  </a:cubicBezTo>
                  <a:cubicBezTo>
                    <a:pt x="1" y="126"/>
                    <a:pt x="1" y="257"/>
                    <a:pt x="84" y="340"/>
                  </a:cubicBezTo>
                  <a:lnTo>
                    <a:pt x="298" y="554"/>
                  </a:lnTo>
                  <a:cubicBezTo>
                    <a:pt x="346" y="602"/>
                    <a:pt x="394" y="614"/>
                    <a:pt x="453" y="614"/>
                  </a:cubicBezTo>
                  <a:cubicBezTo>
                    <a:pt x="501" y="614"/>
                    <a:pt x="560" y="602"/>
                    <a:pt x="596" y="554"/>
                  </a:cubicBezTo>
                  <a:cubicBezTo>
                    <a:pt x="679" y="483"/>
                    <a:pt x="679" y="352"/>
                    <a:pt x="584" y="281"/>
                  </a:cubicBezTo>
                  <a:lnTo>
                    <a:pt x="358" y="54"/>
                  </a:lnTo>
                  <a:cubicBezTo>
                    <a:pt x="322" y="19"/>
                    <a:pt x="272" y="1"/>
                    <a:pt x="22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9" name="Google Shape;10951;p77">
              <a:extLst>
                <a:ext uri="{FF2B5EF4-FFF2-40B4-BE49-F238E27FC236}">
                  <a16:creationId xmlns:a16="http://schemas.microsoft.com/office/drawing/2014/main" id="{60C2B9DB-2F4E-49EF-9225-09E9C3037466}"/>
                </a:ext>
              </a:extLst>
            </p:cNvPr>
            <p:cNvSpPr/>
            <p:nvPr/>
          </p:nvSpPr>
          <p:spPr>
            <a:xfrm>
              <a:off x="6465253" y="3290314"/>
              <a:ext cx="20831" cy="19879"/>
            </a:xfrm>
            <a:custGeom>
              <a:avLst/>
              <a:gdLst/>
              <a:ahLst/>
              <a:cxnLst/>
              <a:rect l="l" t="t" r="r" b="b"/>
              <a:pathLst>
                <a:path w="656" h="626" extrusionOk="0">
                  <a:moveTo>
                    <a:pt x="215" y="0"/>
                  </a:moveTo>
                  <a:cubicBezTo>
                    <a:pt x="162" y="0"/>
                    <a:pt x="108" y="18"/>
                    <a:pt x="72" y="54"/>
                  </a:cubicBezTo>
                  <a:cubicBezTo>
                    <a:pt x="1" y="125"/>
                    <a:pt x="1" y="268"/>
                    <a:pt x="72" y="340"/>
                  </a:cubicBezTo>
                  <a:lnTo>
                    <a:pt x="299" y="566"/>
                  </a:lnTo>
                  <a:cubicBezTo>
                    <a:pt x="346" y="601"/>
                    <a:pt x="382" y="625"/>
                    <a:pt x="441" y="625"/>
                  </a:cubicBezTo>
                  <a:cubicBezTo>
                    <a:pt x="489" y="625"/>
                    <a:pt x="549" y="601"/>
                    <a:pt x="596" y="566"/>
                  </a:cubicBezTo>
                  <a:cubicBezTo>
                    <a:pt x="656" y="482"/>
                    <a:pt x="656" y="351"/>
                    <a:pt x="584" y="280"/>
                  </a:cubicBezTo>
                  <a:lnTo>
                    <a:pt x="358" y="54"/>
                  </a:lnTo>
                  <a:cubicBezTo>
                    <a:pt x="322" y="18"/>
                    <a:pt x="269" y="0"/>
                    <a:pt x="21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" name="Google Shape;10952;p77">
              <a:extLst>
                <a:ext uri="{FF2B5EF4-FFF2-40B4-BE49-F238E27FC236}">
                  <a16:creationId xmlns:a16="http://schemas.microsoft.com/office/drawing/2014/main" id="{444FFD47-EFF5-468C-B488-5F3F1B3DDEB2}"/>
                </a:ext>
              </a:extLst>
            </p:cNvPr>
            <p:cNvSpPr/>
            <p:nvPr/>
          </p:nvSpPr>
          <p:spPr>
            <a:xfrm>
              <a:off x="6304573" y="3437180"/>
              <a:ext cx="119145" cy="13274"/>
            </a:xfrm>
            <a:custGeom>
              <a:avLst/>
              <a:gdLst/>
              <a:ahLst/>
              <a:cxnLst/>
              <a:rect l="l" t="t" r="r" b="b"/>
              <a:pathLst>
                <a:path w="3752" h="418" extrusionOk="0">
                  <a:moveTo>
                    <a:pt x="203" y="1"/>
                  </a:moveTo>
                  <a:cubicBezTo>
                    <a:pt x="96" y="1"/>
                    <a:pt x="1" y="84"/>
                    <a:pt x="1" y="203"/>
                  </a:cubicBezTo>
                  <a:cubicBezTo>
                    <a:pt x="1" y="322"/>
                    <a:pt x="84" y="417"/>
                    <a:pt x="203" y="417"/>
                  </a:cubicBezTo>
                  <a:lnTo>
                    <a:pt x="3537" y="417"/>
                  </a:lnTo>
                  <a:cubicBezTo>
                    <a:pt x="3644" y="417"/>
                    <a:pt x="3751" y="322"/>
                    <a:pt x="3751" y="203"/>
                  </a:cubicBezTo>
                  <a:cubicBezTo>
                    <a:pt x="3751" y="84"/>
                    <a:pt x="3644" y="1"/>
                    <a:pt x="3537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" name="Google Shape;10953;p77">
              <a:extLst>
                <a:ext uri="{FF2B5EF4-FFF2-40B4-BE49-F238E27FC236}">
                  <a16:creationId xmlns:a16="http://schemas.microsoft.com/office/drawing/2014/main" id="{239DBCDE-3CF6-462A-8913-F25674EDB96F}"/>
                </a:ext>
              </a:extLst>
            </p:cNvPr>
            <p:cNvSpPr/>
            <p:nvPr/>
          </p:nvSpPr>
          <p:spPr>
            <a:xfrm>
              <a:off x="6304573" y="3500341"/>
              <a:ext cx="25372" cy="13242"/>
            </a:xfrm>
            <a:custGeom>
              <a:avLst/>
              <a:gdLst/>
              <a:ahLst/>
              <a:cxnLst/>
              <a:rect l="l" t="t" r="r" b="b"/>
              <a:pathLst>
                <a:path w="799" h="417" extrusionOk="0">
                  <a:moveTo>
                    <a:pt x="203" y="0"/>
                  </a:moveTo>
                  <a:cubicBezTo>
                    <a:pt x="108" y="0"/>
                    <a:pt x="1" y="95"/>
                    <a:pt x="1" y="214"/>
                  </a:cubicBezTo>
                  <a:cubicBezTo>
                    <a:pt x="1" y="333"/>
                    <a:pt x="84" y="417"/>
                    <a:pt x="203" y="417"/>
                  </a:cubicBezTo>
                  <a:lnTo>
                    <a:pt x="596" y="417"/>
                  </a:lnTo>
                  <a:cubicBezTo>
                    <a:pt x="703" y="417"/>
                    <a:pt x="798" y="333"/>
                    <a:pt x="798" y="214"/>
                  </a:cubicBezTo>
                  <a:cubicBezTo>
                    <a:pt x="798" y="95"/>
                    <a:pt x="715" y="0"/>
                    <a:pt x="596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" name="Google Shape;10954;p77">
              <a:extLst>
                <a:ext uri="{FF2B5EF4-FFF2-40B4-BE49-F238E27FC236}">
                  <a16:creationId xmlns:a16="http://schemas.microsoft.com/office/drawing/2014/main" id="{2D3D25F1-24DB-4329-BCDE-34ED7D4729D7}"/>
                </a:ext>
              </a:extLst>
            </p:cNvPr>
            <p:cNvSpPr/>
            <p:nvPr/>
          </p:nvSpPr>
          <p:spPr>
            <a:xfrm>
              <a:off x="6346934" y="3500341"/>
              <a:ext cx="76784" cy="13242"/>
            </a:xfrm>
            <a:custGeom>
              <a:avLst/>
              <a:gdLst/>
              <a:ahLst/>
              <a:cxnLst/>
              <a:rect l="l" t="t" r="r" b="b"/>
              <a:pathLst>
                <a:path w="2418" h="417" extrusionOk="0">
                  <a:moveTo>
                    <a:pt x="215" y="0"/>
                  </a:moveTo>
                  <a:cubicBezTo>
                    <a:pt x="107" y="0"/>
                    <a:pt x="0" y="95"/>
                    <a:pt x="0" y="214"/>
                  </a:cubicBezTo>
                  <a:cubicBezTo>
                    <a:pt x="0" y="333"/>
                    <a:pt x="96" y="417"/>
                    <a:pt x="215" y="417"/>
                  </a:cubicBezTo>
                  <a:lnTo>
                    <a:pt x="2203" y="417"/>
                  </a:lnTo>
                  <a:cubicBezTo>
                    <a:pt x="2310" y="417"/>
                    <a:pt x="2417" y="333"/>
                    <a:pt x="2417" y="214"/>
                  </a:cubicBezTo>
                  <a:cubicBezTo>
                    <a:pt x="2417" y="95"/>
                    <a:pt x="2310" y="0"/>
                    <a:pt x="2203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" name="Google Shape;10955;p77">
              <a:extLst>
                <a:ext uri="{FF2B5EF4-FFF2-40B4-BE49-F238E27FC236}">
                  <a16:creationId xmlns:a16="http://schemas.microsoft.com/office/drawing/2014/main" id="{6494A0FD-A87C-465D-B81C-1703539AF8E3}"/>
                </a:ext>
              </a:extLst>
            </p:cNvPr>
            <p:cNvSpPr/>
            <p:nvPr/>
          </p:nvSpPr>
          <p:spPr>
            <a:xfrm>
              <a:off x="6304573" y="3468935"/>
              <a:ext cx="119145" cy="12893"/>
            </a:xfrm>
            <a:custGeom>
              <a:avLst/>
              <a:gdLst/>
              <a:ahLst/>
              <a:cxnLst/>
              <a:rect l="l" t="t" r="r" b="b"/>
              <a:pathLst>
                <a:path w="3752" h="406" extrusionOk="0">
                  <a:moveTo>
                    <a:pt x="203" y="1"/>
                  </a:moveTo>
                  <a:cubicBezTo>
                    <a:pt x="96" y="1"/>
                    <a:pt x="1" y="84"/>
                    <a:pt x="1" y="203"/>
                  </a:cubicBezTo>
                  <a:cubicBezTo>
                    <a:pt x="1" y="322"/>
                    <a:pt x="84" y="406"/>
                    <a:pt x="203" y="406"/>
                  </a:cubicBezTo>
                  <a:lnTo>
                    <a:pt x="3537" y="406"/>
                  </a:lnTo>
                  <a:cubicBezTo>
                    <a:pt x="3644" y="406"/>
                    <a:pt x="3751" y="322"/>
                    <a:pt x="3751" y="203"/>
                  </a:cubicBezTo>
                  <a:cubicBezTo>
                    <a:pt x="3751" y="84"/>
                    <a:pt x="3644" y="1"/>
                    <a:pt x="3537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4" name="Google Shape;10956;p77">
              <a:extLst>
                <a:ext uri="{FF2B5EF4-FFF2-40B4-BE49-F238E27FC236}">
                  <a16:creationId xmlns:a16="http://schemas.microsoft.com/office/drawing/2014/main" id="{E2E7F79D-50DE-48F4-BF6A-68E7B38E8E16}"/>
                </a:ext>
              </a:extLst>
            </p:cNvPr>
            <p:cNvSpPr/>
            <p:nvPr/>
          </p:nvSpPr>
          <p:spPr>
            <a:xfrm>
              <a:off x="6228583" y="3237664"/>
              <a:ext cx="357688" cy="186338"/>
            </a:xfrm>
            <a:custGeom>
              <a:avLst/>
              <a:gdLst/>
              <a:ahLst/>
              <a:cxnLst/>
              <a:rect l="l" t="t" r="r" b="b"/>
              <a:pathLst>
                <a:path w="11264" h="5868" extrusionOk="0">
                  <a:moveTo>
                    <a:pt x="8752" y="1045"/>
                  </a:moveTo>
                  <a:cubicBezTo>
                    <a:pt x="9240" y="1045"/>
                    <a:pt x="9716" y="1224"/>
                    <a:pt x="10085" y="1593"/>
                  </a:cubicBezTo>
                  <a:cubicBezTo>
                    <a:pt x="10811" y="2331"/>
                    <a:pt x="10811" y="3545"/>
                    <a:pt x="10085" y="4272"/>
                  </a:cubicBezTo>
                  <a:cubicBezTo>
                    <a:pt x="9716" y="4641"/>
                    <a:pt x="9234" y="4825"/>
                    <a:pt x="8750" y="4825"/>
                  </a:cubicBezTo>
                  <a:cubicBezTo>
                    <a:pt x="8267" y="4825"/>
                    <a:pt x="7781" y="4641"/>
                    <a:pt x="7406" y="4272"/>
                  </a:cubicBezTo>
                  <a:cubicBezTo>
                    <a:pt x="6668" y="3522"/>
                    <a:pt x="6668" y="2331"/>
                    <a:pt x="7406" y="1593"/>
                  </a:cubicBezTo>
                  <a:cubicBezTo>
                    <a:pt x="7775" y="1224"/>
                    <a:pt x="8252" y="1045"/>
                    <a:pt x="8752" y="1045"/>
                  </a:cubicBezTo>
                  <a:close/>
                  <a:moveTo>
                    <a:pt x="3215" y="402"/>
                  </a:moveTo>
                  <a:cubicBezTo>
                    <a:pt x="3870" y="402"/>
                    <a:pt x="4501" y="652"/>
                    <a:pt x="5001" y="1140"/>
                  </a:cubicBezTo>
                  <a:cubicBezTo>
                    <a:pt x="5978" y="2140"/>
                    <a:pt x="5978" y="3736"/>
                    <a:pt x="5001" y="4712"/>
                  </a:cubicBezTo>
                  <a:cubicBezTo>
                    <a:pt x="4507" y="5206"/>
                    <a:pt x="3858" y="5453"/>
                    <a:pt x="3211" y="5453"/>
                  </a:cubicBezTo>
                  <a:cubicBezTo>
                    <a:pt x="2563" y="5453"/>
                    <a:pt x="1918" y="5206"/>
                    <a:pt x="1429" y="4712"/>
                  </a:cubicBezTo>
                  <a:cubicBezTo>
                    <a:pt x="441" y="3736"/>
                    <a:pt x="441" y="2128"/>
                    <a:pt x="1429" y="1140"/>
                  </a:cubicBezTo>
                  <a:cubicBezTo>
                    <a:pt x="1918" y="652"/>
                    <a:pt x="2560" y="402"/>
                    <a:pt x="3215" y="402"/>
                  </a:cubicBezTo>
                  <a:close/>
                  <a:moveTo>
                    <a:pt x="3209" y="0"/>
                  </a:moveTo>
                  <a:cubicBezTo>
                    <a:pt x="2462" y="0"/>
                    <a:pt x="1715" y="289"/>
                    <a:pt x="1144" y="866"/>
                  </a:cubicBezTo>
                  <a:cubicBezTo>
                    <a:pt x="1" y="2009"/>
                    <a:pt x="1" y="3855"/>
                    <a:pt x="1144" y="4998"/>
                  </a:cubicBezTo>
                  <a:cubicBezTo>
                    <a:pt x="1703" y="5569"/>
                    <a:pt x="2465" y="5867"/>
                    <a:pt x="3215" y="5867"/>
                  </a:cubicBezTo>
                  <a:cubicBezTo>
                    <a:pt x="3953" y="5867"/>
                    <a:pt x="4715" y="5581"/>
                    <a:pt x="5275" y="4998"/>
                  </a:cubicBezTo>
                  <a:cubicBezTo>
                    <a:pt x="5680" y="4593"/>
                    <a:pt x="5930" y="4117"/>
                    <a:pt x="6049" y="3617"/>
                  </a:cubicBezTo>
                  <a:lnTo>
                    <a:pt x="6561" y="3617"/>
                  </a:lnTo>
                  <a:cubicBezTo>
                    <a:pt x="6668" y="3962"/>
                    <a:pt x="6859" y="4284"/>
                    <a:pt x="7121" y="4557"/>
                  </a:cubicBezTo>
                  <a:cubicBezTo>
                    <a:pt x="7573" y="4998"/>
                    <a:pt x="8168" y="5224"/>
                    <a:pt x="8752" y="5224"/>
                  </a:cubicBezTo>
                  <a:cubicBezTo>
                    <a:pt x="9323" y="5224"/>
                    <a:pt x="9919" y="4998"/>
                    <a:pt x="10371" y="4557"/>
                  </a:cubicBezTo>
                  <a:cubicBezTo>
                    <a:pt x="11264" y="3664"/>
                    <a:pt x="11264" y="2200"/>
                    <a:pt x="10371" y="1307"/>
                  </a:cubicBezTo>
                  <a:cubicBezTo>
                    <a:pt x="9924" y="860"/>
                    <a:pt x="9335" y="637"/>
                    <a:pt x="8746" y="637"/>
                  </a:cubicBezTo>
                  <a:cubicBezTo>
                    <a:pt x="8156" y="637"/>
                    <a:pt x="7567" y="860"/>
                    <a:pt x="7121" y="1307"/>
                  </a:cubicBezTo>
                  <a:cubicBezTo>
                    <a:pt x="6609" y="1831"/>
                    <a:pt x="6394" y="2533"/>
                    <a:pt x="6466" y="3212"/>
                  </a:cubicBezTo>
                  <a:lnTo>
                    <a:pt x="6132" y="3212"/>
                  </a:lnTo>
                  <a:cubicBezTo>
                    <a:pt x="6204" y="2379"/>
                    <a:pt x="5930" y="1497"/>
                    <a:pt x="5275" y="866"/>
                  </a:cubicBezTo>
                  <a:cubicBezTo>
                    <a:pt x="4704" y="289"/>
                    <a:pt x="3956" y="0"/>
                    <a:pt x="3209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5" name="Google Shape;10957;p77">
              <a:extLst>
                <a:ext uri="{FF2B5EF4-FFF2-40B4-BE49-F238E27FC236}">
                  <a16:creationId xmlns:a16="http://schemas.microsoft.com/office/drawing/2014/main" id="{579B9590-4C1E-4C86-915D-290F1A7E7BA2}"/>
                </a:ext>
              </a:extLst>
            </p:cNvPr>
            <p:cNvSpPr/>
            <p:nvPr/>
          </p:nvSpPr>
          <p:spPr>
            <a:xfrm>
              <a:off x="6295141" y="3295775"/>
              <a:ext cx="70718" cy="71131"/>
            </a:xfrm>
            <a:custGeom>
              <a:avLst/>
              <a:gdLst/>
              <a:ahLst/>
              <a:cxnLst/>
              <a:rect l="l" t="t" r="r" b="b"/>
              <a:pathLst>
                <a:path w="2227" h="2240" extrusionOk="0">
                  <a:moveTo>
                    <a:pt x="1119" y="394"/>
                  </a:moveTo>
                  <a:cubicBezTo>
                    <a:pt x="1512" y="394"/>
                    <a:pt x="1834" y="703"/>
                    <a:pt x="1834" y="1108"/>
                  </a:cubicBezTo>
                  <a:cubicBezTo>
                    <a:pt x="1810" y="1501"/>
                    <a:pt x="1500" y="1822"/>
                    <a:pt x="1119" y="1822"/>
                  </a:cubicBezTo>
                  <a:cubicBezTo>
                    <a:pt x="726" y="1822"/>
                    <a:pt x="405" y="1501"/>
                    <a:pt x="405" y="1108"/>
                  </a:cubicBezTo>
                  <a:cubicBezTo>
                    <a:pt x="405" y="715"/>
                    <a:pt x="714" y="394"/>
                    <a:pt x="1119" y="394"/>
                  </a:cubicBezTo>
                  <a:close/>
                  <a:moveTo>
                    <a:pt x="1119" y="1"/>
                  </a:moveTo>
                  <a:cubicBezTo>
                    <a:pt x="500" y="1"/>
                    <a:pt x="0" y="501"/>
                    <a:pt x="0" y="1120"/>
                  </a:cubicBezTo>
                  <a:cubicBezTo>
                    <a:pt x="0" y="1727"/>
                    <a:pt x="500" y="2239"/>
                    <a:pt x="1119" y="2239"/>
                  </a:cubicBezTo>
                  <a:cubicBezTo>
                    <a:pt x="1727" y="2239"/>
                    <a:pt x="2227" y="1727"/>
                    <a:pt x="2227" y="1120"/>
                  </a:cubicBezTo>
                  <a:cubicBezTo>
                    <a:pt x="2227" y="489"/>
                    <a:pt x="1727" y="1"/>
                    <a:pt x="1119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" name="Google Shape;10958;p77">
              <a:extLst>
                <a:ext uri="{FF2B5EF4-FFF2-40B4-BE49-F238E27FC236}">
                  <a16:creationId xmlns:a16="http://schemas.microsoft.com/office/drawing/2014/main" id="{620560EE-6862-4596-A316-87FA888450FE}"/>
                </a:ext>
              </a:extLst>
            </p:cNvPr>
            <p:cNvSpPr/>
            <p:nvPr/>
          </p:nvSpPr>
          <p:spPr>
            <a:xfrm>
              <a:off x="6482273" y="3306763"/>
              <a:ext cx="48045" cy="48045"/>
            </a:xfrm>
            <a:custGeom>
              <a:avLst/>
              <a:gdLst/>
              <a:ahLst/>
              <a:cxnLst/>
              <a:rect l="l" t="t" r="r" b="b"/>
              <a:pathLst>
                <a:path w="1513" h="1513" extrusionOk="0">
                  <a:moveTo>
                    <a:pt x="763" y="405"/>
                  </a:moveTo>
                  <a:cubicBezTo>
                    <a:pt x="953" y="405"/>
                    <a:pt x="1120" y="560"/>
                    <a:pt x="1120" y="762"/>
                  </a:cubicBezTo>
                  <a:cubicBezTo>
                    <a:pt x="1120" y="965"/>
                    <a:pt x="953" y="1119"/>
                    <a:pt x="763" y="1119"/>
                  </a:cubicBezTo>
                  <a:cubicBezTo>
                    <a:pt x="560" y="1119"/>
                    <a:pt x="406" y="953"/>
                    <a:pt x="406" y="762"/>
                  </a:cubicBezTo>
                  <a:cubicBezTo>
                    <a:pt x="406" y="560"/>
                    <a:pt x="560" y="405"/>
                    <a:pt x="763" y="405"/>
                  </a:cubicBezTo>
                  <a:close/>
                  <a:moveTo>
                    <a:pt x="763" y="0"/>
                  </a:moveTo>
                  <a:cubicBezTo>
                    <a:pt x="346" y="0"/>
                    <a:pt x="1" y="345"/>
                    <a:pt x="1" y="762"/>
                  </a:cubicBezTo>
                  <a:cubicBezTo>
                    <a:pt x="1" y="1179"/>
                    <a:pt x="346" y="1512"/>
                    <a:pt x="763" y="1512"/>
                  </a:cubicBezTo>
                  <a:cubicBezTo>
                    <a:pt x="1179" y="1512"/>
                    <a:pt x="1513" y="1179"/>
                    <a:pt x="1513" y="762"/>
                  </a:cubicBezTo>
                  <a:cubicBezTo>
                    <a:pt x="1513" y="345"/>
                    <a:pt x="1179" y="0"/>
                    <a:pt x="763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7" name="Google Shape;10959;p77">
              <a:extLst>
                <a:ext uri="{FF2B5EF4-FFF2-40B4-BE49-F238E27FC236}">
                  <a16:creationId xmlns:a16="http://schemas.microsoft.com/office/drawing/2014/main" id="{246F4AB0-BF9A-4D28-833E-3A34AE4D6DAE}"/>
                </a:ext>
              </a:extLst>
            </p:cNvPr>
            <p:cNvSpPr/>
            <p:nvPr/>
          </p:nvSpPr>
          <p:spPr>
            <a:xfrm>
              <a:off x="6456584" y="3437180"/>
              <a:ext cx="76784" cy="76403"/>
            </a:xfrm>
            <a:custGeom>
              <a:avLst/>
              <a:gdLst/>
              <a:ahLst/>
              <a:cxnLst/>
              <a:rect l="l" t="t" r="r" b="b"/>
              <a:pathLst>
                <a:path w="2418" h="2406" extrusionOk="0">
                  <a:moveTo>
                    <a:pt x="2012" y="406"/>
                  </a:moveTo>
                  <a:lnTo>
                    <a:pt x="2012" y="1989"/>
                  </a:lnTo>
                  <a:lnTo>
                    <a:pt x="417" y="1989"/>
                  </a:lnTo>
                  <a:lnTo>
                    <a:pt x="417" y="406"/>
                  </a:lnTo>
                  <a:close/>
                  <a:moveTo>
                    <a:pt x="298" y="1"/>
                  </a:moveTo>
                  <a:cubicBezTo>
                    <a:pt x="143" y="1"/>
                    <a:pt x="0" y="132"/>
                    <a:pt x="0" y="298"/>
                  </a:cubicBezTo>
                  <a:lnTo>
                    <a:pt x="0" y="2108"/>
                  </a:lnTo>
                  <a:cubicBezTo>
                    <a:pt x="0" y="2275"/>
                    <a:pt x="143" y="2406"/>
                    <a:pt x="298" y="2406"/>
                  </a:cubicBezTo>
                  <a:lnTo>
                    <a:pt x="2119" y="2406"/>
                  </a:lnTo>
                  <a:cubicBezTo>
                    <a:pt x="2286" y="2406"/>
                    <a:pt x="2417" y="2275"/>
                    <a:pt x="2417" y="2108"/>
                  </a:cubicBezTo>
                  <a:lnTo>
                    <a:pt x="2417" y="298"/>
                  </a:lnTo>
                  <a:cubicBezTo>
                    <a:pt x="2417" y="120"/>
                    <a:pt x="2286" y="1"/>
                    <a:pt x="2119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" name="Google Shape;10960;p77">
              <a:extLst>
                <a:ext uri="{FF2B5EF4-FFF2-40B4-BE49-F238E27FC236}">
                  <a16:creationId xmlns:a16="http://schemas.microsoft.com/office/drawing/2014/main" id="{C97C9933-5A81-4E6F-A450-C3EA85A2371E}"/>
                </a:ext>
              </a:extLst>
            </p:cNvPr>
            <p:cNvSpPr/>
            <p:nvPr/>
          </p:nvSpPr>
          <p:spPr>
            <a:xfrm>
              <a:off x="6268658" y="3367351"/>
              <a:ext cx="406464" cy="174208"/>
            </a:xfrm>
            <a:custGeom>
              <a:avLst/>
              <a:gdLst/>
              <a:ahLst/>
              <a:cxnLst/>
              <a:rect l="l" t="t" r="r" b="b"/>
              <a:pathLst>
                <a:path w="12800" h="5486" extrusionOk="0">
                  <a:moveTo>
                    <a:pt x="10419" y="1616"/>
                  </a:moveTo>
                  <a:lnTo>
                    <a:pt x="10419" y="3009"/>
                  </a:lnTo>
                  <a:lnTo>
                    <a:pt x="9573" y="3009"/>
                  </a:lnTo>
                  <a:lnTo>
                    <a:pt x="9573" y="1616"/>
                  </a:lnTo>
                  <a:close/>
                  <a:moveTo>
                    <a:pt x="12395" y="402"/>
                  </a:moveTo>
                  <a:lnTo>
                    <a:pt x="12395" y="414"/>
                  </a:lnTo>
                  <a:lnTo>
                    <a:pt x="12395" y="4224"/>
                  </a:lnTo>
                  <a:lnTo>
                    <a:pt x="12383" y="4236"/>
                  </a:lnTo>
                  <a:lnTo>
                    <a:pt x="10835" y="3807"/>
                  </a:lnTo>
                  <a:lnTo>
                    <a:pt x="10823" y="3795"/>
                  </a:lnTo>
                  <a:lnTo>
                    <a:pt x="10823" y="3224"/>
                  </a:lnTo>
                  <a:lnTo>
                    <a:pt x="10823" y="1414"/>
                  </a:lnTo>
                  <a:lnTo>
                    <a:pt x="10823" y="842"/>
                  </a:lnTo>
                  <a:cubicBezTo>
                    <a:pt x="10823" y="842"/>
                    <a:pt x="10823" y="831"/>
                    <a:pt x="10835" y="831"/>
                  </a:cubicBezTo>
                  <a:lnTo>
                    <a:pt x="12383" y="402"/>
                  </a:lnTo>
                  <a:close/>
                  <a:moveTo>
                    <a:pt x="12362" y="0"/>
                  </a:moveTo>
                  <a:cubicBezTo>
                    <a:pt x="12330" y="0"/>
                    <a:pt x="12297" y="3"/>
                    <a:pt x="12264" y="9"/>
                  </a:cubicBezTo>
                  <a:lnTo>
                    <a:pt x="10716" y="438"/>
                  </a:lnTo>
                  <a:cubicBezTo>
                    <a:pt x="10538" y="485"/>
                    <a:pt x="10407" y="664"/>
                    <a:pt x="10407" y="842"/>
                  </a:cubicBezTo>
                  <a:lnTo>
                    <a:pt x="10407" y="1212"/>
                  </a:lnTo>
                  <a:lnTo>
                    <a:pt x="9549" y="1212"/>
                  </a:lnTo>
                  <a:lnTo>
                    <a:pt x="9549" y="914"/>
                  </a:lnTo>
                  <a:cubicBezTo>
                    <a:pt x="9549" y="819"/>
                    <a:pt x="9466" y="711"/>
                    <a:pt x="9347" y="711"/>
                  </a:cubicBezTo>
                  <a:cubicBezTo>
                    <a:pt x="9228" y="711"/>
                    <a:pt x="9133" y="795"/>
                    <a:pt x="9133" y="914"/>
                  </a:cubicBezTo>
                  <a:lnTo>
                    <a:pt x="9133" y="1414"/>
                  </a:lnTo>
                  <a:lnTo>
                    <a:pt x="9133" y="3224"/>
                  </a:lnTo>
                  <a:lnTo>
                    <a:pt x="9133" y="4986"/>
                  </a:lnTo>
                  <a:cubicBezTo>
                    <a:pt x="9133" y="5045"/>
                    <a:pt x="9085" y="5081"/>
                    <a:pt x="9026" y="5081"/>
                  </a:cubicBezTo>
                  <a:lnTo>
                    <a:pt x="513" y="5081"/>
                  </a:lnTo>
                  <a:cubicBezTo>
                    <a:pt x="453" y="5081"/>
                    <a:pt x="417" y="5045"/>
                    <a:pt x="417" y="4986"/>
                  </a:cubicBezTo>
                  <a:lnTo>
                    <a:pt x="417" y="1854"/>
                  </a:lnTo>
                  <a:cubicBezTo>
                    <a:pt x="417" y="1747"/>
                    <a:pt x="322" y="1652"/>
                    <a:pt x="203" y="1652"/>
                  </a:cubicBezTo>
                  <a:cubicBezTo>
                    <a:pt x="84" y="1652"/>
                    <a:pt x="1" y="1735"/>
                    <a:pt x="1" y="1854"/>
                  </a:cubicBezTo>
                  <a:lnTo>
                    <a:pt x="1" y="4986"/>
                  </a:lnTo>
                  <a:cubicBezTo>
                    <a:pt x="1" y="5260"/>
                    <a:pt x="215" y="5486"/>
                    <a:pt x="501" y="5486"/>
                  </a:cubicBezTo>
                  <a:lnTo>
                    <a:pt x="9014" y="5486"/>
                  </a:lnTo>
                  <a:cubicBezTo>
                    <a:pt x="9299" y="5486"/>
                    <a:pt x="9526" y="5260"/>
                    <a:pt x="9526" y="4986"/>
                  </a:cubicBezTo>
                  <a:lnTo>
                    <a:pt x="9526" y="3414"/>
                  </a:lnTo>
                  <a:lnTo>
                    <a:pt x="10371" y="3414"/>
                  </a:lnTo>
                  <a:lnTo>
                    <a:pt x="10371" y="3795"/>
                  </a:lnTo>
                  <a:cubicBezTo>
                    <a:pt x="10371" y="3986"/>
                    <a:pt x="10502" y="4152"/>
                    <a:pt x="10681" y="4188"/>
                  </a:cubicBezTo>
                  <a:lnTo>
                    <a:pt x="12228" y="4629"/>
                  </a:lnTo>
                  <a:cubicBezTo>
                    <a:pt x="12264" y="4641"/>
                    <a:pt x="12300" y="4641"/>
                    <a:pt x="12347" y="4641"/>
                  </a:cubicBezTo>
                  <a:cubicBezTo>
                    <a:pt x="12443" y="4641"/>
                    <a:pt x="12526" y="4605"/>
                    <a:pt x="12597" y="4545"/>
                  </a:cubicBezTo>
                  <a:cubicBezTo>
                    <a:pt x="12705" y="4474"/>
                    <a:pt x="12764" y="4343"/>
                    <a:pt x="12764" y="4224"/>
                  </a:cubicBezTo>
                  <a:lnTo>
                    <a:pt x="12764" y="426"/>
                  </a:lnTo>
                  <a:cubicBezTo>
                    <a:pt x="12800" y="283"/>
                    <a:pt x="12740" y="164"/>
                    <a:pt x="12633" y="80"/>
                  </a:cubicBezTo>
                  <a:cubicBezTo>
                    <a:pt x="12553" y="27"/>
                    <a:pt x="12459" y="0"/>
                    <a:pt x="12362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pic>
        <p:nvPicPr>
          <p:cNvPr id="59" name="video_2025-03-16_17-08-01">
            <a:hlinkClick r:id="" action="ppaction://media"/>
            <a:extLst>
              <a:ext uri="{FF2B5EF4-FFF2-40B4-BE49-F238E27FC236}">
                <a16:creationId xmlns:a16="http://schemas.microsoft.com/office/drawing/2014/main" id="{6071733D-B27A-4290-AC18-8E74148C090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3598728" y="2539796"/>
            <a:ext cx="5107527" cy="242134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3010176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5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video>
              <p:cMediaNode vol="100000">
                <p:cTn id="7" fill="hold" display="0">
                  <p:stCondLst>
                    <p:cond delay="indefinite"/>
                  </p:stCondLst>
                </p:cTn>
                <p:tgtEl>
                  <p:spTgt spid="59"/>
                </p:tgtEl>
              </p:cMediaNode>
            </p:video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>
            <a:extLst>
              <a:ext uri="{FF2B5EF4-FFF2-40B4-BE49-F238E27FC236}">
                <a16:creationId xmlns:a16="http://schemas.microsoft.com/office/drawing/2014/main" id="{48120BE1-278A-45C0-AF40-DF943E183B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6593" y="5260359"/>
            <a:ext cx="4302133" cy="3108960"/>
          </a:xfrm>
          <a:prstGeom prst="cloud">
            <a:avLst/>
          </a:prstGeom>
        </p:spPr>
      </p:pic>
      <p:pic>
        <p:nvPicPr>
          <p:cNvPr id="2" name="video_2025-03-16_17-08-01">
            <a:hlinkClick r:id="" action="ppaction://media"/>
            <a:extLst>
              <a:ext uri="{FF2B5EF4-FFF2-40B4-BE49-F238E27FC236}">
                <a16:creationId xmlns:a16="http://schemas.microsoft.com/office/drawing/2014/main" id="{E625E8A9-8A6B-4E7E-BB57-1F6074C1B8E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0"/>
            <a:ext cx="9143999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6284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0123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47900DBF-A6FE-418F-89CC-F0062D1715CC}"/>
              </a:ext>
            </a:extLst>
          </p:cNvPr>
          <p:cNvSpPr/>
          <p:nvPr/>
        </p:nvSpPr>
        <p:spPr>
          <a:xfrm>
            <a:off x="6589483" y="237477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042256B-E506-47E4-9574-0AE9AC758186}"/>
              </a:ext>
            </a:extLst>
          </p:cNvPr>
          <p:cNvSpPr txBox="1"/>
          <p:nvPr/>
        </p:nvSpPr>
        <p:spPr>
          <a:xfrm>
            <a:off x="6558005" y="320319"/>
            <a:ext cx="194638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معرفی ماشین های خودران</a:t>
            </a:r>
            <a:endParaRPr lang="en-US" sz="1200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21ACB7EA-E4C3-4158-95B4-4FCBB693F2C3}"/>
              </a:ext>
            </a:extLst>
          </p:cNvPr>
          <p:cNvSpPr/>
          <p:nvPr/>
        </p:nvSpPr>
        <p:spPr>
          <a:xfrm>
            <a:off x="4580653" y="247023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8B26DC7-96D5-4158-9FCB-EACE2337E955}"/>
              </a:ext>
            </a:extLst>
          </p:cNvPr>
          <p:cNvSpPr txBox="1"/>
          <p:nvPr/>
        </p:nvSpPr>
        <p:spPr>
          <a:xfrm>
            <a:off x="4553555" y="371065"/>
            <a:ext cx="1946382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تاریخچه و تکامل</a:t>
            </a:r>
            <a:endParaRPr lang="en-US" sz="1200" dirty="0">
              <a:solidFill>
                <a:schemeClr val="tx1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  <a:p>
            <a:pPr algn="ctr"/>
            <a:endParaRPr lang="en-US" sz="1200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403E8BF4-6B44-4B1A-95CA-312185DECCD4}"/>
              </a:ext>
            </a:extLst>
          </p:cNvPr>
          <p:cNvSpPr/>
          <p:nvPr/>
        </p:nvSpPr>
        <p:spPr>
          <a:xfrm>
            <a:off x="2551499" y="222971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57210F6-66ED-4FE8-8AA5-E3D6379B0237}"/>
              </a:ext>
            </a:extLst>
          </p:cNvPr>
          <p:cNvSpPr txBox="1"/>
          <p:nvPr/>
        </p:nvSpPr>
        <p:spPr>
          <a:xfrm>
            <a:off x="2550701" y="320319"/>
            <a:ext cx="194638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چرا ماشین های خودران؟</a:t>
            </a:r>
            <a:endParaRPr lang="en-US" sz="1200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6F1AD696-573D-4211-A679-A550F428BB7D}"/>
              </a:ext>
            </a:extLst>
          </p:cNvPr>
          <p:cNvSpPr/>
          <p:nvPr/>
        </p:nvSpPr>
        <p:spPr>
          <a:xfrm>
            <a:off x="4561659" y="812206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چالش ها و موانع</a:t>
            </a:r>
            <a:endParaRPr lang="en-US" dirty="0">
              <a:solidFill>
                <a:schemeClr val="tx1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D21C4DAE-00B8-46CD-9914-B2A9195A15F4}"/>
              </a:ext>
            </a:extLst>
          </p:cNvPr>
          <p:cNvSpPr/>
          <p:nvPr/>
        </p:nvSpPr>
        <p:spPr>
          <a:xfrm>
            <a:off x="6559601" y="797982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27C4234-F02D-48A0-BA77-A8FD55C97ADE}"/>
              </a:ext>
            </a:extLst>
          </p:cNvPr>
          <p:cNvSpPr txBox="1"/>
          <p:nvPr/>
        </p:nvSpPr>
        <p:spPr>
          <a:xfrm>
            <a:off x="6558005" y="898753"/>
            <a:ext cx="194638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نحوه عملکرد</a:t>
            </a:r>
            <a:endParaRPr lang="en-US" sz="1200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26582BC9-5286-4D43-BE7A-6E37CD8700EA}"/>
              </a:ext>
            </a:extLst>
          </p:cNvPr>
          <p:cNvSpPr/>
          <p:nvPr/>
        </p:nvSpPr>
        <p:spPr>
          <a:xfrm>
            <a:off x="534713" y="217806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>
                <a:solidFill>
                  <a:schemeClr val="tx1"/>
                </a:solidFill>
                <a:latin typeface="Segoe UI Variable Text Semiligh" pitchFamily="2" charset="0"/>
                <a:ea typeface="Source Sans Pro" panose="020B0503030403020204" pitchFamily="34" charset="0"/>
                <a:cs typeface="Vazir" panose="020B0603030804020204" pitchFamily="34" charset="-78"/>
              </a:rPr>
              <a:t>اجزای اصلی</a:t>
            </a:r>
            <a:endParaRPr lang="en-US" b="1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EF64D30F-BAF3-49BB-BF2C-2051C3A07A1A}"/>
              </a:ext>
            </a:extLst>
          </p:cNvPr>
          <p:cNvSpPr/>
          <p:nvPr/>
        </p:nvSpPr>
        <p:spPr>
          <a:xfrm>
            <a:off x="2552297" y="797982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FD7BFEB-B17D-403C-AF71-589C46A9C712}"/>
              </a:ext>
            </a:extLst>
          </p:cNvPr>
          <p:cNvSpPr txBox="1"/>
          <p:nvPr/>
        </p:nvSpPr>
        <p:spPr>
          <a:xfrm>
            <a:off x="2550701" y="898753"/>
            <a:ext cx="194638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آینده ماشین های خودران</a:t>
            </a:r>
            <a:endParaRPr lang="en-US" sz="1200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448CF758-24D2-4485-AE10-91FF6EE55EC9}"/>
              </a:ext>
            </a:extLst>
          </p:cNvPr>
          <p:cNvSpPr/>
          <p:nvPr/>
        </p:nvSpPr>
        <p:spPr>
          <a:xfrm>
            <a:off x="545453" y="794698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C49E7ED-2321-4238-8B4B-2F7F62FAF453}"/>
              </a:ext>
            </a:extLst>
          </p:cNvPr>
          <p:cNvSpPr txBox="1"/>
          <p:nvPr/>
        </p:nvSpPr>
        <p:spPr>
          <a:xfrm>
            <a:off x="544655" y="895064"/>
            <a:ext cx="194638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منابع</a:t>
            </a:r>
            <a:endParaRPr lang="en-US" sz="1200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711656" y="1755915"/>
            <a:ext cx="42274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a-IR" sz="2000" dirty="0">
                <a:solidFill>
                  <a:schemeClr val="tx1"/>
                </a:solidFill>
                <a:latin typeface="Vazir" panose="020B0604020202020204" charset="-78"/>
                <a:cs typeface="Vazir" panose="020B0604020202020204" charset="-78"/>
              </a:rPr>
              <a:t>یادگیری در شناسایی انواع موجودیت ها</a:t>
            </a:r>
            <a:endParaRPr lang="en-US" sz="2000" dirty="0">
              <a:solidFill>
                <a:schemeClr val="tx1"/>
              </a:solidFill>
              <a:latin typeface="Vazir" panose="020B0604020202020204" charset="-78"/>
              <a:cs typeface="Vazir" panose="020B0604020202020204" charset="-78"/>
            </a:endParaRPr>
          </a:p>
        </p:txBody>
      </p:sp>
      <p:cxnSp>
        <p:nvCxnSpPr>
          <p:cNvPr id="5" name="Straight Arrow Connector 4"/>
          <p:cNvCxnSpPr>
            <a:cxnSpLocks/>
          </p:cNvCxnSpPr>
          <p:nvPr/>
        </p:nvCxnSpPr>
        <p:spPr>
          <a:xfrm flipH="1">
            <a:off x="3782929" y="1965901"/>
            <a:ext cx="1073426" cy="451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/>
          <p:cNvCxnSpPr>
            <a:cxnSpLocks/>
          </p:cNvCxnSpPr>
          <p:nvPr/>
        </p:nvCxnSpPr>
        <p:spPr>
          <a:xfrm flipH="1" flipV="1">
            <a:off x="3776303" y="1666455"/>
            <a:ext cx="1080052" cy="2994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/>
          <p:cNvCxnSpPr>
            <a:cxnSpLocks/>
          </p:cNvCxnSpPr>
          <p:nvPr/>
        </p:nvCxnSpPr>
        <p:spPr>
          <a:xfrm flipH="1">
            <a:off x="3829313" y="1965901"/>
            <a:ext cx="1027042" cy="3234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378733" y="1537916"/>
            <a:ext cx="23456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a-IR" sz="1600" dirty="0">
                <a:solidFill>
                  <a:schemeClr val="tx1"/>
                </a:solidFill>
                <a:latin typeface="Vazir" panose="020B0604020202020204" charset="-78"/>
                <a:cs typeface="Vazir" panose="020B0604020202020204" charset="-78"/>
              </a:rPr>
              <a:t>شاخه ها</a:t>
            </a:r>
            <a:endParaRPr lang="en-US" sz="1600" dirty="0">
              <a:solidFill>
                <a:schemeClr val="tx1"/>
              </a:solidFill>
              <a:latin typeface="Vazir" panose="020B0604020202020204" charset="-78"/>
              <a:cs typeface="Vazir" panose="020B0604020202020204" charset="-78"/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1352229" y="1776070"/>
            <a:ext cx="23456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a-IR" sz="1600" dirty="0">
                <a:solidFill>
                  <a:schemeClr val="tx1"/>
                </a:solidFill>
                <a:latin typeface="Vazir" panose="020B0604020202020204" charset="-78"/>
                <a:cs typeface="Vazir" panose="020B0604020202020204" charset="-78"/>
              </a:rPr>
              <a:t>زباله ها</a:t>
            </a:r>
            <a:endParaRPr lang="en-US" sz="1600" dirty="0">
              <a:solidFill>
                <a:schemeClr val="tx1"/>
              </a:solidFill>
              <a:latin typeface="Vazir" panose="020B0604020202020204" charset="-78"/>
              <a:cs typeface="Vazir" panose="020B0604020202020204" charset="-78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1404165" y="2054432"/>
            <a:ext cx="23456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a-IR" sz="1600" dirty="0">
                <a:solidFill>
                  <a:schemeClr val="tx1"/>
                </a:solidFill>
                <a:latin typeface="Vazir" panose="020B0604020202020204" charset="-78"/>
                <a:cs typeface="Vazir" panose="020B0604020202020204" charset="-78"/>
              </a:rPr>
              <a:t>حیوانات</a:t>
            </a:r>
            <a:endParaRPr lang="en-US" sz="1600" dirty="0">
              <a:solidFill>
                <a:schemeClr val="tx1"/>
              </a:solidFill>
              <a:latin typeface="Vazir" panose="020B0604020202020204" charset="-78"/>
              <a:cs typeface="Vazir" panose="020B0604020202020204" charset="-78"/>
            </a:endParaRPr>
          </a:p>
        </p:txBody>
      </p:sp>
      <p:cxnSp>
        <p:nvCxnSpPr>
          <p:cNvPr id="10" name="Straight Arrow Connector 9"/>
          <p:cNvCxnSpPr>
            <a:cxnSpLocks/>
          </p:cNvCxnSpPr>
          <p:nvPr/>
        </p:nvCxnSpPr>
        <p:spPr>
          <a:xfrm flipH="1">
            <a:off x="3723292" y="1965901"/>
            <a:ext cx="1133063" cy="5818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TextBox 97"/>
          <p:cNvSpPr txBox="1"/>
          <p:nvPr/>
        </p:nvSpPr>
        <p:spPr>
          <a:xfrm>
            <a:off x="1352230" y="2339673"/>
            <a:ext cx="23456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a-IR" sz="1600" dirty="0">
                <a:solidFill>
                  <a:schemeClr val="tx1"/>
                </a:solidFill>
                <a:latin typeface="Vazir" panose="020B0604020202020204" charset="-78"/>
                <a:cs typeface="Vazir" panose="020B0604020202020204" charset="-78"/>
              </a:rPr>
              <a:t>انسان</a:t>
            </a:r>
            <a:endParaRPr lang="en-US" sz="1600" dirty="0">
              <a:solidFill>
                <a:schemeClr val="tx1"/>
              </a:solidFill>
              <a:latin typeface="Vazir" panose="020B0604020202020204" charset="-78"/>
              <a:cs typeface="Vazir" panose="020B0604020202020204" charset="-78"/>
            </a:endParaRPr>
          </a:p>
        </p:txBody>
      </p:sp>
      <p:sp>
        <p:nvSpPr>
          <p:cNvPr id="102" name="TextBox 101"/>
          <p:cNvSpPr txBox="1"/>
          <p:nvPr/>
        </p:nvSpPr>
        <p:spPr>
          <a:xfrm>
            <a:off x="4108682" y="2604051"/>
            <a:ext cx="48237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a-IR" sz="2000" dirty="0">
                <a:solidFill>
                  <a:schemeClr val="tx1"/>
                </a:solidFill>
                <a:latin typeface="Vazir" panose="020B0604020202020204" charset="-78"/>
                <a:cs typeface="Vazir" panose="020B0604020202020204" charset="-78"/>
              </a:rPr>
              <a:t>تصمیم گیری های آنی بسته به شرایط موجود</a:t>
            </a:r>
            <a:endParaRPr lang="en-US" sz="2000" dirty="0">
              <a:solidFill>
                <a:schemeClr val="tx1"/>
              </a:solidFill>
              <a:latin typeface="Vazir" panose="020B0604020202020204" charset="-78"/>
              <a:cs typeface="Vazir" panose="020B0604020202020204" charset="-78"/>
            </a:endParaRP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333" y="2809335"/>
            <a:ext cx="3932442" cy="2108886"/>
          </a:xfrm>
          <a:prstGeom prst="rect">
            <a:avLst/>
          </a:prstGeom>
        </p:spPr>
      </p:pic>
      <p:sp>
        <p:nvSpPr>
          <p:cNvPr id="22" name="Freeform 21"/>
          <p:cNvSpPr/>
          <p:nvPr/>
        </p:nvSpPr>
        <p:spPr>
          <a:xfrm>
            <a:off x="4611643" y="3001617"/>
            <a:ext cx="2656095" cy="1473208"/>
          </a:xfrm>
          <a:custGeom>
            <a:avLst/>
            <a:gdLst>
              <a:gd name="connsiteX0" fmla="*/ 2558292 w 2656095"/>
              <a:gd name="connsiteY0" fmla="*/ 0 h 1473208"/>
              <a:gd name="connsiteX1" fmla="*/ 2578170 w 2656095"/>
              <a:gd name="connsiteY1" fmla="*/ 1470991 h 1473208"/>
              <a:gd name="connsiteX2" fmla="*/ 1703526 w 2656095"/>
              <a:gd name="connsiteY2" fmla="*/ 357808 h 1473208"/>
              <a:gd name="connsiteX3" fmla="*/ 1319213 w 2656095"/>
              <a:gd name="connsiteY3" fmla="*/ 1411356 h 1473208"/>
              <a:gd name="connsiteX4" fmla="*/ 649979 w 2656095"/>
              <a:gd name="connsiteY4" fmla="*/ 921026 h 1473208"/>
              <a:gd name="connsiteX5" fmla="*/ 318674 w 2656095"/>
              <a:gd name="connsiteY5" fmla="*/ 1159565 h 1473208"/>
              <a:gd name="connsiteX6" fmla="*/ 133144 w 2656095"/>
              <a:gd name="connsiteY6" fmla="*/ 1007165 h 1473208"/>
              <a:gd name="connsiteX7" fmla="*/ 13874 w 2656095"/>
              <a:gd name="connsiteY7" fmla="*/ 1093304 h 1473208"/>
              <a:gd name="connsiteX8" fmla="*/ 7248 w 2656095"/>
              <a:gd name="connsiteY8" fmla="*/ 1099930 h 1473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56095" h="1473208">
                <a:moveTo>
                  <a:pt x="2558292" y="0"/>
                </a:moveTo>
                <a:cubicBezTo>
                  <a:pt x="2639461" y="705678"/>
                  <a:pt x="2720631" y="1411356"/>
                  <a:pt x="2578170" y="1470991"/>
                </a:cubicBezTo>
                <a:cubicBezTo>
                  <a:pt x="2435709" y="1530626"/>
                  <a:pt x="1913352" y="367747"/>
                  <a:pt x="1703526" y="357808"/>
                </a:cubicBezTo>
                <a:cubicBezTo>
                  <a:pt x="1493700" y="347869"/>
                  <a:pt x="1494804" y="1317486"/>
                  <a:pt x="1319213" y="1411356"/>
                </a:cubicBezTo>
                <a:cubicBezTo>
                  <a:pt x="1143622" y="1505226"/>
                  <a:pt x="816736" y="962991"/>
                  <a:pt x="649979" y="921026"/>
                </a:cubicBezTo>
                <a:cubicBezTo>
                  <a:pt x="483222" y="879061"/>
                  <a:pt x="404813" y="1145209"/>
                  <a:pt x="318674" y="1159565"/>
                </a:cubicBezTo>
                <a:cubicBezTo>
                  <a:pt x="232535" y="1173922"/>
                  <a:pt x="183944" y="1018209"/>
                  <a:pt x="133144" y="1007165"/>
                </a:cubicBezTo>
                <a:cubicBezTo>
                  <a:pt x="82344" y="996122"/>
                  <a:pt x="34857" y="1077843"/>
                  <a:pt x="13874" y="1093304"/>
                </a:cubicBezTo>
                <a:cubicBezTo>
                  <a:pt x="-7109" y="1108765"/>
                  <a:pt x="69" y="1104347"/>
                  <a:pt x="7248" y="109993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Arrow Connector 25"/>
          <p:cNvCxnSpPr>
            <a:cxnSpLocks/>
          </p:cNvCxnSpPr>
          <p:nvPr/>
        </p:nvCxnSpPr>
        <p:spPr>
          <a:xfrm flipH="1">
            <a:off x="4245883" y="4101546"/>
            <a:ext cx="3657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45827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1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6" dur="2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1" dur="2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6" dur="2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  <p:bldP spid="94" grpId="0"/>
      <p:bldP spid="95" grpId="0"/>
      <p:bldP spid="98" grpId="0"/>
      <p:bldP spid="102" grpId="0"/>
      <p:bldP spid="22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47900DBF-A6FE-418F-89CC-F0062D1715CC}"/>
              </a:ext>
            </a:extLst>
          </p:cNvPr>
          <p:cNvSpPr/>
          <p:nvPr/>
        </p:nvSpPr>
        <p:spPr>
          <a:xfrm>
            <a:off x="6588976" y="237477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042256B-E506-47E4-9574-0AE9AC758186}"/>
              </a:ext>
            </a:extLst>
          </p:cNvPr>
          <p:cNvSpPr txBox="1"/>
          <p:nvPr/>
        </p:nvSpPr>
        <p:spPr>
          <a:xfrm>
            <a:off x="6557498" y="320319"/>
            <a:ext cx="194638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معرفی ماشین های خودران</a:t>
            </a:r>
            <a:endParaRPr lang="en-US" sz="1200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21ACB7EA-E4C3-4158-95B4-4FCBB693F2C3}"/>
              </a:ext>
            </a:extLst>
          </p:cNvPr>
          <p:cNvSpPr/>
          <p:nvPr/>
        </p:nvSpPr>
        <p:spPr>
          <a:xfrm>
            <a:off x="4580146" y="247023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8B26DC7-96D5-4158-9FCB-EACE2337E955}"/>
              </a:ext>
            </a:extLst>
          </p:cNvPr>
          <p:cNvSpPr txBox="1"/>
          <p:nvPr/>
        </p:nvSpPr>
        <p:spPr>
          <a:xfrm>
            <a:off x="4553048" y="371065"/>
            <a:ext cx="1946382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تاریخچه و تکامل</a:t>
            </a:r>
            <a:endParaRPr lang="en-US" sz="1200" dirty="0">
              <a:solidFill>
                <a:schemeClr val="tx1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  <a:p>
            <a:pPr algn="ctr"/>
            <a:endParaRPr lang="en-US" sz="1200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403E8BF4-6B44-4B1A-95CA-312185DECCD4}"/>
              </a:ext>
            </a:extLst>
          </p:cNvPr>
          <p:cNvSpPr/>
          <p:nvPr/>
        </p:nvSpPr>
        <p:spPr>
          <a:xfrm>
            <a:off x="2550992" y="222971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57210F6-66ED-4FE8-8AA5-E3D6379B0237}"/>
              </a:ext>
            </a:extLst>
          </p:cNvPr>
          <p:cNvSpPr txBox="1"/>
          <p:nvPr/>
        </p:nvSpPr>
        <p:spPr>
          <a:xfrm>
            <a:off x="2550194" y="320319"/>
            <a:ext cx="194638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چرا ماشین های خودران؟</a:t>
            </a:r>
            <a:endParaRPr lang="en-US" sz="1200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6F1AD696-573D-4211-A679-A550F428BB7D}"/>
              </a:ext>
            </a:extLst>
          </p:cNvPr>
          <p:cNvSpPr/>
          <p:nvPr/>
        </p:nvSpPr>
        <p:spPr>
          <a:xfrm>
            <a:off x="4561152" y="812206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چالش ها و موانع</a:t>
            </a:r>
            <a:endParaRPr lang="en-US" dirty="0">
              <a:solidFill>
                <a:schemeClr val="tx1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D21C4DAE-00B8-46CD-9914-B2A9195A15F4}"/>
              </a:ext>
            </a:extLst>
          </p:cNvPr>
          <p:cNvSpPr/>
          <p:nvPr/>
        </p:nvSpPr>
        <p:spPr>
          <a:xfrm>
            <a:off x="6559094" y="797982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27C4234-F02D-48A0-BA77-A8FD55C97ADE}"/>
              </a:ext>
            </a:extLst>
          </p:cNvPr>
          <p:cNvSpPr txBox="1"/>
          <p:nvPr/>
        </p:nvSpPr>
        <p:spPr>
          <a:xfrm>
            <a:off x="6557498" y="898753"/>
            <a:ext cx="194638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نحوه عملکرد</a:t>
            </a:r>
            <a:endParaRPr lang="en-US" sz="1200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26582BC9-5286-4D43-BE7A-6E37CD8700EA}"/>
              </a:ext>
            </a:extLst>
          </p:cNvPr>
          <p:cNvSpPr/>
          <p:nvPr/>
        </p:nvSpPr>
        <p:spPr>
          <a:xfrm>
            <a:off x="534206" y="217806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b="1">
                <a:solidFill>
                  <a:schemeClr val="tx1"/>
                </a:solidFill>
                <a:latin typeface="Segoe UI Variable Text Semiligh" pitchFamily="2" charset="0"/>
                <a:ea typeface="Source Sans Pro" panose="020B0503030403020204" pitchFamily="34" charset="0"/>
                <a:cs typeface="Vazir" panose="020B0603030804020204" pitchFamily="34" charset="-78"/>
              </a:rPr>
              <a:t>اجزای اصلی</a:t>
            </a:r>
            <a:endParaRPr lang="en-US" b="1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EF64D30F-BAF3-49BB-BF2C-2051C3A07A1A}"/>
              </a:ext>
            </a:extLst>
          </p:cNvPr>
          <p:cNvSpPr/>
          <p:nvPr/>
        </p:nvSpPr>
        <p:spPr>
          <a:xfrm>
            <a:off x="2551790" y="797982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FD7BFEB-B17D-403C-AF71-589C46A9C712}"/>
              </a:ext>
            </a:extLst>
          </p:cNvPr>
          <p:cNvSpPr txBox="1"/>
          <p:nvPr/>
        </p:nvSpPr>
        <p:spPr>
          <a:xfrm>
            <a:off x="2550194" y="898753"/>
            <a:ext cx="194638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آینده ماشین های خودران</a:t>
            </a:r>
            <a:endParaRPr lang="en-US" sz="1200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448CF758-24D2-4485-AE10-91FF6EE55EC9}"/>
              </a:ext>
            </a:extLst>
          </p:cNvPr>
          <p:cNvSpPr/>
          <p:nvPr/>
        </p:nvSpPr>
        <p:spPr>
          <a:xfrm>
            <a:off x="545744" y="794293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C49E7ED-2321-4238-8B4B-2F7F62FAF453}"/>
              </a:ext>
            </a:extLst>
          </p:cNvPr>
          <p:cNvSpPr txBox="1"/>
          <p:nvPr/>
        </p:nvSpPr>
        <p:spPr>
          <a:xfrm>
            <a:off x="544148" y="895064"/>
            <a:ext cx="194638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منابع</a:t>
            </a:r>
            <a:endParaRPr lang="en-US" sz="1200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pic>
        <p:nvPicPr>
          <p:cNvPr id="216" name="Google Shape;1829;p51">
            <a:extLst>
              <a:ext uri="{FF2B5EF4-FFF2-40B4-BE49-F238E27FC236}">
                <a16:creationId xmlns:a16="http://schemas.microsoft.com/office/drawing/2014/main" id="{42B80A65-256F-4C72-885E-B427631C6C1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18647" t="7960" r="8852" b="8336"/>
          <a:stretch/>
        </p:blipFill>
        <p:spPr>
          <a:xfrm rot="2195040">
            <a:off x="111165" y="4258565"/>
            <a:ext cx="1175233" cy="76322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/>
          <p:cNvSpPr txBox="1"/>
          <p:nvPr/>
        </p:nvSpPr>
        <p:spPr>
          <a:xfrm>
            <a:off x="3591340" y="1610141"/>
            <a:ext cx="52611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a-IR" sz="2000" dirty="0">
                <a:solidFill>
                  <a:schemeClr val="tx1"/>
                </a:solidFill>
                <a:latin typeface="Vazir" panose="020B0604020202020204" charset="-78"/>
                <a:cs typeface="Vazir" panose="020B0604020202020204" charset="-78"/>
              </a:rPr>
              <a:t>در زمان تصادفات، مسئله قانون و مسئولیت نیز از بعد مجازات یا تشخیص مقصر مطرح می شود</a:t>
            </a:r>
            <a:endParaRPr lang="en-US" sz="2000" dirty="0">
              <a:solidFill>
                <a:schemeClr val="tx1"/>
              </a:solidFill>
              <a:latin typeface="Vazir" panose="020B0604020202020204" charset="-78"/>
              <a:cs typeface="Vazir" panose="020B0604020202020204" charset="-78"/>
            </a:endParaRPr>
          </a:p>
        </p:txBody>
      </p:sp>
      <p:sp>
        <p:nvSpPr>
          <p:cNvPr id="22" name="Freeform 21"/>
          <p:cNvSpPr/>
          <p:nvPr/>
        </p:nvSpPr>
        <p:spPr>
          <a:xfrm rot="19993667">
            <a:off x="3161903" y="2047821"/>
            <a:ext cx="1043796" cy="1473208"/>
          </a:xfrm>
          <a:custGeom>
            <a:avLst/>
            <a:gdLst>
              <a:gd name="connsiteX0" fmla="*/ 2558292 w 2656095"/>
              <a:gd name="connsiteY0" fmla="*/ 0 h 1473208"/>
              <a:gd name="connsiteX1" fmla="*/ 2578170 w 2656095"/>
              <a:gd name="connsiteY1" fmla="*/ 1470991 h 1473208"/>
              <a:gd name="connsiteX2" fmla="*/ 1703526 w 2656095"/>
              <a:gd name="connsiteY2" fmla="*/ 357808 h 1473208"/>
              <a:gd name="connsiteX3" fmla="*/ 1319213 w 2656095"/>
              <a:gd name="connsiteY3" fmla="*/ 1411356 h 1473208"/>
              <a:gd name="connsiteX4" fmla="*/ 649979 w 2656095"/>
              <a:gd name="connsiteY4" fmla="*/ 921026 h 1473208"/>
              <a:gd name="connsiteX5" fmla="*/ 318674 w 2656095"/>
              <a:gd name="connsiteY5" fmla="*/ 1159565 h 1473208"/>
              <a:gd name="connsiteX6" fmla="*/ 133144 w 2656095"/>
              <a:gd name="connsiteY6" fmla="*/ 1007165 h 1473208"/>
              <a:gd name="connsiteX7" fmla="*/ 13874 w 2656095"/>
              <a:gd name="connsiteY7" fmla="*/ 1093304 h 1473208"/>
              <a:gd name="connsiteX8" fmla="*/ 7248 w 2656095"/>
              <a:gd name="connsiteY8" fmla="*/ 1099930 h 1473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56095" h="1473208">
                <a:moveTo>
                  <a:pt x="2558292" y="0"/>
                </a:moveTo>
                <a:cubicBezTo>
                  <a:pt x="2639461" y="705678"/>
                  <a:pt x="2720631" y="1411356"/>
                  <a:pt x="2578170" y="1470991"/>
                </a:cubicBezTo>
                <a:cubicBezTo>
                  <a:pt x="2435709" y="1530626"/>
                  <a:pt x="1913352" y="367747"/>
                  <a:pt x="1703526" y="357808"/>
                </a:cubicBezTo>
                <a:cubicBezTo>
                  <a:pt x="1493700" y="347869"/>
                  <a:pt x="1494804" y="1317486"/>
                  <a:pt x="1319213" y="1411356"/>
                </a:cubicBezTo>
                <a:cubicBezTo>
                  <a:pt x="1143622" y="1505226"/>
                  <a:pt x="816736" y="962991"/>
                  <a:pt x="649979" y="921026"/>
                </a:cubicBezTo>
                <a:cubicBezTo>
                  <a:pt x="483222" y="879061"/>
                  <a:pt x="404813" y="1145209"/>
                  <a:pt x="318674" y="1159565"/>
                </a:cubicBezTo>
                <a:cubicBezTo>
                  <a:pt x="232535" y="1173922"/>
                  <a:pt x="183944" y="1018209"/>
                  <a:pt x="133144" y="1007165"/>
                </a:cubicBezTo>
                <a:cubicBezTo>
                  <a:pt x="82344" y="996122"/>
                  <a:pt x="34857" y="1077843"/>
                  <a:pt x="13874" y="1093304"/>
                </a:cubicBezTo>
                <a:cubicBezTo>
                  <a:pt x="-7109" y="1108765"/>
                  <a:pt x="69" y="1104347"/>
                  <a:pt x="7248" y="109993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661" y="1941741"/>
            <a:ext cx="2994991" cy="1606344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055707" y="2719227"/>
            <a:ext cx="37967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a-IR" sz="2000" dirty="0">
                <a:solidFill>
                  <a:schemeClr val="tx1"/>
                </a:solidFill>
                <a:latin typeface="Vazir" panose="020B0604020202020204" charset="-78"/>
                <a:cs typeface="Vazir" panose="020B0604020202020204" charset="-78"/>
              </a:rPr>
              <a:t>هزینه بالا</a:t>
            </a:r>
            <a:endParaRPr lang="en-US" sz="2000" dirty="0">
              <a:solidFill>
                <a:schemeClr val="tx1"/>
              </a:solidFill>
              <a:latin typeface="Vazir" panose="020B0604020202020204" charset="-78"/>
              <a:cs typeface="Vazir" panose="020B0604020202020204" charset="-78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2262687" y="3398076"/>
            <a:ext cx="65797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a-IR" sz="2000" dirty="0">
                <a:solidFill>
                  <a:schemeClr val="tx1"/>
                </a:solidFill>
                <a:latin typeface="Vazir" panose="020B0604020202020204" charset="-78"/>
                <a:cs typeface="Vazir" panose="020B0604020202020204" charset="-78"/>
              </a:rPr>
              <a:t>نگرانی های امنیتی و اخلاقی</a:t>
            </a:r>
            <a:endParaRPr lang="en-US" sz="2000" dirty="0">
              <a:solidFill>
                <a:schemeClr val="tx1"/>
              </a:solidFill>
              <a:latin typeface="Vazir" panose="020B0604020202020204" charset="-78"/>
              <a:cs typeface="Vazir" panose="020B0604020202020204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514604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2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107ED4A-A9DC-4221-8C06-27B3A6BCFFB9}"/>
              </a:ext>
            </a:extLst>
          </p:cNvPr>
          <p:cNvSpPr/>
          <p:nvPr/>
        </p:nvSpPr>
        <p:spPr>
          <a:xfrm>
            <a:off x="6559094" y="219548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A37328-CB30-4079-90C3-9B304D60027E}"/>
              </a:ext>
            </a:extLst>
          </p:cNvPr>
          <p:cNvSpPr txBox="1"/>
          <p:nvPr/>
        </p:nvSpPr>
        <p:spPr>
          <a:xfrm>
            <a:off x="6557498" y="320319"/>
            <a:ext cx="194638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معرفی ماشین های خودران</a:t>
            </a:r>
            <a:endParaRPr lang="en-US" sz="1200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133D242-42D3-4A9E-9859-3684E1504403}"/>
              </a:ext>
            </a:extLst>
          </p:cNvPr>
          <p:cNvSpPr/>
          <p:nvPr/>
        </p:nvSpPr>
        <p:spPr>
          <a:xfrm>
            <a:off x="4556240" y="229094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4026FA-F5A2-4B47-93B3-DE30B877C9FF}"/>
              </a:ext>
            </a:extLst>
          </p:cNvPr>
          <p:cNvSpPr txBox="1"/>
          <p:nvPr/>
        </p:nvSpPr>
        <p:spPr>
          <a:xfrm>
            <a:off x="4553048" y="371065"/>
            <a:ext cx="1946382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تاریخچه و تکامل</a:t>
            </a:r>
            <a:endParaRPr lang="en-US" sz="1200" dirty="0">
              <a:solidFill>
                <a:schemeClr val="tx1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  <a:p>
            <a:pPr algn="ctr"/>
            <a:endParaRPr lang="en-US" sz="1200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8026780-8E9B-4F64-B397-CEC602872B44}"/>
              </a:ext>
            </a:extLst>
          </p:cNvPr>
          <p:cNvSpPr/>
          <p:nvPr/>
        </p:nvSpPr>
        <p:spPr>
          <a:xfrm>
            <a:off x="2550992" y="222971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42A3DD-F11B-405C-8AC4-693AB002921A}"/>
              </a:ext>
            </a:extLst>
          </p:cNvPr>
          <p:cNvSpPr txBox="1"/>
          <p:nvPr/>
        </p:nvSpPr>
        <p:spPr>
          <a:xfrm>
            <a:off x="2550194" y="320319"/>
            <a:ext cx="194638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چرا ماشین های خودران؟</a:t>
            </a:r>
            <a:endParaRPr lang="en-US" sz="1200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2032313-8EC9-498E-9770-FE38C5B56023}"/>
              </a:ext>
            </a:extLst>
          </p:cNvPr>
          <p:cNvSpPr/>
          <p:nvPr/>
        </p:nvSpPr>
        <p:spPr>
          <a:xfrm>
            <a:off x="545744" y="215859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421AAB-4008-4C46-9046-A3A3ADB32739}"/>
              </a:ext>
            </a:extLst>
          </p:cNvPr>
          <p:cNvSpPr txBox="1"/>
          <p:nvPr/>
        </p:nvSpPr>
        <p:spPr>
          <a:xfrm>
            <a:off x="544148" y="320319"/>
            <a:ext cx="194638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Segoe UI Variable Text Semiligh" pitchFamily="2" charset="0"/>
                <a:ea typeface="Source Sans Pro" panose="020B0503030403020204" pitchFamily="34" charset="0"/>
                <a:cs typeface="Vazir" panose="020B0603030804020204" pitchFamily="34" charset="-78"/>
              </a:rPr>
              <a:t>اجزای اصلی</a:t>
            </a:r>
            <a:endParaRPr lang="en-US" sz="1200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6EDC6FA-4B70-41EF-BFA2-F20D821A5DC0}"/>
              </a:ext>
            </a:extLst>
          </p:cNvPr>
          <p:cNvSpPr/>
          <p:nvPr/>
        </p:nvSpPr>
        <p:spPr>
          <a:xfrm>
            <a:off x="6559094" y="797982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A6E56F1-2AF0-4C3F-91F8-B6030214F229}"/>
              </a:ext>
            </a:extLst>
          </p:cNvPr>
          <p:cNvSpPr txBox="1"/>
          <p:nvPr/>
        </p:nvSpPr>
        <p:spPr>
          <a:xfrm>
            <a:off x="6557498" y="898753"/>
            <a:ext cx="194638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نحوه عملکرد</a:t>
            </a:r>
            <a:endParaRPr lang="en-US" sz="1200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D66BA98-4241-4E4D-81A0-F5F82CCAF1FD}"/>
              </a:ext>
            </a:extLst>
          </p:cNvPr>
          <p:cNvSpPr/>
          <p:nvPr/>
        </p:nvSpPr>
        <p:spPr>
          <a:xfrm>
            <a:off x="4556240" y="807528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72229C2-1FC2-498E-937F-99E4A3EE0E37}"/>
              </a:ext>
            </a:extLst>
          </p:cNvPr>
          <p:cNvSpPr txBox="1"/>
          <p:nvPr/>
        </p:nvSpPr>
        <p:spPr>
          <a:xfrm>
            <a:off x="4554644" y="908299"/>
            <a:ext cx="194638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چالش ها و موانع</a:t>
            </a:r>
            <a:endParaRPr lang="en-US" sz="1200" dirty="0">
              <a:solidFill>
                <a:schemeClr val="tx1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A20634E-BCB3-4A12-8621-83D34E9E068D}"/>
              </a:ext>
            </a:extLst>
          </p:cNvPr>
          <p:cNvSpPr/>
          <p:nvPr/>
        </p:nvSpPr>
        <p:spPr>
          <a:xfrm>
            <a:off x="2551790" y="797982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7C5FB4B-8274-41AC-826F-22302F403FBA}"/>
              </a:ext>
            </a:extLst>
          </p:cNvPr>
          <p:cNvSpPr txBox="1"/>
          <p:nvPr/>
        </p:nvSpPr>
        <p:spPr>
          <a:xfrm>
            <a:off x="2550194" y="898753"/>
            <a:ext cx="194638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b="1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آینده ماشین های خودران</a:t>
            </a:r>
            <a:endParaRPr lang="en-US" b="1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D291E114-E9EC-452E-AFFB-89A95B31FAE4}"/>
              </a:ext>
            </a:extLst>
          </p:cNvPr>
          <p:cNvSpPr/>
          <p:nvPr/>
        </p:nvSpPr>
        <p:spPr>
          <a:xfrm>
            <a:off x="545744" y="794293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9181E3B-99F1-4067-AE67-980E65EE5B1E}"/>
              </a:ext>
            </a:extLst>
          </p:cNvPr>
          <p:cNvSpPr txBox="1"/>
          <p:nvPr/>
        </p:nvSpPr>
        <p:spPr>
          <a:xfrm>
            <a:off x="544148" y="895064"/>
            <a:ext cx="194638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منابع</a:t>
            </a:r>
            <a:endParaRPr lang="en-US" sz="1200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754AE20-1545-4C27-86AD-59544BEAA84A}"/>
              </a:ext>
            </a:extLst>
          </p:cNvPr>
          <p:cNvGrpSpPr/>
          <p:nvPr/>
        </p:nvGrpSpPr>
        <p:grpSpPr>
          <a:xfrm>
            <a:off x="3669073" y="1622637"/>
            <a:ext cx="1767950" cy="3194761"/>
            <a:chOff x="3991868" y="384513"/>
            <a:chExt cx="1767950" cy="4374475"/>
          </a:xfrm>
          <a:effectLst>
            <a:innerShdw blurRad="63500" dist="50800" dir="2700000">
              <a:prstClr val="black">
                <a:alpha val="50000"/>
              </a:prstClr>
            </a:innerShdw>
          </a:effectLst>
        </p:grpSpPr>
        <p:sp>
          <p:nvSpPr>
            <p:cNvPr id="60" name="Shape 1">
              <a:extLst>
                <a:ext uri="{FF2B5EF4-FFF2-40B4-BE49-F238E27FC236}">
                  <a16:creationId xmlns:a16="http://schemas.microsoft.com/office/drawing/2014/main" id="{2D1AD2CA-95BE-48E9-AE05-0A085E99E071}"/>
                </a:ext>
              </a:extLst>
            </p:cNvPr>
            <p:cNvSpPr/>
            <p:nvPr/>
          </p:nvSpPr>
          <p:spPr>
            <a:xfrm>
              <a:off x="4866501" y="384513"/>
              <a:ext cx="30480" cy="4374475"/>
            </a:xfrm>
            <a:prstGeom prst="roundRect">
              <a:avLst>
                <a:gd name="adj" fmla="val 111628"/>
              </a:avLst>
            </a:prstGeom>
            <a:solidFill>
              <a:srgbClr val="D9D4C9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Shape 2">
              <a:extLst>
                <a:ext uri="{FF2B5EF4-FFF2-40B4-BE49-F238E27FC236}">
                  <a16:creationId xmlns:a16="http://schemas.microsoft.com/office/drawing/2014/main" id="{5C0A442C-EF19-4030-A177-A97E807A91A5}"/>
                </a:ext>
              </a:extLst>
            </p:cNvPr>
            <p:cNvSpPr/>
            <p:nvPr/>
          </p:nvSpPr>
          <p:spPr>
            <a:xfrm>
              <a:off x="5067063" y="850212"/>
              <a:ext cx="680442" cy="30480"/>
            </a:xfrm>
            <a:prstGeom prst="roundRect">
              <a:avLst>
                <a:gd name="adj" fmla="val 111628"/>
              </a:avLst>
            </a:prstGeom>
            <a:solidFill>
              <a:srgbClr val="D9D4C9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Shape 3">
              <a:extLst>
                <a:ext uri="{FF2B5EF4-FFF2-40B4-BE49-F238E27FC236}">
                  <a16:creationId xmlns:a16="http://schemas.microsoft.com/office/drawing/2014/main" id="{206A0E00-EC58-4158-A183-DB53E50E695E}"/>
                </a:ext>
              </a:extLst>
            </p:cNvPr>
            <p:cNvSpPr/>
            <p:nvPr/>
          </p:nvSpPr>
          <p:spPr>
            <a:xfrm>
              <a:off x="4641830" y="639664"/>
              <a:ext cx="510302" cy="510302"/>
            </a:xfrm>
            <a:prstGeom prst="roundRect">
              <a:avLst>
                <a:gd name="adj" fmla="val 6667"/>
              </a:avLst>
            </a:prstGeom>
            <a:solidFill>
              <a:srgbClr val="F3EEE3"/>
            </a:solidFill>
            <a:ln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3" name="Text 4">
              <a:extLst>
                <a:ext uri="{FF2B5EF4-FFF2-40B4-BE49-F238E27FC236}">
                  <a16:creationId xmlns:a16="http://schemas.microsoft.com/office/drawing/2014/main" id="{AA5779CC-2357-4D64-8E09-E3E9835D2234}"/>
                </a:ext>
              </a:extLst>
            </p:cNvPr>
            <p:cNvSpPr/>
            <p:nvPr/>
          </p:nvSpPr>
          <p:spPr>
            <a:xfrm>
              <a:off x="4726901" y="682169"/>
              <a:ext cx="340162" cy="42529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2650"/>
                </a:lnSpc>
                <a:buNone/>
              </a:pPr>
              <a:r>
                <a:rPr lang="en-US" sz="2650" dirty="0">
                  <a:solidFill>
                    <a:srgbClr val="2B4150"/>
                  </a:solidFill>
                  <a:latin typeface="MuseoModerno Medium" pitchFamily="34" charset="0"/>
                  <a:ea typeface="MuseoModerno Medium" pitchFamily="34" charset="-122"/>
                  <a:cs typeface="MuseoModerno Medium" pitchFamily="34" charset="-120"/>
                </a:rPr>
                <a:t>1</a:t>
              </a:r>
              <a:endParaRPr lang="en-US" sz="2650" dirty="0"/>
            </a:p>
          </p:txBody>
        </p:sp>
        <p:sp>
          <p:nvSpPr>
            <p:cNvPr id="64" name="Shape 7">
              <a:extLst>
                <a:ext uri="{FF2B5EF4-FFF2-40B4-BE49-F238E27FC236}">
                  <a16:creationId xmlns:a16="http://schemas.microsoft.com/office/drawing/2014/main" id="{3B762D23-C661-46E4-BAEB-4F8797131E1A}"/>
                </a:ext>
              </a:extLst>
            </p:cNvPr>
            <p:cNvSpPr/>
            <p:nvPr/>
          </p:nvSpPr>
          <p:spPr>
            <a:xfrm>
              <a:off x="3991868" y="2413338"/>
              <a:ext cx="680442" cy="30480"/>
            </a:xfrm>
            <a:prstGeom prst="roundRect">
              <a:avLst>
                <a:gd name="adj" fmla="val 111628"/>
              </a:avLst>
            </a:prstGeom>
            <a:solidFill>
              <a:srgbClr val="F3EEE3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Shape 8">
              <a:extLst>
                <a:ext uri="{FF2B5EF4-FFF2-40B4-BE49-F238E27FC236}">
                  <a16:creationId xmlns:a16="http://schemas.microsoft.com/office/drawing/2014/main" id="{AA8F4529-79B8-4CF2-9E44-88E2368D3CFA}"/>
                </a:ext>
              </a:extLst>
            </p:cNvPr>
            <p:cNvSpPr/>
            <p:nvPr/>
          </p:nvSpPr>
          <p:spPr>
            <a:xfrm>
              <a:off x="4641830" y="2173427"/>
              <a:ext cx="510302" cy="510302"/>
            </a:xfrm>
            <a:prstGeom prst="roundRect">
              <a:avLst>
                <a:gd name="adj" fmla="val 6667"/>
              </a:avLst>
            </a:prstGeom>
            <a:solidFill>
              <a:srgbClr val="F3EEE3"/>
            </a:solidFill>
            <a:ln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6" name="Text 9">
              <a:extLst>
                <a:ext uri="{FF2B5EF4-FFF2-40B4-BE49-F238E27FC236}">
                  <a16:creationId xmlns:a16="http://schemas.microsoft.com/office/drawing/2014/main" id="{08AA8E4B-ED54-4108-BF78-1EA4AE3EEBD2}"/>
                </a:ext>
              </a:extLst>
            </p:cNvPr>
            <p:cNvSpPr/>
            <p:nvPr/>
          </p:nvSpPr>
          <p:spPr>
            <a:xfrm>
              <a:off x="4726901" y="2215933"/>
              <a:ext cx="340162" cy="42529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2650"/>
                </a:lnSpc>
                <a:buNone/>
              </a:pPr>
              <a:r>
                <a:rPr lang="en-US" sz="2650" dirty="0">
                  <a:solidFill>
                    <a:srgbClr val="2B4150"/>
                  </a:solidFill>
                  <a:latin typeface="MuseoModerno Medium" pitchFamily="34" charset="0"/>
                  <a:ea typeface="MuseoModerno Medium" pitchFamily="34" charset="-122"/>
                  <a:cs typeface="MuseoModerno Medium" pitchFamily="34" charset="-120"/>
                </a:rPr>
                <a:t>2</a:t>
              </a:r>
              <a:endParaRPr lang="en-US" sz="2650" dirty="0"/>
            </a:p>
          </p:txBody>
        </p:sp>
        <p:sp>
          <p:nvSpPr>
            <p:cNvPr id="67" name="Shape 12">
              <a:extLst>
                <a:ext uri="{FF2B5EF4-FFF2-40B4-BE49-F238E27FC236}">
                  <a16:creationId xmlns:a16="http://schemas.microsoft.com/office/drawing/2014/main" id="{7241D3A1-9E08-4B0F-BE90-959C77C644FC}"/>
                </a:ext>
              </a:extLst>
            </p:cNvPr>
            <p:cNvSpPr/>
            <p:nvPr/>
          </p:nvSpPr>
          <p:spPr>
            <a:xfrm>
              <a:off x="5079376" y="3931861"/>
              <a:ext cx="680442" cy="30480"/>
            </a:xfrm>
            <a:prstGeom prst="roundRect">
              <a:avLst>
                <a:gd name="adj" fmla="val 111628"/>
              </a:avLst>
            </a:prstGeom>
            <a:solidFill>
              <a:srgbClr val="D9D4C9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Shape 13">
              <a:extLst>
                <a:ext uri="{FF2B5EF4-FFF2-40B4-BE49-F238E27FC236}">
                  <a16:creationId xmlns:a16="http://schemas.microsoft.com/office/drawing/2014/main" id="{4F8EED88-3DBD-4376-92E3-34D937A533F4}"/>
                </a:ext>
              </a:extLst>
            </p:cNvPr>
            <p:cNvSpPr/>
            <p:nvPr/>
          </p:nvSpPr>
          <p:spPr>
            <a:xfrm>
              <a:off x="4641830" y="3707190"/>
              <a:ext cx="510302" cy="510302"/>
            </a:xfrm>
            <a:prstGeom prst="roundRect">
              <a:avLst>
                <a:gd name="adj" fmla="val 6667"/>
              </a:avLst>
            </a:prstGeom>
            <a:solidFill>
              <a:srgbClr val="F3EEE3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Text 14">
              <a:extLst>
                <a:ext uri="{FF2B5EF4-FFF2-40B4-BE49-F238E27FC236}">
                  <a16:creationId xmlns:a16="http://schemas.microsoft.com/office/drawing/2014/main" id="{A04A1F6F-8970-4F62-AEBC-1B6E3B5398E4}"/>
                </a:ext>
              </a:extLst>
            </p:cNvPr>
            <p:cNvSpPr/>
            <p:nvPr/>
          </p:nvSpPr>
          <p:spPr>
            <a:xfrm>
              <a:off x="4726901" y="3749696"/>
              <a:ext cx="340162" cy="42529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2650"/>
                </a:lnSpc>
                <a:buNone/>
              </a:pPr>
              <a:r>
                <a:rPr lang="en-US" sz="2650" dirty="0">
                  <a:solidFill>
                    <a:srgbClr val="2B4150"/>
                  </a:solidFill>
                  <a:latin typeface="MuseoModerno Medium" pitchFamily="34" charset="0"/>
                  <a:ea typeface="MuseoModerno Medium" pitchFamily="34" charset="-122"/>
                  <a:cs typeface="MuseoModerno Medium" pitchFamily="34" charset="-120"/>
                </a:rPr>
                <a:t>3</a:t>
              </a:r>
              <a:endParaRPr lang="en-US" sz="2650" dirty="0"/>
            </a:p>
          </p:txBody>
        </p:sp>
      </p:grpSp>
      <p:sp>
        <p:nvSpPr>
          <p:cNvPr id="70" name="Google Shape;1996;p58">
            <a:extLst>
              <a:ext uri="{FF2B5EF4-FFF2-40B4-BE49-F238E27FC236}">
                <a16:creationId xmlns:a16="http://schemas.microsoft.com/office/drawing/2014/main" id="{5E013EE2-D73F-4C92-963E-8D5C286EB681}"/>
              </a:ext>
            </a:extLst>
          </p:cNvPr>
          <p:cNvSpPr/>
          <p:nvPr/>
        </p:nvSpPr>
        <p:spPr>
          <a:xfrm>
            <a:off x="5424710" y="1654526"/>
            <a:ext cx="2127460" cy="63870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 w="19050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DCEF896-4EFC-40B4-885E-45FE0B611B5D}"/>
              </a:ext>
            </a:extLst>
          </p:cNvPr>
          <p:cNvSpPr txBox="1"/>
          <p:nvPr/>
        </p:nvSpPr>
        <p:spPr>
          <a:xfrm>
            <a:off x="5671927" y="1800965"/>
            <a:ext cx="1615671" cy="307777"/>
          </a:xfrm>
          <a:prstGeom prst="rect">
            <a:avLst/>
          </a:prstGeom>
          <a:noFill/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fa-IR" dirty="0">
                <a:latin typeface="Vazir" panose="020B0603030804020204" pitchFamily="34" charset="-78"/>
                <a:cs typeface="Vazir" panose="020B0603030804020204" pitchFamily="34" charset="-78"/>
              </a:rPr>
              <a:t>تاکسی های خودران</a:t>
            </a:r>
            <a:endParaRPr lang="en-US" dirty="0">
              <a:latin typeface="Vazir" panose="020B0603030804020204" pitchFamily="34" charset="-78"/>
              <a:cs typeface="Vazir" panose="020B0603030804020204" pitchFamily="34" charset="-78"/>
            </a:endParaRPr>
          </a:p>
        </p:txBody>
      </p:sp>
      <p:pic>
        <p:nvPicPr>
          <p:cNvPr id="75" name="Picture 74">
            <a:extLst>
              <a:ext uri="{FF2B5EF4-FFF2-40B4-BE49-F238E27FC236}">
                <a16:creationId xmlns:a16="http://schemas.microsoft.com/office/drawing/2014/main" id="{C2BF6FCD-AC72-4177-A3F3-D814D9D27A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004" y="1499592"/>
            <a:ext cx="2194560" cy="116806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76" name="Google Shape;1996;p58">
            <a:extLst>
              <a:ext uri="{FF2B5EF4-FFF2-40B4-BE49-F238E27FC236}">
                <a16:creationId xmlns:a16="http://schemas.microsoft.com/office/drawing/2014/main" id="{AC74E651-BCB7-486C-B4BD-2BF6B853810A}"/>
              </a:ext>
            </a:extLst>
          </p:cNvPr>
          <p:cNvSpPr/>
          <p:nvPr/>
        </p:nvSpPr>
        <p:spPr>
          <a:xfrm>
            <a:off x="1638119" y="2803452"/>
            <a:ext cx="2127460" cy="63870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 w="19050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6B0FDBB-6E5C-4B89-B21C-68725C9FE6F7}"/>
              </a:ext>
            </a:extLst>
          </p:cNvPr>
          <p:cNvSpPr txBox="1"/>
          <p:nvPr/>
        </p:nvSpPr>
        <p:spPr>
          <a:xfrm>
            <a:off x="1638119" y="2953675"/>
            <a:ext cx="2127459" cy="307777"/>
          </a:xfrm>
          <a:prstGeom prst="rect">
            <a:avLst/>
          </a:prstGeom>
          <a:noFill/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fa-IR" dirty="0">
                <a:latin typeface="Vazir" panose="020B0603030804020204" pitchFamily="34" charset="-78"/>
                <a:cs typeface="Vazir" panose="020B0603030804020204" pitchFamily="34" charset="-78"/>
              </a:rPr>
              <a:t>حمل و نقل عمومی خودران</a:t>
            </a:r>
            <a:endParaRPr lang="en-US" dirty="0">
              <a:latin typeface="Vazir" panose="020B0603030804020204" pitchFamily="34" charset="-78"/>
              <a:cs typeface="Vazir" panose="020B0603030804020204" pitchFamily="34" charset="-78"/>
            </a:endParaRPr>
          </a:p>
        </p:txBody>
      </p:sp>
      <p:pic>
        <p:nvPicPr>
          <p:cNvPr id="81" name="Picture 80">
            <a:extLst>
              <a:ext uri="{FF2B5EF4-FFF2-40B4-BE49-F238E27FC236}">
                <a16:creationId xmlns:a16="http://schemas.microsoft.com/office/drawing/2014/main" id="{109738A4-B992-46D3-AA5C-23478A80FCB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0197" b="3681"/>
          <a:stretch/>
        </p:blipFill>
        <p:spPr>
          <a:xfrm>
            <a:off x="5877500" y="2375364"/>
            <a:ext cx="2743200" cy="133413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sp>
        <p:nvSpPr>
          <p:cNvPr id="84" name="Google Shape;1996;p58">
            <a:extLst>
              <a:ext uri="{FF2B5EF4-FFF2-40B4-BE49-F238E27FC236}">
                <a16:creationId xmlns:a16="http://schemas.microsoft.com/office/drawing/2014/main" id="{DD03F334-3F66-4B2C-83B1-AADA27325F52}"/>
              </a:ext>
            </a:extLst>
          </p:cNvPr>
          <p:cNvSpPr/>
          <p:nvPr/>
        </p:nvSpPr>
        <p:spPr>
          <a:xfrm>
            <a:off x="5362019" y="3893982"/>
            <a:ext cx="2127460" cy="63870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 w="19050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F5E7F0C-3889-4BEE-AB65-A3FE11CD666E}"/>
              </a:ext>
            </a:extLst>
          </p:cNvPr>
          <p:cNvSpPr txBox="1"/>
          <p:nvPr/>
        </p:nvSpPr>
        <p:spPr>
          <a:xfrm>
            <a:off x="5362019" y="4044205"/>
            <a:ext cx="2127459" cy="307777"/>
          </a:xfrm>
          <a:prstGeom prst="rect">
            <a:avLst/>
          </a:prstGeom>
          <a:noFill/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fa-IR" dirty="0">
                <a:latin typeface="Vazir" panose="020B0603030804020204" pitchFamily="34" charset="-78"/>
                <a:cs typeface="Vazir" panose="020B0603030804020204" pitchFamily="34" charset="-78"/>
              </a:rPr>
              <a:t>خودرو های شخصی خودران</a:t>
            </a:r>
            <a:endParaRPr lang="en-US" dirty="0">
              <a:latin typeface="Vazir" panose="020B0603030804020204" pitchFamily="34" charset="-78"/>
              <a:cs typeface="Vazir" panose="020B0603030804020204" pitchFamily="34" charset="-78"/>
            </a:endParaRPr>
          </a:p>
        </p:txBody>
      </p:sp>
      <p:pic>
        <p:nvPicPr>
          <p:cNvPr id="87" name="Picture 86">
            <a:extLst>
              <a:ext uri="{FF2B5EF4-FFF2-40B4-BE49-F238E27FC236}">
                <a16:creationId xmlns:a16="http://schemas.microsoft.com/office/drawing/2014/main" id="{AC4EE9B4-C4AD-4563-8D8F-82E31F81236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2792" t="7397" r="15380" b="10329"/>
          <a:stretch/>
        </p:blipFill>
        <p:spPr>
          <a:xfrm>
            <a:off x="470741" y="3603894"/>
            <a:ext cx="2926080" cy="149617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995651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 animBg="1"/>
      <p:bldP spid="73" grpId="0"/>
      <p:bldP spid="76" grpId="0" animBg="1"/>
      <p:bldP spid="77" grpId="0"/>
      <p:bldP spid="84" grpId="0" animBg="1"/>
      <p:bldP spid="8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CD8985F-2310-4EC6-B380-EC9B01CEE9CD}"/>
              </a:ext>
            </a:extLst>
          </p:cNvPr>
          <p:cNvSpPr/>
          <p:nvPr/>
        </p:nvSpPr>
        <p:spPr>
          <a:xfrm>
            <a:off x="6559094" y="219548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BD6A22-8E0A-4608-AF49-153F7BCD17AA}"/>
              </a:ext>
            </a:extLst>
          </p:cNvPr>
          <p:cNvSpPr txBox="1"/>
          <p:nvPr/>
        </p:nvSpPr>
        <p:spPr>
          <a:xfrm>
            <a:off x="6557498" y="320319"/>
            <a:ext cx="194638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معرفی ماشین های خودران</a:t>
            </a:r>
            <a:endParaRPr lang="en-US" sz="1200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095BCEE-D057-4A2D-80F8-A043DFDE6468}"/>
              </a:ext>
            </a:extLst>
          </p:cNvPr>
          <p:cNvSpPr/>
          <p:nvPr/>
        </p:nvSpPr>
        <p:spPr>
          <a:xfrm>
            <a:off x="4556240" y="229094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BF4261-CEBE-48C2-8BFB-F8CA1FCEA6B0}"/>
              </a:ext>
            </a:extLst>
          </p:cNvPr>
          <p:cNvSpPr txBox="1"/>
          <p:nvPr/>
        </p:nvSpPr>
        <p:spPr>
          <a:xfrm>
            <a:off x="4553048" y="371065"/>
            <a:ext cx="1946382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تاریخچه و تکامل</a:t>
            </a:r>
            <a:endParaRPr lang="en-US" sz="1200" dirty="0">
              <a:solidFill>
                <a:schemeClr val="tx1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  <a:p>
            <a:pPr algn="ctr"/>
            <a:endParaRPr lang="en-US" sz="1200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6C1E30C-E541-407A-8F45-E221CEDD74B6}"/>
              </a:ext>
            </a:extLst>
          </p:cNvPr>
          <p:cNvSpPr/>
          <p:nvPr/>
        </p:nvSpPr>
        <p:spPr>
          <a:xfrm>
            <a:off x="2550992" y="222971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D185FC-B2C1-4FC8-BE3B-18F1BDEA030E}"/>
              </a:ext>
            </a:extLst>
          </p:cNvPr>
          <p:cNvSpPr txBox="1"/>
          <p:nvPr/>
        </p:nvSpPr>
        <p:spPr>
          <a:xfrm>
            <a:off x="2550194" y="320319"/>
            <a:ext cx="194638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چرا ماشین های خودران؟</a:t>
            </a:r>
            <a:endParaRPr lang="en-US" sz="1200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DC3531B-AEAF-4867-8005-93BD02377742}"/>
              </a:ext>
            </a:extLst>
          </p:cNvPr>
          <p:cNvSpPr/>
          <p:nvPr/>
        </p:nvSpPr>
        <p:spPr>
          <a:xfrm>
            <a:off x="545744" y="215859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57D4136-3421-4112-87AD-7510036650D9}"/>
              </a:ext>
            </a:extLst>
          </p:cNvPr>
          <p:cNvSpPr txBox="1"/>
          <p:nvPr/>
        </p:nvSpPr>
        <p:spPr>
          <a:xfrm>
            <a:off x="544148" y="320319"/>
            <a:ext cx="194638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Segoe UI Variable Text Semiligh" pitchFamily="2" charset="0"/>
                <a:ea typeface="Source Sans Pro" panose="020B0503030403020204" pitchFamily="34" charset="0"/>
                <a:cs typeface="Vazir" panose="020B0603030804020204" pitchFamily="34" charset="-78"/>
              </a:rPr>
              <a:t>اجزای اصلی</a:t>
            </a:r>
            <a:endParaRPr lang="en-US" sz="1200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828526B-B658-4761-99CD-F3D389D95407}"/>
              </a:ext>
            </a:extLst>
          </p:cNvPr>
          <p:cNvSpPr/>
          <p:nvPr/>
        </p:nvSpPr>
        <p:spPr>
          <a:xfrm>
            <a:off x="6559094" y="797982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3D4A037-881F-4721-8EBA-95671A15D3B7}"/>
              </a:ext>
            </a:extLst>
          </p:cNvPr>
          <p:cNvSpPr txBox="1"/>
          <p:nvPr/>
        </p:nvSpPr>
        <p:spPr>
          <a:xfrm>
            <a:off x="6557498" y="898753"/>
            <a:ext cx="194638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نحوه عملکرد</a:t>
            </a:r>
            <a:endParaRPr lang="en-US" sz="1200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FC38012-5EE9-45F7-8C33-023BD9485FD0}"/>
              </a:ext>
            </a:extLst>
          </p:cNvPr>
          <p:cNvSpPr/>
          <p:nvPr/>
        </p:nvSpPr>
        <p:spPr>
          <a:xfrm>
            <a:off x="4556240" y="807528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36518C9-8020-4938-A1D1-41CACC5702AE}"/>
              </a:ext>
            </a:extLst>
          </p:cNvPr>
          <p:cNvSpPr txBox="1"/>
          <p:nvPr/>
        </p:nvSpPr>
        <p:spPr>
          <a:xfrm>
            <a:off x="4554644" y="908299"/>
            <a:ext cx="194638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چالش ها و موانع</a:t>
            </a:r>
            <a:endParaRPr lang="en-US" sz="1200" dirty="0">
              <a:solidFill>
                <a:schemeClr val="tx1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B1D4B17-2D79-4026-9DEA-E23DD990C12F}"/>
              </a:ext>
            </a:extLst>
          </p:cNvPr>
          <p:cNvSpPr/>
          <p:nvPr/>
        </p:nvSpPr>
        <p:spPr>
          <a:xfrm>
            <a:off x="2551790" y="797982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73FC023-80DF-42FB-8BF2-CC01E42FBF9E}"/>
              </a:ext>
            </a:extLst>
          </p:cNvPr>
          <p:cNvSpPr txBox="1"/>
          <p:nvPr/>
        </p:nvSpPr>
        <p:spPr>
          <a:xfrm>
            <a:off x="2550194" y="898753"/>
            <a:ext cx="194638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b="1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آینده ماشین های خودران</a:t>
            </a:r>
            <a:endParaRPr lang="en-US" b="1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01D0309-0EE6-4EC2-A23D-5CA484E55739}"/>
              </a:ext>
            </a:extLst>
          </p:cNvPr>
          <p:cNvSpPr/>
          <p:nvPr/>
        </p:nvSpPr>
        <p:spPr>
          <a:xfrm>
            <a:off x="545744" y="794293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4905D5F-6558-46EA-9047-339D2C3DCC77}"/>
              </a:ext>
            </a:extLst>
          </p:cNvPr>
          <p:cNvSpPr txBox="1"/>
          <p:nvPr/>
        </p:nvSpPr>
        <p:spPr>
          <a:xfrm>
            <a:off x="544148" y="895064"/>
            <a:ext cx="194638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منابع</a:t>
            </a:r>
            <a:endParaRPr lang="en-US" sz="1200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pic>
        <p:nvPicPr>
          <p:cNvPr id="19" name="Image 0">
            <a:extLst>
              <a:ext uri="{FF2B5EF4-FFF2-40B4-BE49-F238E27FC236}">
                <a16:creationId xmlns:a16="http://schemas.microsoft.com/office/drawing/2014/main" id="{DA8921AB-DDC4-4BCE-AB60-4A0D138421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1369" y="1498641"/>
            <a:ext cx="2286000" cy="3429000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  <p:pic>
        <p:nvPicPr>
          <p:cNvPr id="20" name="Image 1" descr="preencoded.png">
            <a:extLst>
              <a:ext uri="{FF2B5EF4-FFF2-40B4-BE49-F238E27FC236}">
                <a16:creationId xmlns:a16="http://schemas.microsoft.com/office/drawing/2014/main" id="{D3536399-2382-47F0-85B6-CA2B80B16C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1804" y="2539796"/>
            <a:ext cx="566976" cy="566976"/>
          </a:xfrm>
          <a:prstGeom prst="rect">
            <a:avLst/>
          </a:prstGeom>
        </p:spPr>
      </p:pic>
      <p:sp>
        <p:nvSpPr>
          <p:cNvPr id="21" name="Text 1">
            <a:extLst>
              <a:ext uri="{FF2B5EF4-FFF2-40B4-BE49-F238E27FC236}">
                <a16:creationId xmlns:a16="http://schemas.microsoft.com/office/drawing/2014/main" id="{B1FCEC43-4ED4-41E1-8097-EB4DC76EA9B3}"/>
              </a:ext>
            </a:extLst>
          </p:cNvPr>
          <p:cNvSpPr/>
          <p:nvPr/>
        </p:nvSpPr>
        <p:spPr>
          <a:xfrm>
            <a:off x="2429161" y="3333585"/>
            <a:ext cx="137572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chemeClr val="tx1"/>
                </a:solidFill>
                <a:latin typeface="Montserrat Black" panose="00000A00000000000000" pitchFamily="2" charset="0"/>
              </a:rPr>
              <a:t>WAYMO</a:t>
            </a:r>
          </a:p>
        </p:txBody>
      </p:sp>
      <p:pic>
        <p:nvPicPr>
          <p:cNvPr id="22" name="Image 2" descr="preencoded.png">
            <a:extLst>
              <a:ext uri="{FF2B5EF4-FFF2-40B4-BE49-F238E27FC236}">
                <a16:creationId xmlns:a16="http://schemas.microsoft.com/office/drawing/2014/main" id="{089E14FC-977D-42C6-972A-85B3998F8F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0394" y="2539796"/>
            <a:ext cx="566976" cy="566976"/>
          </a:xfrm>
          <a:prstGeom prst="rect">
            <a:avLst/>
          </a:prstGeom>
        </p:spPr>
      </p:pic>
      <p:sp>
        <p:nvSpPr>
          <p:cNvPr id="23" name="Text 3">
            <a:extLst>
              <a:ext uri="{FF2B5EF4-FFF2-40B4-BE49-F238E27FC236}">
                <a16:creationId xmlns:a16="http://schemas.microsoft.com/office/drawing/2014/main" id="{52285B43-380E-447B-A5E4-B435E7E0574E}"/>
              </a:ext>
            </a:extLst>
          </p:cNvPr>
          <p:cNvSpPr/>
          <p:nvPr/>
        </p:nvSpPr>
        <p:spPr>
          <a:xfrm>
            <a:off x="5184013" y="3333585"/>
            <a:ext cx="106950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chemeClr val="tx1"/>
                </a:solidFill>
                <a:latin typeface="Montserrat Black" panose="00000A00000000000000" pitchFamily="2" charset="0"/>
              </a:rPr>
              <a:t>TESLA</a:t>
            </a:r>
          </a:p>
        </p:txBody>
      </p:sp>
      <p:pic>
        <p:nvPicPr>
          <p:cNvPr id="24" name="Image 3" descr="preencoded.png">
            <a:extLst>
              <a:ext uri="{FF2B5EF4-FFF2-40B4-BE49-F238E27FC236}">
                <a16:creationId xmlns:a16="http://schemas.microsoft.com/office/drawing/2014/main" id="{332CDFD6-AFB7-429E-A373-43B8265760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5535" y="2539796"/>
            <a:ext cx="566976" cy="566976"/>
          </a:xfrm>
          <a:prstGeom prst="rect">
            <a:avLst/>
          </a:prstGeom>
        </p:spPr>
      </p:pic>
      <p:sp>
        <p:nvSpPr>
          <p:cNvPr id="25" name="Text 5">
            <a:extLst>
              <a:ext uri="{FF2B5EF4-FFF2-40B4-BE49-F238E27FC236}">
                <a16:creationId xmlns:a16="http://schemas.microsoft.com/office/drawing/2014/main" id="{A2EAE279-FC63-4B3F-930F-1B69D3308039}"/>
              </a:ext>
            </a:extLst>
          </p:cNvPr>
          <p:cNvSpPr/>
          <p:nvPr/>
        </p:nvSpPr>
        <p:spPr>
          <a:xfrm>
            <a:off x="7693510" y="3333585"/>
            <a:ext cx="118660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chemeClr val="tx1"/>
                </a:solidFill>
                <a:latin typeface="Montserrat Black" panose="00000A00000000000000" pitchFamily="2" charset="0"/>
                <a:ea typeface="MuseoModerno Medium" pitchFamily="34" charset="-122"/>
                <a:cs typeface="MuseoModerno Medium" pitchFamily="34" charset="-120"/>
              </a:rPr>
              <a:t>NVIDIA</a:t>
            </a:r>
            <a:endParaRPr lang="en-US" sz="2200" dirty="0">
              <a:solidFill>
                <a:schemeClr val="tx1"/>
              </a:solidFill>
              <a:latin typeface="Montserrat Black" panose="00000A00000000000000" pitchFamily="2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FE36024-C8ED-4AA8-AA1F-4124FF31C5EF}"/>
              </a:ext>
            </a:extLst>
          </p:cNvPr>
          <p:cNvSpPr txBox="1"/>
          <p:nvPr/>
        </p:nvSpPr>
        <p:spPr>
          <a:xfrm>
            <a:off x="4879960" y="1735217"/>
            <a:ext cx="43336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a-IR" sz="2000" dirty="0">
                <a:solidFill>
                  <a:schemeClr val="bg2"/>
                </a:solidFill>
                <a:cs typeface="Vazir" panose="020B0603030804020204" pitchFamily="34" charset="-78"/>
              </a:rPr>
              <a:t>ش</a:t>
            </a:r>
            <a:r>
              <a:rPr lang="fa-IR" sz="2000" dirty="0">
                <a:solidFill>
                  <a:schemeClr val="tx1"/>
                </a:solidFill>
                <a:cs typeface="Vazir" panose="020B0603030804020204" pitchFamily="34" charset="-78"/>
              </a:rPr>
              <a:t>رکت های پیش رو در این صنعت</a:t>
            </a:r>
            <a:endParaRPr lang="en-US" sz="2000" dirty="0">
              <a:solidFill>
                <a:schemeClr val="tx1"/>
              </a:solidFill>
              <a:cs typeface="Vazir" panose="020B0603030804020204" pitchFamily="34" charset="-78"/>
            </a:endParaRPr>
          </a:p>
        </p:txBody>
      </p:sp>
      <p:sp>
        <p:nvSpPr>
          <p:cNvPr id="27" name="Text 1">
            <a:extLst>
              <a:ext uri="{FF2B5EF4-FFF2-40B4-BE49-F238E27FC236}">
                <a16:creationId xmlns:a16="http://schemas.microsoft.com/office/drawing/2014/main" id="{8E0A16B3-D44D-4F99-8961-179E6DC8480C}"/>
              </a:ext>
            </a:extLst>
          </p:cNvPr>
          <p:cNvSpPr/>
          <p:nvPr/>
        </p:nvSpPr>
        <p:spPr>
          <a:xfrm>
            <a:off x="2357429" y="3766569"/>
            <a:ext cx="1375725" cy="670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750"/>
              </a:lnSpc>
            </a:pPr>
            <a:r>
              <a:rPr lang="fa-IR" sz="16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پیشگام در فناوری </a:t>
            </a:r>
            <a:endParaRPr lang="en-US" sz="1600" dirty="0">
              <a:solidFill>
                <a:schemeClr val="tx1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  <a:p>
            <a:pPr algn="ctr">
              <a:lnSpc>
                <a:spcPts val="2750"/>
              </a:lnSpc>
            </a:pPr>
            <a:r>
              <a:rPr lang="fa-IR" sz="16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خودرو های خودران</a:t>
            </a:r>
            <a:endParaRPr lang="en-US" sz="1600" dirty="0">
              <a:solidFill>
                <a:schemeClr val="tx1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  <a:p>
            <a:pPr marL="0" indent="0" algn="l">
              <a:lnSpc>
                <a:spcPts val="2750"/>
              </a:lnSpc>
              <a:buNone/>
            </a:pPr>
            <a:endParaRPr lang="en-US" dirty="0">
              <a:solidFill>
                <a:schemeClr val="tx1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</p:txBody>
      </p:sp>
      <p:sp>
        <p:nvSpPr>
          <p:cNvPr id="28" name="Text 1">
            <a:extLst>
              <a:ext uri="{FF2B5EF4-FFF2-40B4-BE49-F238E27FC236}">
                <a16:creationId xmlns:a16="http://schemas.microsoft.com/office/drawing/2014/main" id="{3CA1C0C2-B8F7-45F5-8278-482CA0D37562}"/>
              </a:ext>
            </a:extLst>
          </p:cNvPr>
          <p:cNvSpPr/>
          <p:nvPr/>
        </p:nvSpPr>
        <p:spPr>
          <a:xfrm>
            <a:off x="4946019" y="3766568"/>
            <a:ext cx="1375725" cy="670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750"/>
              </a:lnSpc>
            </a:pPr>
            <a:r>
              <a:rPr lang="fa-IR" sz="16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خودرو های برقی </a:t>
            </a:r>
          </a:p>
          <a:p>
            <a:pPr algn="ctr">
              <a:lnSpc>
                <a:spcPts val="2750"/>
              </a:lnSpc>
            </a:pPr>
            <a:r>
              <a:rPr lang="fa-IR" sz="16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با قابلیت های خودران</a:t>
            </a:r>
            <a:endParaRPr lang="en-US" sz="1600" dirty="0">
              <a:solidFill>
                <a:schemeClr val="tx1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  <a:p>
            <a:pPr marL="0" indent="0" algn="l">
              <a:lnSpc>
                <a:spcPts val="2750"/>
              </a:lnSpc>
              <a:buNone/>
            </a:pPr>
            <a:endParaRPr lang="en-US" dirty="0">
              <a:solidFill>
                <a:schemeClr val="tx1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</p:txBody>
      </p:sp>
      <p:sp>
        <p:nvSpPr>
          <p:cNvPr id="29" name="Text 1">
            <a:extLst>
              <a:ext uri="{FF2B5EF4-FFF2-40B4-BE49-F238E27FC236}">
                <a16:creationId xmlns:a16="http://schemas.microsoft.com/office/drawing/2014/main" id="{791D2481-5C7F-4284-B608-D97E8503C338}"/>
              </a:ext>
            </a:extLst>
          </p:cNvPr>
          <p:cNvSpPr/>
          <p:nvPr/>
        </p:nvSpPr>
        <p:spPr>
          <a:xfrm>
            <a:off x="7471160" y="3766568"/>
            <a:ext cx="1375725" cy="670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750"/>
              </a:lnSpc>
            </a:pPr>
            <a:r>
              <a:rPr lang="fa-IR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تامین کننده سخت افزار</a:t>
            </a:r>
          </a:p>
          <a:p>
            <a:pPr algn="ctr">
              <a:lnSpc>
                <a:spcPts val="2750"/>
              </a:lnSpc>
            </a:pPr>
            <a:r>
              <a:rPr lang="fa-IR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و نرم افزار هوش مصنوعی</a:t>
            </a:r>
            <a:endParaRPr lang="en-US" dirty="0">
              <a:solidFill>
                <a:schemeClr val="tx1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  <a:p>
            <a:pPr marL="0" indent="0" algn="l">
              <a:lnSpc>
                <a:spcPts val="2750"/>
              </a:lnSpc>
              <a:buNone/>
            </a:pPr>
            <a:endParaRPr lang="en-US" dirty="0">
              <a:solidFill>
                <a:schemeClr val="tx1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822993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02FCC357-A84F-4887-AEB5-FAE84727EA09}"/>
              </a:ext>
            </a:extLst>
          </p:cNvPr>
          <p:cNvSpPr txBox="1"/>
          <p:nvPr/>
        </p:nvSpPr>
        <p:spPr>
          <a:xfrm>
            <a:off x="4879960" y="1735217"/>
            <a:ext cx="43336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a-IR" sz="2000" dirty="0">
                <a:solidFill>
                  <a:schemeClr val="bg2"/>
                </a:solidFill>
                <a:cs typeface="Vazir" panose="020B0603030804020204" pitchFamily="34" charset="-78"/>
              </a:rPr>
              <a:t>ج</a:t>
            </a:r>
            <a:r>
              <a:rPr lang="fa-IR" sz="2000" dirty="0">
                <a:solidFill>
                  <a:schemeClr val="accent3"/>
                </a:solidFill>
                <a:cs typeface="Vazir" panose="020B0603030804020204" pitchFamily="34" charset="-78"/>
              </a:rPr>
              <a:t>دیدترین م</a:t>
            </a:r>
            <a:r>
              <a:rPr lang="fa-IR" sz="2000" dirty="0">
                <a:solidFill>
                  <a:schemeClr val="tx1"/>
                </a:solidFill>
                <a:cs typeface="Vazir" panose="020B0603030804020204" pitchFamily="34" charset="-78"/>
              </a:rPr>
              <a:t>اشین های خودران تسلا</a:t>
            </a:r>
            <a:endParaRPr lang="en-US" sz="2000" dirty="0">
              <a:solidFill>
                <a:schemeClr val="tx1"/>
              </a:solidFill>
              <a:cs typeface="Vazir" panose="020B0603030804020204" pitchFamily="34" charset="-78"/>
            </a:endParaRP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48120BE1-278A-45C0-AF40-DF943E183B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6593" y="5260359"/>
            <a:ext cx="4302133" cy="3108960"/>
          </a:xfrm>
          <a:prstGeom prst="cloud">
            <a:avLst/>
          </a:prstGeom>
        </p:spPr>
      </p:pic>
      <p:grpSp>
        <p:nvGrpSpPr>
          <p:cNvPr id="41" name="Google Shape;10943;p77">
            <a:extLst>
              <a:ext uri="{FF2B5EF4-FFF2-40B4-BE49-F238E27FC236}">
                <a16:creationId xmlns:a16="http://schemas.microsoft.com/office/drawing/2014/main" id="{CE031948-F22A-43EE-B3E9-CB3E49C81F24}"/>
              </a:ext>
            </a:extLst>
          </p:cNvPr>
          <p:cNvGrpSpPr/>
          <p:nvPr/>
        </p:nvGrpSpPr>
        <p:grpSpPr>
          <a:xfrm>
            <a:off x="544148" y="2976799"/>
            <a:ext cx="2292672" cy="1533703"/>
            <a:chOff x="6228583" y="3237664"/>
            <a:chExt cx="446539" cy="303895"/>
          </a:xfrm>
        </p:grpSpPr>
        <p:sp>
          <p:nvSpPr>
            <p:cNvPr id="42" name="Google Shape;10944;p77">
              <a:extLst>
                <a:ext uri="{FF2B5EF4-FFF2-40B4-BE49-F238E27FC236}">
                  <a16:creationId xmlns:a16="http://schemas.microsoft.com/office/drawing/2014/main" id="{055F16F9-832B-4DB9-AAB6-B3A1B805B38A}"/>
                </a:ext>
              </a:extLst>
            </p:cNvPr>
            <p:cNvSpPr/>
            <p:nvPr/>
          </p:nvSpPr>
          <p:spPr>
            <a:xfrm>
              <a:off x="6357508" y="3277453"/>
              <a:ext cx="26865" cy="25912"/>
            </a:xfrm>
            <a:custGeom>
              <a:avLst/>
              <a:gdLst/>
              <a:ahLst/>
              <a:cxnLst/>
              <a:rect l="l" t="t" r="r" b="b"/>
              <a:pathLst>
                <a:path w="846" h="816" extrusionOk="0">
                  <a:moveTo>
                    <a:pt x="632" y="0"/>
                  </a:moveTo>
                  <a:cubicBezTo>
                    <a:pt x="578" y="0"/>
                    <a:pt x="525" y="18"/>
                    <a:pt x="489" y="54"/>
                  </a:cubicBezTo>
                  <a:lnTo>
                    <a:pt x="72" y="471"/>
                  </a:lnTo>
                  <a:cubicBezTo>
                    <a:pt x="1" y="542"/>
                    <a:pt x="1" y="685"/>
                    <a:pt x="72" y="756"/>
                  </a:cubicBezTo>
                  <a:cubicBezTo>
                    <a:pt x="120" y="804"/>
                    <a:pt x="167" y="816"/>
                    <a:pt x="227" y="816"/>
                  </a:cubicBezTo>
                  <a:cubicBezTo>
                    <a:pt x="263" y="816"/>
                    <a:pt x="322" y="804"/>
                    <a:pt x="370" y="756"/>
                  </a:cubicBezTo>
                  <a:lnTo>
                    <a:pt x="786" y="340"/>
                  </a:lnTo>
                  <a:cubicBezTo>
                    <a:pt x="846" y="268"/>
                    <a:pt x="846" y="149"/>
                    <a:pt x="775" y="54"/>
                  </a:cubicBezTo>
                  <a:cubicBezTo>
                    <a:pt x="739" y="18"/>
                    <a:pt x="685" y="0"/>
                    <a:pt x="632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" name="Google Shape;10945;p77">
              <a:extLst>
                <a:ext uri="{FF2B5EF4-FFF2-40B4-BE49-F238E27FC236}">
                  <a16:creationId xmlns:a16="http://schemas.microsoft.com/office/drawing/2014/main" id="{519C1018-7CC5-477D-BD5D-CD6E578A15C4}"/>
                </a:ext>
              </a:extLst>
            </p:cNvPr>
            <p:cNvSpPr/>
            <p:nvPr/>
          </p:nvSpPr>
          <p:spPr>
            <a:xfrm>
              <a:off x="6276596" y="3358746"/>
              <a:ext cx="26896" cy="25912"/>
            </a:xfrm>
            <a:custGeom>
              <a:avLst/>
              <a:gdLst/>
              <a:ahLst/>
              <a:cxnLst/>
              <a:rect l="l" t="t" r="r" b="b"/>
              <a:pathLst>
                <a:path w="847" h="816" extrusionOk="0">
                  <a:moveTo>
                    <a:pt x="632" y="0"/>
                  </a:moveTo>
                  <a:cubicBezTo>
                    <a:pt x="578" y="0"/>
                    <a:pt x="525" y="18"/>
                    <a:pt x="489" y="54"/>
                  </a:cubicBezTo>
                  <a:lnTo>
                    <a:pt x="72" y="471"/>
                  </a:lnTo>
                  <a:cubicBezTo>
                    <a:pt x="1" y="554"/>
                    <a:pt x="1" y="685"/>
                    <a:pt x="72" y="756"/>
                  </a:cubicBezTo>
                  <a:cubicBezTo>
                    <a:pt x="120" y="804"/>
                    <a:pt x="167" y="816"/>
                    <a:pt x="227" y="816"/>
                  </a:cubicBezTo>
                  <a:cubicBezTo>
                    <a:pt x="286" y="816"/>
                    <a:pt x="334" y="804"/>
                    <a:pt x="370" y="756"/>
                  </a:cubicBezTo>
                  <a:lnTo>
                    <a:pt x="787" y="340"/>
                  </a:lnTo>
                  <a:cubicBezTo>
                    <a:pt x="846" y="256"/>
                    <a:pt x="846" y="137"/>
                    <a:pt x="775" y="54"/>
                  </a:cubicBezTo>
                  <a:cubicBezTo>
                    <a:pt x="739" y="18"/>
                    <a:pt x="685" y="0"/>
                    <a:pt x="632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" name="Google Shape;10946;p77">
              <a:extLst>
                <a:ext uri="{FF2B5EF4-FFF2-40B4-BE49-F238E27FC236}">
                  <a16:creationId xmlns:a16="http://schemas.microsoft.com/office/drawing/2014/main" id="{7CD0A68A-B97B-4EEE-9ECC-631C841134D2}"/>
                </a:ext>
              </a:extLst>
            </p:cNvPr>
            <p:cNvSpPr/>
            <p:nvPr/>
          </p:nvSpPr>
          <p:spPr>
            <a:xfrm>
              <a:off x="6357508" y="3358365"/>
              <a:ext cx="26865" cy="25912"/>
            </a:xfrm>
            <a:custGeom>
              <a:avLst/>
              <a:gdLst/>
              <a:ahLst/>
              <a:cxnLst/>
              <a:rect l="l" t="t" r="r" b="b"/>
              <a:pathLst>
                <a:path w="846" h="816" extrusionOk="0">
                  <a:moveTo>
                    <a:pt x="215" y="0"/>
                  </a:moveTo>
                  <a:cubicBezTo>
                    <a:pt x="161" y="0"/>
                    <a:pt x="108" y="18"/>
                    <a:pt x="72" y="54"/>
                  </a:cubicBezTo>
                  <a:cubicBezTo>
                    <a:pt x="1" y="125"/>
                    <a:pt x="1" y="268"/>
                    <a:pt x="72" y="340"/>
                  </a:cubicBezTo>
                  <a:lnTo>
                    <a:pt x="489" y="756"/>
                  </a:lnTo>
                  <a:cubicBezTo>
                    <a:pt x="536" y="792"/>
                    <a:pt x="584" y="816"/>
                    <a:pt x="644" y="816"/>
                  </a:cubicBezTo>
                  <a:cubicBezTo>
                    <a:pt x="703" y="816"/>
                    <a:pt x="739" y="792"/>
                    <a:pt x="786" y="756"/>
                  </a:cubicBezTo>
                  <a:cubicBezTo>
                    <a:pt x="846" y="685"/>
                    <a:pt x="846" y="566"/>
                    <a:pt x="775" y="471"/>
                  </a:cubicBezTo>
                  <a:lnTo>
                    <a:pt x="358" y="54"/>
                  </a:lnTo>
                  <a:cubicBezTo>
                    <a:pt x="322" y="18"/>
                    <a:pt x="269" y="0"/>
                    <a:pt x="21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" name="Google Shape;10947;p77">
              <a:extLst>
                <a:ext uri="{FF2B5EF4-FFF2-40B4-BE49-F238E27FC236}">
                  <a16:creationId xmlns:a16="http://schemas.microsoft.com/office/drawing/2014/main" id="{7DB17191-E7A3-4481-8015-DF810E34BF61}"/>
                </a:ext>
              </a:extLst>
            </p:cNvPr>
            <p:cNvSpPr/>
            <p:nvPr/>
          </p:nvSpPr>
          <p:spPr>
            <a:xfrm>
              <a:off x="6276596" y="3277453"/>
              <a:ext cx="26896" cy="25912"/>
            </a:xfrm>
            <a:custGeom>
              <a:avLst/>
              <a:gdLst/>
              <a:ahLst/>
              <a:cxnLst/>
              <a:rect l="l" t="t" r="r" b="b"/>
              <a:pathLst>
                <a:path w="847" h="816" extrusionOk="0">
                  <a:moveTo>
                    <a:pt x="219" y="0"/>
                  </a:moveTo>
                  <a:cubicBezTo>
                    <a:pt x="167" y="0"/>
                    <a:pt x="114" y="18"/>
                    <a:pt x="72" y="54"/>
                  </a:cubicBezTo>
                  <a:cubicBezTo>
                    <a:pt x="1" y="137"/>
                    <a:pt x="1" y="268"/>
                    <a:pt x="72" y="340"/>
                  </a:cubicBezTo>
                  <a:lnTo>
                    <a:pt x="489" y="756"/>
                  </a:lnTo>
                  <a:cubicBezTo>
                    <a:pt x="536" y="804"/>
                    <a:pt x="584" y="816"/>
                    <a:pt x="644" y="816"/>
                  </a:cubicBezTo>
                  <a:cubicBezTo>
                    <a:pt x="679" y="816"/>
                    <a:pt x="751" y="804"/>
                    <a:pt x="787" y="756"/>
                  </a:cubicBezTo>
                  <a:cubicBezTo>
                    <a:pt x="846" y="685"/>
                    <a:pt x="846" y="554"/>
                    <a:pt x="775" y="471"/>
                  </a:cubicBezTo>
                  <a:lnTo>
                    <a:pt x="358" y="54"/>
                  </a:lnTo>
                  <a:cubicBezTo>
                    <a:pt x="322" y="18"/>
                    <a:pt x="272" y="0"/>
                    <a:pt x="219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6" name="Google Shape;10948;p77">
              <a:extLst>
                <a:ext uri="{FF2B5EF4-FFF2-40B4-BE49-F238E27FC236}">
                  <a16:creationId xmlns:a16="http://schemas.microsoft.com/office/drawing/2014/main" id="{E978D1C3-E4DE-44AC-B1B8-F17F105C41E3}"/>
                </a:ext>
              </a:extLst>
            </p:cNvPr>
            <p:cNvSpPr/>
            <p:nvPr/>
          </p:nvSpPr>
          <p:spPr>
            <a:xfrm>
              <a:off x="6526508" y="3290314"/>
              <a:ext cx="21593" cy="19879"/>
            </a:xfrm>
            <a:custGeom>
              <a:avLst/>
              <a:gdLst/>
              <a:ahLst/>
              <a:cxnLst/>
              <a:rect l="l" t="t" r="r" b="b"/>
              <a:pathLst>
                <a:path w="680" h="626" extrusionOk="0">
                  <a:moveTo>
                    <a:pt x="446" y="0"/>
                  </a:moveTo>
                  <a:cubicBezTo>
                    <a:pt x="394" y="0"/>
                    <a:pt x="340" y="18"/>
                    <a:pt x="298" y="54"/>
                  </a:cubicBezTo>
                  <a:lnTo>
                    <a:pt x="84" y="280"/>
                  </a:lnTo>
                  <a:cubicBezTo>
                    <a:pt x="1" y="351"/>
                    <a:pt x="1" y="482"/>
                    <a:pt x="84" y="566"/>
                  </a:cubicBezTo>
                  <a:cubicBezTo>
                    <a:pt x="120" y="601"/>
                    <a:pt x="167" y="625"/>
                    <a:pt x="227" y="625"/>
                  </a:cubicBezTo>
                  <a:cubicBezTo>
                    <a:pt x="275" y="625"/>
                    <a:pt x="334" y="601"/>
                    <a:pt x="382" y="566"/>
                  </a:cubicBezTo>
                  <a:lnTo>
                    <a:pt x="596" y="340"/>
                  </a:lnTo>
                  <a:cubicBezTo>
                    <a:pt x="679" y="268"/>
                    <a:pt x="679" y="125"/>
                    <a:pt x="584" y="54"/>
                  </a:cubicBezTo>
                  <a:cubicBezTo>
                    <a:pt x="548" y="18"/>
                    <a:pt x="498" y="0"/>
                    <a:pt x="446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7" name="Google Shape;10949;p77">
              <a:extLst>
                <a:ext uri="{FF2B5EF4-FFF2-40B4-BE49-F238E27FC236}">
                  <a16:creationId xmlns:a16="http://schemas.microsoft.com/office/drawing/2014/main" id="{78E89BA5-B50C-4896-990B-4D77F7967E0E}"/>
                </a:ext>
              </a:extLst>
            </p:cNvPr>
            <p:cNvSpPr/>
            <p:nvPr/>
          </p:nvSpPr>
          <p:spPr>
            <a:xfrm>
              <a:off x="6465253" y="3352299"/>
              <a:ext cx="20831" cy="19498"/>
            </a:xfrm>
            <a:custGeom>
              <a:avLst/>
              <a:gdLst/>
              <a:ahLst/>
              <a:cxnLst/>
              <a:rect l="l" t="t" r="r" b="b"/>
              <a:pathLst>
                <a:path w="656" h="614" extrusionOk="0">
                  <a:moveTo>
                    <a:pt x="437" y="1"/>
                  </a:moveTo>
                  <a:cubicBezTo>
                    <a:pt x="385" y="1"/>
                    <a:pt x="334" y="19"/>
                    <a:pt x="299" y="54"/>
                  </a:cubicBezTo>
                  <a:lnTo>
                    <a:pt x="72" y="281"/>
                  </a:lnTo>
                  <a:cubicBezTo>
                    <a:pt x="1" y="352"/>
                    <a:pt x="1" y="483"/>
                    <a:pt x="72" y="554"/>
                  </a:cubicBezTo>
                  <a:cubicBezTo>
                    <a:pt x="120" y="602"/>
                    <a:pt x="168" y="614"/>
                    <a:pt x="227" y="614"/>
                  </a:cubicBezTo>
                  <a:cubicBezTo>
                    <a:pt x="263" y="614"/>
                    <a:pt x="322" y="602"/>
                    <a:pt x="370" y="554"/>
                  </a:cubicBezTo>
                  <a:lnTo>
                    <a:pt x="596" y="340"/>
                  </a:lnTo>
                  <a:cubicBezTo>
                    <a:pt x="656" y="257"/>
                    <a:pt x="656" y="126"/>
                    <a:pt x="584" y="54"/>
                  </a:cubicBezTo>
                  <a:cubicBezTo>
                    <a:pt x="543" y="19"/>
                    <a:pt x="489" y="1"/>
                    <a:pt x="437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8" name="Google Shape;10950;p77">
              <a:extLst>
                <a:ext uri="{FF2B5EF4-FFF2-40B4-BE49-F238E27FC236}">
                  <a16:creationId xmlns:a16="http://schemas.microsoft.com/office/drawing/2014/main" id="{87A6D87E-6974-4695-BD7B-EBE2F4C84BA5}"/>
                </a:ext>
              </a:extLst>
            </p:cNvPr>
            <p:cNvSpPr/>
            <p:nvPr/>
          </p:nvSpPr>
          <p:spPr>
            <a:xfrm>
              <a:off x="6526508" y="3352299"/>
              <a:ext cx="21593" cy="19498"/>
            </a:xfrm>
            <a:custGeom>
              <a:avLst/>
              <a:gdLst/>
              <a:ahLst/>
              <a:cxnLst/>
              <a:rect l="l" t="t" r="r" b="b"/>
              <a:pathLst>
                <a:path w="680" h="614" extrusionOk="0">
                  <a:moveTo>
                    <a:pt x="221" y="1"/>
                  </a:moveTo>
                  <a:cubicBezTo>
                    <a:pt x="170" y="1"/>
                    <a:pt x="120" y="19"/>
                    <a:pt x="84" y="54"/>
                  </a:cubicBezTo>
                  <a:cubicBezTo>
                    <a:pt x="1" y="126"/>
                    <a:pt x="1" y="257"/>
                    <a:pt x="84" y="340"/>
                  </a:cubicBezTo>
                  <a:lnTo>
                    <a:pt x="298" y="554"/>
                  </a:lnTo>
                  <a:cubicBezTo>
                    <a:pt x="346" y="602"/>
                    <a:pt x="394" y="614"/>
                    <a:pt x="453" y="614"/>
                  </a:cubicBezTo>
                  <a:cubicBezTo>
                    <a:pt x="501" y="614"/>
                    <a:pt x="560" y="602"/>
                    <a:pt x="596" y="554"/>
                  </a:cubicBezTo>
                  <a:cubicBezTo>
                    <a:pt x="679" y="483"/>
                    <a:pt x="679" y="352"/>
                    <a:pt x="584" y="281"/>
                  </a:cubicBezTo>
                  <a:lnTo>
                    <a:pt x="358" y="54"/>
                  </a:lnTo>
                  <a:cubicBezTo>
                    <a:pt x="322" y="19"/>
                    <a:pt x="272" y="1"/>
                    <a:pt x="22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9" name="Google Shape;10951;p77">
              <a:extLst>
                <a:ext uri="{FF2B5EF4-FFF2-40B4-BE49-F238E27FC236}">
                  <a16:creationId xmlns:a16="http://schemas.microsoft.com/office/drawing/2014/main" id="{60C2B9DB-2F4E-49EF-9225-09E9C3037466}"/>
                </a:ext>
              </a:extLst>
            </p:cNvPr>
            <p:cNvSpPr/>
            <p:nvPr/>
          </p:nvSpPr>
          <p:spPr>
            <a:xfrm>
              <a:off x="6465253" y="3290314"/>
              <a:ext cx="20831" cy="19879"/>
            </a:xfrm>
            <a:custGeom>
              <a:avLst/>
              <a:gdLst/>
              <a:ahLst/>
              <a:cxnLst/>
              <a:rect l="l" t="t" r="r" b="b"/>
              <a:pathLst>
                <a:path w="656" h="626" extrusionOk="0">
                  <a:moveTo>
                    <a:pt x="215" y="0"/>
                  </a:moveTo>
                  <a:cubicBezTo>
                    <a:pt x="162" y="0"/>
                    <a:pt x="108" y="18"/>
                    <a:pt x="72" y="54"/>
                  </a:cubicBezTo>
                  <a:cubicBezTo>
                    <a:pt x="1" y="125"/>
                    <a:pt x="1" y="268"/>
                    <a:pt x="72" y="340"/>
                  </a:cubicBezTo>
                  <a:lnTo>
                    <a:pt x="299" y="566"/>
                  </a:lnTo>
                  <a:cubicBezTo>
                    <a:pt x="346" y="601"/>
                    <a:pt x="382" y="625"/>
                    <a:pt x="441" y="625"/>
                  </a:cubicBezTo>
                  <a:cubicBezTo>
                    <a:pt x="489" y="625"/>
                    <a:pt x="549" y="601"/>
                    <a:pt x="596" y="566"/>
                  </a:cubicBezTo>
                  <a:cubicBezTo>
                    <a:pt x="656" y="482"/>
                    <a:pt x="656" y="351"/>
                    <a:pt x="584" y="280"/>
                  </a:cubicBezTo>
                  <a:lnTo>
                    <a:pt x="358" y="54"/>
                  </a:lnTo>
                  <a:cubicBezTo>
                    <a:pt x="322" y="18"/>
                    <a:pt x="269" y="0"/>
                    <a:pt x="21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" name="Google Shape;10952;p77">
              <a:extLst>
                <a:ext uri="{FF2B5EF4-FFF2-40B4-BE49-F238E27FC236}">
                  <a16:creationId xmlns:a16="http://schemas.microsoft.com/office/drawing/2014/main" id="{444FFD47-EFF5-468C-B488-5F3F1B3DDEB2}"/>
                </a:ext>
              </a:extLst>
            </p:cNvPr>
            <p:cNvSpPr/>
            <p:nvPr/>
          </p:nvSpPr>
          <p:spPr>
            <a:xfrm>
              <a:off x="6304573" y="3437180"/>
              <a:ext cx="119145" cy="13274"/>
            </a:xfrm>
            <a:custGeom>
              <a:avLst/>
              <a:gdLst/>
              <a:ahLst/>
              <a:cxnLst/>
              <a:rect l="l" t="t" r="r" b="b"/>
              <a:pathLst>
                <a:path w="3752" h="418" extrusionOk="0">
                  <a:moveTo>
                    <a:pt x="203" y="1"/>
                  </a:moveTo>
                  <a:cubicBezTo>
                    <a:pt x="96" y="1"/>
                    <a:pt x="1" y="84"/>
                    <a:pt x="1" y="203"/>
                  </a:cubicBezTo>
                  <a:cubicBezTo>
                    <a:pt x="1" y="322"/>
                    <a:pt x="84" y="417"/>
                    <a:pt x="203" y="417"/>
                  </a:cubicBezTo>
                  <a:lnTo>
                    <a:pt x="3537" y="417"/>
                  </a:lnTo>
                  <a:cubicBezTo>
                    <a:pt x="3644" y="417"/>
                    <a:pt x="3751" y="322"/>
                    <a:pt x="3751" y="203"/>
                  </a:cubicBezTo>
                  <a:cubicBezTo>
                    <a:pt x="3751" y="84"/>
                    <a:pt x="3644" y="1"/>
                    <a:pt x="3537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" name="Google Shape;10953;p77">
              <a:extLst>
                <a:ext uri="{FF2B5EF4-FFF2-40B4-BE49-F238E27FC236}">
                  <a16:creationId xmlns:a16="http://schemas.microsoft.com/office/drawing/2014/main" id="{239DBCDE-3CF6-462A-8913-F25674EDB96F}"/>
                </a:ext>
              </a:extLst>
            </p:cNvPr>
            <p:cNvSpPr/>
            <p:nvPr/>
          </p:nvSpPr>
          <p:spPr>
            <a:xfrm>
              <a:off x="6304573" y="3500341"/>
              <a:ext cx="25372" cy="13242"/>
            </a:xfrm>
            <a:custGeom>
              <a:avLst/>
              <a:gdLst/>
              <a:ahLst/>
              <a:cxnLst/>
              <a:rect l="l" t="t" r="r" b="b"/>
              <a:pathLst>
                <a:path w="799" h="417" extrusionOk="0">
                  <a:moveTo>
                    <a:pt x="203" y="0"/>
                  </a:moveTo>
                  <a:cubicBezTo>
                    <a:pt x="108" y="0"/>
                    <a:pt x="1" y="95"/>
                    <a:pt x="1" y="214"/>
                  </a:cubicBezTo>
                  <a:cubicBezTo>
                    <a:pt x="1" y="333"/>
                    <a:pt x="84" y="417"/>
                    <a:pt x="203" y="417"/>
                  </a:cubicBezTo>
                  <a:lnTo>
                    <a:pt x="596" y="417"/>
                  </a:lnTo>
                  <a:cubicBezTo>
                    <a:pt x="703" y="417"/>
                    <a:pt x="798" y="333"/>
                    <a:pt x="798" y="214"/>
                  </a:cubicBezTo>
                  <a:cubicBezTo>
                    <a:pt x="798" y="95"/>
                    <a:pt x="715" y="0"/>
                    <a:pt x="596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" name="Google Shape;10954;p77">
              <a:extLst>
                <a:ext uri="{FF2B5EF4-FFF2-40B4-BE49-F238E27FC236}">
                  <a16:creationId xmlns:a16="http://schemas.microsoft.com/office/drawing/2014/main" id="{2D3D25F1-24DB-4329-BCDE-34ED7D4729D7}"/>
                </a:ext>
              </a:extLst>
            </p:cNvPr>
            <p:cNvSpPr/>
            <p:nvPr/>
          </p:nvSpPr>
          <p:spPr>
            <a:xfrm>
              <a:off x="6346934" y="3500341"/>
              <a:ext cx="76784" cy="13242"/>
            </a:xfrm>
            <a:custGeom>
              <a:avLst/>
              <a:gdLst/>
              <a:ahLst/>
              <a:cxnLst/>
              <a:rect l="l" t="t" r="r" b="b"/>
              <a:pathLst>
                <a:path w="2418" h="417" extrusionOk="0">
                  <a:moveTo>
                    <a:pt x="215" y="0"/>
                  </a:moveTo>
                  <a:cubicBezTo>
                    <a:pt x="107" y="0"/>
                    <a:pt x="0" y="95"/>
                    <a:pt x="0" y="214"/>
                  </a:cubicBezTo>
                  <a:cubicBezTo>
                    <a:pt x="0" y="333"/>
                    <a:pt x="96" y="417"/>
                    <a:pt x="215" y="417"/>
                  </a:cubicBezTo>
                  <a:lnTo>
                    <a:pt x="2203" y="417"/>
                  </a:lnTo>
                  <a:cubicBezTo>
                    <a:pt x="2310" y="417"/>
                    <a:pt x="2417" y="333"/>
                    <a:pt x="2417" y="214"/>
                  </a:cubicBezTo>
                  <a:cubicBezTo>
                    <a:pt x="2417" y="95"/>
                    <a:pt x="2310" y="0"/>
                    <a:pt x="2203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" name="Google Shape;10955;p77">
              <a:extLst>
                <a:ext uri="{FF2B5EF4-FFF2-40B4-BE49-F238E27FC236}">
                  <a16:creationId xmlns:a16="http://schemas.microsoft.com/office/drawing/2014/main" id="{6494A0FD-A87C-465D-B81C-1703539AF8E3}"/>
                </a:ext>
              </a:extLst>
            </p:cNvPr>
            <p:cNvSpPr/>
            <p:nvPr/>
          </p:nvSpPr>
          <p:spPr>
            <a:xfrm>
              <a:off x="6304573" y="3468935"/>
              <a:ext cx="119145" cy="12893"/>
            </a:xfrm>
            <a:custGeom>
              <a:avLst/>
              <a:gdLst/>
              <a:ahLst/>
              <a:cxnLst/>
              <a:rect l="l" t="t" r="r" b="b"/>
              <a:pathLst>
                <a:path w="3752" h="406" extrusionOk="0">
                  <a:moveTo>
                    <a:pt x="203" y="1"/>
                  </a:moveTo>
                  <a:cubicBezTo>
                    <a:pt x="96" y="1"/>
                    <a:pt x="1" y="84"/>
                    <a:pt x="1" y="203"/>
                  </a:cubicBezTo>
                  <a:cubicBezTo>
                    <a:pt x="1" y="322"/>
                    <a:pt x="84" y="406"/>
                    <a:pt x="203" y="406"/>
                  </a:cubicBezTo>
                  <a:lnTo>
                    <a:pt x="3537" y="406"/>
                  </a:lnTo>
                  <a:cubicBezTo>
                    <a:pt x="3644" y="406"/>
                    <a:pt x="3751" y="322"/>
                    <a:pt x="3751" y="203"/>
                  </a:cubicBezTo>
                  <a:cubicBezTo>
                    <a:pt x="3751" y="84"/>
                    <a:pt x="3644" y="1"/>
                    <a:pt x="3537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4" name="Google Shape;10956;p77">
              <a:extLst>
                <a:ext uri="{FF2B5EF4-FFF2-40B4-BE49-F238E27FC236}">
                  <a16:creationId xmlns:a16="http://schemas.microsoft.com/office/drawing/2014/main" id="{E2E7F79D-50DE-48F4-BF6A-68E7B38E8E16}"/>
                </a:ext>
              </a:extLst>
            </p:cNvPr>
            <p:cNvSpPr/>
            <p:nvPr/>
          </p:nvSpPr>
          <p:spPr>
            <a:xfrm>
              <a:off x="6228583" y="3237664"/>
              <a:ext cx="357688" cy="186338"/>
            </a:xfrm>
            <a:custGeom>
              <a:avLst/>
              <a:gdLst/>
              <a:ahLst/>
              <a:cxnLst/>
              <a:rect l="l" t="t" r="r" b="b"/>
              <a:pathLst>
                <a:path w="11264" h="5868" extrusionOk="0">
                  <a:moveTo>
                    <a:pt x="8752" y="1045"/>
                  </a:moveTo>
                  <a:cubicBezTo>
                    <a:pt x="9240" y="1045"/>
                    <a:pt x="9716" y="1224"/>
                    <a:pt x="10085" y="1593"/>
                  </a:cubicBezTo>
                  <a:cubicBezTo>
                    <a:pt x="10811" y="2331"/>
                    <a:pt x="10811" y="3545"/>
                    <a:pt x="10085" y="4272"/>
                  </a:cubicBezTo>
                  <a:cubicBezTo>
                    <a:pt x="9716" y="4641"/>
                    <a:pt x="9234" y="4825"/>
                    <a:pt x="8750" y="4825"/>
                  </a:cubicBezTo>
                  <a:cubicBezTo>
                    <a:pt x="8267" y="4825"/>
                    <a:pt x="7781" y="4641"/>
                    <a:pt x="7406" y="4272"/>
                  </a:cubicBezTo>
                  <a:cubicBezTo>
                    <a:pt x="6668" y="3522"/>
                    <a:pt x="6668" y="2331"/>
                    <a:pt x="7406" y="1593"/>
                  </a:cubicBezTo>
                  <a:cubicBezTo>
                    <a:pt x="7775" y="1224"/>
                    <a:pt x="8252" y="1045"/>
                    <a:pt x="8752" y="1045"/>
                  </a:cubicBezTo>
                  <a:close/>
                  <a:moveTo>
                    <a:pt x="3215" y="402"/>
                  </a:moveTo>
                  <a:cubicBezTo>
                    <a:pt x="3870" y="402"/>
                    <a:pt x="4501" y="652"/>
                    <a:pt x="5001" y="1140"/>
                  </a:cubicBezTo>
                  <a:cubicBezTo>
                    <a:pt x="5978" y="2140"/>
                    <a:pt x="5978" y="3736"/>
                    <a:pt x="5001" y="4712"/>
                  </a:cubicBezTo>
                  <a:cubicBezTo>
                    <a:pt x="4507" y="5206"/>
                    <a:pt x="3858" y="5453"/>
                    <a:pt x="3211" y="5453"/>
                  </a:cubicBezTo>
                  <a:cubicBezTo>
                    <a:pt x="2563" y="5453"/>
                    <a:pt x="1918" y="5206"/>
                    <a:pt x="1429" y="4712"/>
                  </a:cubicBezTo>
                  <a:cubicBezTo>
                    <a:pt x="441" y="3736"/>
                    <a:pt x="441" y="2128"/>
                    <a:pt x="1429" y="1140"/>
                  </a:cubicBezTo>
                  <a:cubicBezTo>
                    <a:pt x="1918" y="652"/>
                    <a:pt x="2560" y="402"/>
                    <a:pt x="3215" y="402"/>
                  </a:cubicBezTo>
                  <a:close/>
                  <a:moveTo>
                    <a:pt x="3209" y="0"/>
                  </a:moveTo>
                  <a:cubicBezTo>
                    <a:pt x="2462" y="0"/>
                    <a:pt x="1715" y="289"/>
                    <a:pt x="1144" y="866"/>
                  </a:cubicBezTo>
                  <a:cubicBezTo>
                    <a:pt x="1" y="2009"/>
                    <a:pt x="1" y="3855"/>
                    <a:pt x="1144" y="4998"/>
                  </a:cubicBezTo>
                  <a:cubicBezTo>
                    <a:pt x="1703" y="5569"/>
                    <a:pt x="2465" y="5867"/>
                    <a:pt x="3215" y="5867"/>
                  </a:cubicBezTo>
                  <a:cubicBezTo>
                    <a:pt x="3953" y="5867"/>
                    <a:pt x="4715" y="5581"/>
                    <a:pt x="5275" y="4998"/>
                  </a:cubicBezTo>
                  <a:cubicBezTo>
                    <a:pt x="5680" y="4593"/>
                    <a:pt x="5930" y="4117"/>
                    <a:pt x="6049" y="3617"/>
                  </a:cubicBezTo>
                  <a:lnTo>
                    <a:pt x="6561" y="3617"/>
                  </a:lnTo>
                  <a:cubicBezTo>
                    <a:pt x="6668" y="3962"/>
                    <a:pt x="6859" y="4284"/>
                    <a:pt x="7121" y="4557"/>
                  </a:cubicBezTo>
                  <a:cubicBezTo>
                    <a:pt x="7573" y="4998"/>
                    <a:pt x="8168" y="5224"/>
                    <a:pt x="8752" y="5224"/>
                  </a:cubicBezTo>
                  <a:cubicBezTo>
                    <a:pt x="9323" y="5224"/>
                    <a:pt x="9919" y="4998"/>
                    <a:pt x="10371" y="4557"/>
                  </a:cubicBezTo>
                  <a:cubicBezTo>
                    <a:pt x="11264" y="3664"/>
                    <a:pt x="11264" y="2200"/>
                    <a:pt x="10371" y="1307"/>
                  </a:cubicBezTo>
                  <a:cubicBezTo>
                    <a:pt x="9924" y="860"/>
                    <a:pt x="9335" y="637"/>
                    <a:pt x="8746" y="637"/>
                  </a:cubicBezTo>
                  <a:cubicBezTo>
                    <a:pt x="8156" y="637"/>
                    <a:pt x="7567" y="860"/>
                    <a:pt x="7121" y="1307"/>
                  </a:cubicBezTo>
                  <a:cubicBezTo>
                    <a:pt x="6609" y="1831"/>
                    <a:pt x="6394" y="2533"/>
                    <a:pt x="6466" y="3212"/>
                  </a:cubicBezTo>
                  <a:lnTo>
                    <a:pt x="6132" y="3212"/>
                  </a:lnTo>
                  <a:cubicBezTo>
                    <a:pt x="6204" y="2379"/>
                    <a:pt x="5930" y="1497"/>
                    <a:pt x="5275" y="866"/>
                  </a:cubicBezTo>
                  <a:cubicBezTo>
                    <a:pt x="4704" y="289"/>
                    <a:pt x="3956" y="0"/>
                    <a:pt x="3209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5" name="Google Shape;10957;p77">
              <a:extLst>
                <a:ext uri="{FF2B5EF4-FFF2-40B4-BE49-F238E27FC236}">
                  <a16:creationId xmlns:a16="http://schemas.microsoft.com/office/drawing/2014/main" id="{579B9590-4C1E-4C86-915D-290F1A7E7BA2}"/>
                </a:ext>
              </a:extLst>
            </p:cNvPr>
            <p:cNvSpPr/>
            <p:nvPr/>
          </p:nvSpPr>
          <p:spPr>
            <a:xfrm>
              <a:off x="6295141" y="3295775"/>
              <a:ext cx="70718" cy="71131"/>
            </a:xfrm>
            <a:custGeom>
              <a:avLst/>
              <a:gdLst/>
              <a:ahLst/>
              <a:cxnLst/>
              <a:rect l="l" t="t" r="r" b="b"/>
              <a:pathLst>
                <a:path w="2227" h="2240" extrusionOk="0">
                  <a:moveTo>
                    <a:pt x="1119" y="394"/>
                  </a:moveTo>
                  <a:cubicBezTo>
                    <a:pt x="1512" y="394"/>
                    <a:pt x="1834" y="703"/>
                    <a:pt x="1834" y="1108"/>
                  </a:cubicBezTo>
                  <a:cubicBezTo>
                    <a:pt x="1810" y="1501"/>
                    <a:pt x="1500" y="1822"/>
                    <a:pt x="1119" y="1822"/>
                  </a:cubicBezTo>
                  <a:cubicBezTo>
                    <a:pt x="726" y="1822"/>
                    <a:pt x="405" y="1501"/>
                    <a:pt x="405" y="1108"/>
                  </a:cubicBezTo>
                  <a:cubicBezTo>
                    <a:pt x="405" y="715"/>
                    <a:pt x="714" y="394"/>
                    <a:pt x="1119" y="394"/>
                  </a:cubicBezTo>
                  <a:close/>
                  <a:moveTo>
                    <a:pt x="1119" y="1"/>
                  </a:moveTo>
                  <a:cubicBezTo>
                    <a:pt x="500" y="1"/>
                    <a:pt x="0" y="501"/>
                    <a:pt x="0" y="1120"/>
                  </a:cubicBezTo>
                  <a:cubicBezTo>
                    <a:pt x="0" y="1727"/>
                    <a:pt x="500" y="2239"/>
                    <a:pt x="1119" y="2239"/>
                  </a:cubicBezTo>
                  <a:cubicBezTo>
                    <a:pt x="1727" y="2239"/>
                    <a:pt x="2227" y="1727"/>
                    <a:pt x="2227" y="1120"/>
                  </a:cubicBezTo>
                  <a:cubicBezTo>
                    <a:pt x="2227" y="489"/>
                    <a:pt x="1727" y="1"/>
                    <a:pt x="1119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" name="Google Shape;10958;p77">
              <a:extLst>
                <a:ext uri="{FF2B5EF4-FFF2-40B4-BE49-F238E27FC236}">
                  <a16:creationId xmlns:a16="http://schemas.microsoft.com/office/drawing/2014/main" id="{620560EE-6862-4596-A316-87FA888450FE}"/>
                </a:ext>
              </a:extLst>
            </p:cNvPr>
            <p:cNvSpPr/>
            <p:nvPr/>
          </p:nvSpPr>
          <p:spPr>
            <a:xfrm>
              <a:off x="6482273" y="3306763"/>
              <a:ext cx="48045" cy="48045"/>
            </a:xfrm>
            <a:custGeom>
              <a:avLst/>
              <a:gdLst/>
              <a:ahLst/>
              <a:cxnLst/>
              <a:rect l="l" t="t" r="r" b="b"/>
              <a:pathLst>
                <a:path w="1513" h="1513" extrusionOk="0">
                  <a:moveTo>
                    <a:pt x="763" y="405"/>
                  </a:moveTo>
                  <a:cubicBezTo>
                    <a:pt x="953" y="405"/>
                    <a:pt x="1120" y="560"/>
                    <a:pt x="1120" y="762"/>
                  </a:cubicBezTo>
                  <a:cubicBezTo>
                    <a:pt x="1120" y="965"/>
                    <a:pt x="953" y="1119"/>
                    <a:pt x="763" y="1119"/>
                  </a:cubicBezTo>
                  <a:cubicBezTo>
                    <a:pt x="560" y="1119"/>
                    <a:pt x="406" y="953"/>
                    <a:pt x="406" y="762"/>
                  </a:cubicBezTo>
                  <a:cubicBezTo>
                    <a:pt x="406" y="560"/>
                    <a:pt x="560" y="405"/>
                    <a:pt x="763" y="405"/>
                  </a:cubicBezTo>
                  <a:close/>
                  <a:moveTo>
                    <a:pt x="763" y="0"/>
                  </a:moveTo>
                  <a:cubicBezTo>
                    <a:pt x="346" y="0"/>
                    <a:pt x="1" y="345"/>
                    <a:pt x="1" y="762"/>
                  </a:cubicBezTo>
                  <a:cubicBezTo>
                    <a:pt x="1" y="1179"/>
                    <a:pt x="346" y="1512"/>
                    <a:pt x="763" y="1512"/>
                  </a:cubicBezTo>
                  <a:cubicBezTo>
                    <a:pt x="1179" y="1512"/>
                    <a:pt x="1513" y="1179"/>
                    <a:pt x="1513" y="762"/>
                  </a:cubicBezTo>
                  <a:cubicBezTo>
                    <a:pt x="1513" y="345"/>
                    <a:pt x="1179" y="0"/>
                    <a:pt x="763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7" name="Google Shape;10959;p77">
              <a:extLst>
                <a:ext uri="{FF2B5EF4-FFF2-40B4-BE49-F238E27FC236}">
                  <a16:creationId xmlns:a16="http://schemas.microsoft.com/office/drawing/2014/main" id="{246F4AB0-BF9A-4D28-833E-3A34AE4D6DAE}"/>
                </a:ext>
              </a:extLst>
            </p:cNvPr>
            <p:cNvSpPr/>
            <p:nvPr/>
          </p:nvSpPr>
          <p:spPr>
            <a:xfrm>
              <a:off x="6456584" y="3437180"/>
              <a:ext cx="76784" cy="76403"/>
            </a:xfrm>
            <a:custGeom>
              <a:avLst/>
              <a:gdLst/>
              <a:ahLst/>
              <a:cxnLst/>
              <a:rect l="l" t="t" r="r" b="b"/>
              <a:pathLst>
                <a:path w="2418" h="2406" extrusionOk="0">
                  <a:moveTo>
                    <a:pt x="2012" y="406"/>
                  </a:moveTo>
                  <a:lnTo>
                    <a:pt x="2012" y="1989"/>
                  </a:lnTo>
                  <a:lnTo>
                    <a:pt x="417" y="1989"/>
                  </a:lnTo>
                  <a:lnTo>
                    <a:pt x="417" y="406"/>
                  </a:lnTo>
                  <a:close/>
                  <a:moveTo>
                    <a:pt x="298" y="1"/>
                  </a:moveTo>
                  <a:cubicBezTo>
                    <a:pt x="143" y="1"/>
                    <a:pt x="0" y="132"/>
                    <a:pt x="0" y="298"/>
                  </a:cubicBezTo>
                  <a:lnTo>
                    <a:pt x="0" y="2108"/>
                  </a:lnTo>
                  <a:cubicBezTo>
                    <a:pt x="0" y="2275"/>
                    <a:pt x="143" y="2406"/>
                    <a:pt x="298" y="2406"/>
                  </a:cubicBezTo>
                  <a:lnTo>
                    <a:pt x="2119" y="2406"/>
                  </a:lnTo>
                  <a:cubicBezTo>
                    <a:pt x="2286" y="2406"/>
                    <a:pt x="2417" y="2275"/>
                    <a:pt x="2417" y="2108"/>
                  </a:cubicBezTo>
                  <a:lnTo>
                    <a:pt x="2417" y="298"/>
                  </a:lnTo>
                  <a:cubicBezTo>
                    <a:pt x="2417" y="120"/>
                    <a:pt x="2286" y="1"/>
                    <a:pt x="2119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" name="Google Shape;10960;p77">
              <a:extLst>
                <a:ext uri="{FF2B5EF4-FFF2-40B4-BE49-F238E27FC236}">
                  <a16:creationId xmlns:a16="http://schemas.microsoft.com/office/drawing/2014/main" id="{C97C9933-5A81-4E6F-A450-C3EA85A2371E}"/>
                </a:ext>
              </a:extLst>
            </p:cNvPr>
            <p:cNvSpPr/>
            <p:nvPr/>
          </p:nvSpPr>
          <p:spPr>
            <a:xfrm>
              <a:off x="6268658" y="3367351"/>
              <a:ext cx="406464" cy="174208"/>
            </a:xfrm>
            <a:custGeom>
              <a:avLst/>
              <a:gdLst/>
              <a:ahLst/>
              <a:cxnLst/>
              <a:rect l="l" t="t" r="r" b="b"/>
              <a:pathLst>
                <a:path w="12800" h="5486" extrusionOk="0">
                  <a:moveTo>
                    <a:pt x="10419" y="1616"/>
                  </a:moveTo>
                  <a:lnTo>
                    <a:pt x="10419" y="3009"/>
                  </a:lnTo>
                  <a:lnTo>
                    <a:pt x="9573" y="3009"/>
                  </a:lnTo>
                  <a:lnTo>
                    <a:pt x="9573" y="1616"/>
                  </a:lnTo>
                  <a:close/>
                  <a:moveTo>
                    <a:pt x="12395" y="402"/>
                  </a:moveTo>
                  <a:lnTo>
                    <a:pt x="12395" y="414"/>
                  </a:lnTo>
                  <a:lnTo>
                    <a:pt x="12395" y="4224"/>
                  </a:lnTo>
                  <a:lnTo>
                    <a:pt x="12383" y="4236"/>
                  </a:lnTo>
                  <a:lnTo>
                    <a:pt x="10835" y="3807"/>
                  </a:lnTo>
                  <a:lnTo>
                    <a:pt x="10823" y="3795"/>
                  </a:lnTo>
                  <a:lnTo>
                    <a:pt x="10823" y="3224"/>
                  </a:lnTo>
                  <a:lnTo>
                    <a:pt x="10823" y="1414"/>
                  </a:lnTo>
                  <a:lnTo>
                    <a:pt x="10823" y="842"/>
                  </a:lnTo>
                  <a:cubicBezTo>
                    <a:pt x="10823" y="842"/>
                    <a:pt x="10823" y="831"/>
                    <a:pt x="10835" y="831"/>
                  </a:cubicBezTo>
                  <a:lnTo>
                    <a:pt x="12383" y="402"/>
                  </a:lnTo>
                  <a:close/>
                  <a:moveTo>
                    <a:pt x="12362" y="0"/>
                  </a:moveTo>
                  <a:cubicBezTo>
                    <a:pt x="12330" y="0"/>
                    <a:pt x="12297" y="3"/>
                    <a:pt x="12264" y="9"/>
                  </a:cubicBezTo>
                  <a:lnTo>
                    <a:pt x="10716" y="438"/>
                  </a:lnTo>
                  <a:cubicBezTo>
                    <a:pt x="10538" y="485"/>
                    <a:pt x="10407" y="664"/>
                    <a:pt x="10407" y="842"/>
                  </a:cubicBezTo>
                  <a:lnTo>
                    <a:pt x="10407" y="1212"/>
                  </a:lnTo>
                  <a:lnTo>
                    <a:pt x="9549" y="1212"/>
                  </a:lnTo>
                  <a:lnTo>
                    <a:pt x="9549" y="914"/>
                  </a:lnTo>
                  <a:cubicBezTo>
                    <a:pt x="9549" y="819"/>
                    <a:pt x="9466" y="711"/>
                    <a:pt x="9347" y="711"/>
                  </a:cubicBezTo>
                  <a:cubicBezTo>
                    <a:pt x="9228" y="711"/>
                    <a:pt x="9133" y="795"/>
                    <a:pt x="9133" y="914"/>
                  </a:cubicBezTo>
                  <a:lnTo>
                    <a:pt x="9133" y="1414"/>
                  </a:lnTo>
                  <a:lnTo>
                    <a:pt x="9133" y="3224"/>
                  </a:lnTo>
                  <a:lnTo>
                    <a:pt x="9133" y="4986"/>
                  </a:lnTo>
                  <a:cubicBezTo>
                    <a:pt x="9133" y="5045"/>
                    <a:pt x="9085" y="5081"/>
                    <a:pt x="9026" y="5081"/>
                  </a:cubicBezTo>
                  <a:lnTo>
                    <a:pt x="513" y="5081"/>
                  </a:lnTo>
                  <a:cubicBezTo>
                    <a:pt x="453" y="5081"/>
                    <a:pt x="417" y="5045"/>
                    <a:pt x="417" y="4986"/>
                  </a:cubicBezTo>
                  <a:lnTo>
                    <a:pt x="417" y="1854"/>
                  </a:lnTo>
                  <a:cubicBezTo>
                    <a:pt x="417" y="1747"/>
                    <a:pt x="322" y="1652"/>
                    <a:pt x="203" y="1652"/>
                  </a:cubicBezTo>
                  <a:cubicBezTo>
                    <a:pt x="84" y="1652"/>
                    <a:pt x="1" y="1735"/>
                    <a:pt x="1" y="1854"/>
                  </a:cubicBezTo>
                  <a:lnTo>
                    <a:pt x="1" y="4986"/>
                  </a:lnTo>
                  <a:cubicBezTo>
                    <a:pt x="1" y="5260"/>
                    <a:pt x="215" y="5486"/>
                    <a:pt x="501" y="5486"/>
                  </a:cubicBezTo>
                  <a:lnTo>
                    <a:pt x="9014" y="5486"/>
                  </a:lnTo>
                  <a:cubicBezTo>
                    <a:pt x="9299" y="5486"/>
                    <a:pt x="9526" y="5260"/>
                    <a:pt x="9526" y="4986"/>
                  </a:cubicBezTo>
                  <a:lnTo>
                    <a:pt x="9526" y="3414"/>
                  </a:lnTo>
                  <a:lnTo>
                    <a:pt x="10371" y="3414"/>
                  </a:lnTo>
                  <a:lnTo>
                    <a:pt x="10371" y="3795"/>
                  </a:lnTo>
                  <a:cubicBezTo>
                    <a:pt x="10371" y="3986"/>
                    <a:pt x="10502" y="4152"/>
                    <a:pt x="10681" y="4188"/>
                  </a:cubicBezTo>
                  <a:lnTo>
                    <a:pt x="12228" y="4629"/>
                  </a:lnTo>
                  <a:cubicBezTo>
                    <a:pt x="12264" y="4641"/>
                    <a:pt x="12300" y="4641"/>
                    <a:pt x="12347" y="4641"/>
                  </a:cubicBezTo>
                  <a:cubicBezTo>
                    <a:pt x="12443" y="4641"/>
                    <a:pt x="12526" y="4605"/>
                    <a:pt x="12597" y="4545"/>
                  </a:cubicBezTo>
                  <a:cubicBezTo>
                    <a:pt x="12705" y="4474"/>
                    <a:pt x="12764" y="4343"/>
                    <a:pt x="12764" y="4224"/>
                  </a:cubicBezTo>
                  <a:lnTo>
                    <a:pt x="12764" y="426"/>
                  </a:lnTo>
                  <a:cubicBezTo>
                    <a:pt x="12800" y="283"/>
                    <a:pt x="12740" y="164"/>
                    <a:pt x="12633" y="80"/>
                  </a:cubicBezTo>
                  <a:cubicBezTo>
                    <a:pt x="12553" y="27"/>
                    <a:pt x="12459" y="0"/>
                    <a:pt x="12362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pic>
        <p:nvPicPr>
          <p:cNvPr id="60" name="778895424_720p">
            <a:hlinkClick r:id="" action="ppaction://media"/>
            <a:extLst>
              <a:ext uri="{FF2B5EF4-FFF2-40B4-BE49-F238E27FC236}">
                <a16:creationId xmlns:a16="http://schemas.microsoft.com/office/drawing/2014/main" id="{72F43F34-1B90-4294-B737-2CE18BA8C8A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3599411" y="2459101"/>
            <a:ext cx="5106843" cy="2582438"/>
          </a:xfrm>
          <a:prstGeom prst="flowChartDocument">
            <a:avLst/>
          </a:prstGeom>
        </p:spPr>
      </p:pic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CC27F78C-95B7-4047-9645-5A08062BBB98}"/>
              </a:ext>
            </a:extLst>
          </p:cNvPr>
          <p:cNvSpPr/>
          <p:nvPr/>
        </p:nvSpPr>
        <p:spPr>
          <a:xfrm>
            <a:off x="6559094" y="219548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4841030-1277-4548-9DB8-48EA4B7BE601}"/>
              </a:ext>
            </a:extLst>
          </p:cNvPr>
          <p:cNvSpPr txBox="1"/>
          <p:nvPr/>
        </p:nvSpPr>
        <p:spPr>
          <a:xfrm>
            <a:off x="6557498" y="320319"/>
            <a:ext cx="194638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معرفی ماشین های خودران</a:t>
            </a:r>
            <a:endParaRPr lang="en-US" sz="1200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F851D876-5AB7-4D0F-824E-007D7B74CFF5}"/>
              </a:ext>
            </a:extLst>
          </p:cNvPr>
          <p:cNvSpPr/>
          <p:nvPr/>
        </p:nvSpPr>
        <p:spPr>
          <a:xfrm>
            <a:off x="4556240" y="229094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CFE6940-B231-4D9F-A9D3-F309914F2F2D}"/>
              </a:ext>
            </a:extLst>
          </p:cNvPr>
          <p:cNvSpPr txBox="1"/>
          <p:nvPr/>
        </p:nvSpPr>
        <p:spPr>
          <a:xfrm>
            <a:off x="4553048" y="371065"/>
            <a:ext cx="1946382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تاریخچه و تکامل</a:t>
            </a:r>
            <a:endParaRPr lang="en-US" sz="1200" dirty="0">
              <a:solidFill>
                <a:schemeClr val="tx1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  <a:p>
            <a:pPr algn="ctr"/>
            <a:endParaRPr lang="en-US" sz="1200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B0AAF3F4-B306-44DA-BA64-EA9DA7BB9815}"/>
              </a:ext>
            </a:extLst>
          </p:cNvPr>
          <p:cNvSpPr/>
          <p:nvPr/>
        </p:nvSpPr>
        <p:spPr>
          <a:xfrm>
            <a:off x="2550992" y="222971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870BDAC-30FB-46EC-925C-EAE3926D33C5}"/>
              </a:ext>
            </a:extLst>
          </p:cNvPr>
          <p:cNvSpPr txBox="1"/>
          <p:nvPr/>
        </p:nvSpPr>
        <p:spPr>
          <a:xfrm>
            <a:off x="2550194" y="320319"/>
            <a:ext cx="194638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چرا ماشین های خودران؟</a:t>
            </a:r>
            <a:endParaRPr lang="en-US" sz="1200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92407BC5-CE07-45F8-BD8D-CCF80B28737F}"/>
              </a:ext>
            </a:extLst>
          </p:cNvPr>
          <p:cNvSpPr/>
          <p:nvPr/>
        </p:nvSpPr>
        <p:spPr>
          <a:xfrm>
            <a:off x="545744" y="215859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CF54819-9D25-4FEA-BD75-A4AF095D05E8}"/>
              </a:ext>
            </a:extLst>
          </p:cNvPr>
          <p:cNvSpPr txBox="1"/>
          <p:nvPr/>
        </p:nvSpPr>
        <p:spPr>
          <a:xfrm>
            <a:off x="544148" y="320319"/>
            <a:ext cx="194638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Segoe UI Variable Text Semiligh" pitchFamily="2" charset="0"/>
                <a:ea typeface="Source Sans Pro" panose="020B0503030403020204" pitchFamily="34" charset="0"/>
                <a:cs typeface="Vazir" panose="020B0603030804020204" pitchFamily="34" charset="-78"/>
              </a:rPr>
              <a:t>اجزای اصلی</a:t>
            </a:r>
            <a:endParaRPr lang="en-US" sz="1200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C9A1B727-7ABA-44C8-B56C-EFD82557CADB}"/>
              </a:ext>
            </a:extLst>
          </p:cNvPr>
          <p:cNvSpPr/>
          <p:nvPr/>
        </p:nvSpPr>
        <p:spPr>
          <a:xfrm>
            <a:off x="6559094" y="797982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245B18D-EB8B-45DD-8654-81CB97CDB507}"/>
              </a:ext>
            </a:extLst>
          </p:cNvPr>
          <p:cNvSpPr txBox="1"/>
          <p:nvPr/>
        </p:nvSpPr>
        <p:spPr>
          <a:xfrm>
            <a:off x="6557498" y="898753"/>
            <a:ext cx="194638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نحوه عملکرد</a:t>
            </a:r>
            <a:endParaRPr lang="en-US" sz="1200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3B8650EC-696E-4597-A578-8615E946F557}"/>
              </a:ext>
            </a:extLst>
          </p:cNvPr>
          <p:cNvSpPr/>
          <p:nvPr/>
        </p:nvSpPr>
        <p:spPr>
          <a:xfrm>
            <a:off x="4556240" y="807528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736277C-DE19-4E11-8D23-6CB49376D8B8}"/>
              </a:ext>
            </a:extLst>
          </p:cNvPr>
          <p:cNvSpPr txBox="1"/>
          <p:nvPr/>
        </p:nvSpPr>
        <p:spPr>
          <a:xfrm>
            <a:off x="4554644" y="908299"/>
            <a:ext cx="194638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چالش ها و موانع</a:t>
            </a:r>
            <a:endParaRPr lang="en-US" sz="1200" dirty="0">
              <a:solidFill>
                <a:schemeClr val="tx1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</p:txBody>
      </p:sp>
      <p:sp>
        <p:nvSpPr>
          <p:cNvPr id="73" name="Rectangle: Rounded Corners 72">
            <a:extLst>
              <a:ext uri="{FF2B5EF4-FFF2-40B4-BE49-F238E27FC236}">
                <a16:creationId xmlns:a16="http://schemas.microsoft.com/office/drawing/2014/main" id="{9BD6BE1E-AB09-40D7-A4D9-260B9ACD559E}"/>
              </a:ext>
            </a:extLst>
          </p:cNvPr>
          <p:cNvSpPr/>
          <p:nvPr/>
        </p:nvSpPr>
        <p:spPr>
          <a:xfrm>
            <a:off x="2551790" y="797982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EE165A0-A4CE-4221-819D-6C99FEAB0976}"/>
              </a:ext>
            </a:extLst>
          </p:cNvPr>
          <p:cNvSpPr txBox="1"/>
          <p:nvPr/>
        </p:nvSpPr>
        <p:spPr>
          <a:xfrm>
            <a:off x="2550194" y="898753"/>
            <a:ext cx="1946382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b="1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آینده ماشین های خودران</a:t>
            </a:r>
            <a:endParaRPr lang="en-US" b="1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F10762EF-ED70-4CE9-9331-A9333C0A6889}"/>
              </a:ext>
            </a:extLst>
          </p:cNvPr>
          <p:cNvSpPr/>
          <p:nvPr/>
        </p:nvSpPr>
        <p:spPr>
          <a:xfrm>
            <a:off x="545744" y="794293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8F6C179-F809-40CE-A212-A877B79358CE}"/>
              </a:ext>
            </a:extLst>
          </p:cNvPr>
          <p:cNvSpPr txBox="1"/>
          <p:nvPr/>
        </p:nvSpPr>
        <p:spPr>
          <a:xfrm>
            <a:off x="544148" y="895064"/>
            <a:ext cx="194638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منابع</a:t>
            </a:r>
            <a:endParaRPr lang="en-US" sz="1200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2813248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6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0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0"/>
                </p:tgtEl>
              </p:cMediaNode>
            </p:video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>
            <a:extLst>
              <a:ext uri="{FF2B5EF4-FFF2-40B4-BE49-F238E27FC236}">
                <a16:creationId xmlns:a16="http://schemas.microsoft.com/office/drawing/2014/main" id="{48120BE1-278A-45C0-AF40-DF943E183B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6593" y="5260359"/>
            <a:ext cx="4302133" cy="3108960"/>
          </a:xfrm>
          <a:prstGeom prst="cloud">
            <a:avLst/>
          </a:prstGeom>
        </p:spPr>
      </p:pic>
      <p:pic>
        <p:nvPicPr>
          <p:cNvPr id="4" name="778895424_720p">
            <a:hlinkClick r:id="" action="ppaction://media"/>
            <a:extLst>
              <a:ext uri="{FF2B5EF4-FFF2-40B4-BE49-F238E27FC236}">
                <a16:creationId xmlns:a16="http://schemas.microsoft.com/office/drawing/2014/main" id="{A6BA6144-9113-472F-93CD-7A1271C9C2F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0"/>
            <a:ext cx="9143999" cy="51435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0910029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280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CD8985F-2310-4EC6-B380-EC9B01CEE9CD}"/>
              </a:ext>
            </a:extLst>
          </p:cNvPr>
          <p:cNvSpPr/>
          <p:nvPr/>
        </p:nvSpPr>
        <p:spPr>
          <a:xfrm>
            <a:off x="6559094" y="219548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BD6A22-8E0A-4608-AF49-153F7BCD17AA}"/>
              </a:ext>
            </a:extLst>
          </p:cNvPr>
          <p:cNvSpPr txBox="1"/>
          <p:nvPr/>
        </p:nvSpPr>
        <p:spPr>
          <a:xfrm>
            <a:off x="6557498" y="320319"/>
            <a:ext cx="194638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معرفی ماشین های خودران</a:t>
            </a:r>
            <a:endParaRPr lang="en-US" sz="1200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095BCEE-D057-4A2D-80F8-A043DFDE6468}"/>
              </a:ext>
            </a:extLst>
          </p:cNvPr>
          <p:cNvSpPr/>
          <p:nvPr/>
        </p:nvSpPr>
        <p:spPr>
          <a:xfrm>
            <a:off x="4556240" y="229094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BF4261-CEBE-48C2-8BFB-F8CA1FCEA6B0}"/>
              </a:ext>
            </a:extLst>
          </p:cNvPr>
          <p:cNvSpPr txBox="1"/>
          <p:nvPr/>
        </p:nvSpPr>
        <p:spPr>
          <a:xfrm>
            <a:off x="4553048" y="371065"/>
            <a:ext cx="1946382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</a:t>
            </a:r>
            <a:r>
              <a:rPr lang="fa-IR" sz="10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تاریخچه</a:t>
            </a:r>
            <a:r>
              <a:rPr lang="fa-IR" sz="12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و تکامل</a:t>
            </a:r>
            <a:endParaRPr lang="en-US" sz="1200" dirty="0">
              <a:solidFill>
                <a:schemeClr val="tx1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  <a:p>
            <a:pPr algn="ctr"/>
            <a:endParaRPr lang="en-US" sz="1200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6C1E30C-E541-407A-8F45-E221CEDD74B6}"/>
              </a:ext>
            </a:extLst>
          </p:cNvPr>
          <p:cNvSpPr/>
          <p:nvPr/>
        </p:nvSpPr>
        <p:spPr>
          <a:xfrm>
            <a:off x="2550992" y="222971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D185FC-B2C1-4FC8-BE3B-18F1BDEA030E}"/>
              </a:ext>
            </a:extLst>
          </p:cNvPr>
          <p:cNvSpPr txBox="1"/>
          <p:nvPr/>
        </p:nvSpPr>
        <p:spPr>
          <a:xfrm>
            <a:off x="2550194" y="320319"/>
            <a:ext cx="194638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چرا ماشین های خودران؟</a:t>
            </a:r>
            <a:endParaRPr lang="en-US" sz="1200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DC3531B-AEAF-4867-8005-93BD02377742}"/>
              </a:ext>
            </a:extLst>
          </p:cNvPr>
          <p:cNvSpPr/>
          <p:nvPr/>
        </p:nvSpPr>
        <p:spPr>
          <a:xfrm>
            <a:off x="545744" y="215859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57D4136-3421-4112-87AD-7510036650D9}"/>
              </a:ext>
            </a:extLst>
          </p:cNvPr>
          <p:cNvSpPr txBox="1"/>
          <p:nvPr/>
        </p:nvSpPr>
        <p:spPr>
          <a:xfrm>
            <a:off x="544148" y="320319"/>
            <a:ext cx="194638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Segoe UI Variable Text Semiligh" pitchFamily="2" charset="0"/>
                <a:ea typeface="Source Sans Pro" panose="020B0503030403020204" pitchFamily="34" charset="0"/>
                <a:cs typeface="Vazir" panose="020B0603030804020204" pitchFamily="34" charset="-78"/>
              </a:rPr>
              <a:t>اجزای اصلی</a:t>
            </a:r>
            <a:endParaRPr lang="en-US" sz="1200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828526B-B658-4761-99CD-F3D389D95407}"/>
              </a:ext>
            </a:extLst>
          </p:cNvPr>
          <p:cNvSpPr/>
          <p:nvPr/>
        </p:nvSpPr>
        <p:spPr>
          <a:xfrm>
            <a:off x="6559094" y="797982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3D4A037-881F-4721-8EBA-95671A15D3B7}"/>
              </a:ext>
            </a:extLst>
          </p:cNvPr>
          <p:cNvSpPr txBox="1"/>
          <p:nvPr/>
        </p:nvSpPr>
        <p:spPr>
          <a:xfrm>
            <a:off x="6557498" y="898753"/>
            <a:ext cx="194638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نحوه عملکرد</a:t>
            </a:r>
            <a:endParaRPr lang="en-US" sz="1200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FC38012-5EE9-45F7-8C33-023BD9485FD0}"/>
              </a:ext>
            </a:extLst>
          </p:cNvPr>
          <p:cNvSpPr/>
          <p:nvPr/>
        </p:nvSpPr>
        <p:spPr>
          <a:xfrm>
            <a:off x="4556240" y="807528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36518C9-8020-4938-A1D1-41CACC5702AE}"/>
              </a:ext>
            </a:extLst>
          </p:cNvPr>
          <p:cNvSpPr txBox="1"/>
          <p:nvPr/>
        </p:nvSpPr>
        <p:spPr>
          <a:xfrm>
            <a:off x="4554644" y="908299"/>
            <a:ext cx="194638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 چالش ها و موانع</a:t>
            </a:r>
            <a:endParaRPr lang="en-US" sz="1200" dirty="0">
              <a:solidFill>
                <a:schemeClr val="tx1"/>
              </a:solidFill>
              <a:latin typeface="Vazir" panose="020B0603030804020204" pitchFamily="34" charset="-78"/>
              <a:cs typeface="Vazir" panose="020B0603030804020204" pitchFamily="34" charset="-78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B1D4B17-2D79-4026-9DEA-E23DD990C12F}"/>
              </a:ext>
            </a:extLst>
          </p:cNvPr>
          <p:cNvSpPr/>
          <p:nvPr/>
        </p:nvSpPr>
        <p:spPr>
          <a:xfrm>
            <a:off x="525766" y="756148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01D0309-0EE6-4EC2-A23D-5CA484E55739}"/>
              </a:ext>
            </a:extLst>
          </p:cNvPr>
          <p:cNvSpPr/>
          <p:nvPr/>
        </p:nvSpPr>
        <p:spPr>
          <a:xfrm>
            <a:off x="2547862" y="794292"/>
            <a:ext cx="1944786" cy="5232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660400" dir="11220000" sx="110000" sy="110000" algn="tl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1200" b="1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آینده ماشین های خودران</a:t>
            </a:r>
            <a:endParaRPr lang="en-US" sz="1200" b="1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4905D5F-6558-46EA-9047-339D2C3DCC77}"/>
              </a:ext>
            </a:extLst>
          </p:cNvPr>
          <p:cNvSpPr txBox="1"/>
          <p:nvPr/>
        </p:nvSpPr>
        <p:spPr>
          <a:xfrm>
            <a:off x="544148" y="895064"/>
            <a:ext cx="1946382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solidFill>
                  <a:schemeClr val="tx1"/>
                </a:solidFill>
                <a:latin typeface="Vazir" panose="020B0603030804020204" pitchFamily="34" charset="-78"/>
                <a:cs typeface="Vazir" panose="020B0603030804020204" pitchFamily="34" charset="-78"/>
              </a:rPr>
              <a:t>منابع</a:t>
            </a:r>
            <a:endParaRPr lang="en-US" sz="1200" dirty="0">
              <a:solidFill>
                <a:schemeClr val="tx1"/>
              </a:solidFill>
              <a:latin typeface="Segoe UI Variable Text Semiligh" pitchFamily="2" charset="0"/>
              <a:ea typeface="Source Sans Pro" panose="020B0503030403020204" pitchFamily="34" charset="0"/>
              <a:cs typeface="Vazir" panose="020B0603030804020204" pitchFamily="34" charset="-78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977340" y="1333505"/>
            <a:ext cx="4572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  <a:latin typeface="Roboto"/>
              </a:rPr>
              <a:t>:</a:t>
            </a:r>
            <a:r>
              <a:rPr lang="fa-IR" sz="900" dirty="0">
                <a:solidFill>
                  <a:schemeClr val="tx1"/>
                </a:solidFill>
                <a:latin typeface="Roboto"/>
              </a:rPr>
              <a:t>شرکت پرورش داده ها</a:t>
            </a:r>
            <a:br>
              <a:rPr lang="fa-IR" sz="900" dirty="0">
                <a:solidFill>
                  <a:schemeClr val="tx1"/>
                </a:solidFill>
              </a:rPr>
            </a:br>
            <a:r>
              <a:rPr lang="en-US" sz="900" dirty="0">
                <a:solidFill>
                  <a:schemeClr val="tx1"/>
                </a:solidFill>
                <a:latin typeface="Roboto"/>
                <a:hlinkClick r:id="rId2" tooltip="http://www.dpco.net/"/>
              </a:rPr>
              <a:t>http://www.dpco.net</a:t>
            </a:r>
            <a:br>
              <a:rPr lang="en-US" sz="900" dirty="0">
                <a:solidFill>
                  <a:schemeClr val="tx1"/>
                </a:solidFill>
              </a:rPr>
            </a:br>
            <a:endParaRPr lang="en-US" sz="900" dirty="0">
              <a:solidFill>
                <a:schemeClr val="tx1"/>
              </a:solidFill>
            </a:endParaRPr>
          </a:p>
          <a:p>
            <a:pPr algn="r"/>
            <a:r>
              <a:rPr lang="en-US" sz="900" dirty="0">
                <a:solidFill>
                  <a:schemeClr val="tx1"/>
                </a:solidFill>
                <a:latin typeface="Roboto"/>
              </a:rPr>
              <a:t>:</a:t>
            </a:r>
            <a:r>
              <a:rPr lang="fa-IR" sz="900" dirty="0">
                <a:solidFill>
                  <a:schemeClr val="tx1"/>
                </a:solidFill>
                <a:latin typeface="Roboto"/>
              </a:rPr>
              <a:t>خودروهای خودران، هر آنچه باید بدانید</a:t>
            </a:r>
            <a:br>
              <a:rPr lang="fa-IR" sz="900" dirty="0">
                <a:solidFill>
                  <a:schemeClr val="tx1"/>
                </a:solidFill>
              </a:rPr>
            </a:br>
            <a:r>
              <a:rPr lang="en-US" sz="900" dirty="0">
                <a:solidFill>
                  <a:schemeClr val="tx1"/>
                </a:solidFill>
                <a:latin typeface="Roboto"/>
                <a:hlinkClick r:id="rId3" tooltip="https://www.google.com/url?sa=t&amp;source=web&amp;rct=j&amp;opi=89978449&amp;url=http://www.dpco.net/fa/article/11/%D8%AE%D9%88%D8%AF%D8%B1%D9%88%D9%87%D8%A7%DB%8C-%D8%AE%D9%88%D8%AF%D8%B1%D8%A7%D9%86-%D9%87%D8%B1-%D8%A2%D9%86%DA%86%D9%87-%D8%A8%D8%A7%DB%8C%D8%AF-%D8%A8%D8%AF%D8%A7%D9%86%DB%8C%D8%AF&amp;ved=2ahUKEwiIvL3luYmMAxVLzQIHHVrKLS8QFnoECFMQAQ&amp;usg=AOvVaw1mi6Vs8yi3bDQ4dYB3bq7D"/>
              </a:rPr>
              <a:t>https://www.google.com/url?sa=t&amp;source=web&amp;rct=j&amp;opi=89978449&amp;url=http://www.dpco.net/fa/article/11/%25D8%25AE%25D9%2588%25D8%25AF%25D8%25B1%25D9%2588%25D9%2587%25D8%25A7%25DB%258C-%25D8%25AE%25D9%2588%25D8%25AF%25D8%25B1%25D8%25A7%25D9%2586-%25D9%2587%25D8%25B1-%25D8%25A2%25D9%2586%25DA%2586%25D9%2587-%25D8%25A8%25D8%25A7%25DB%258C%25D8%25AF-%25D8%25A8%25D8%25AF%25D8%25A7%25D9%2586%25DB%258C%25D8%25AF&amp;ved=2ahUKEwiIvL3luYmMAxVLzQIHHVrKLS8QFnoECFMQAQ&amp;usg=AOvVaw1mi6Vs8yi3bDQ4dYB3</a:t>
            </a:r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4007224" y="3349319"/>
            <a:ext cx="4572000" cy="784830"/>
          </a:xfrm>
          <a:prstGeom prst="rect">
            <a:avLst/>
          </a:prstGeom>
        </p:spPr>
        <p:txBody>
          <a:bodyPr>
            <a:spAutoFit/>
          </a:bodyPr>
          <a:lstStyle/>
          <a:p>
            <a:pPr algn="r"/>
            <a:r>
              <a:rPr lang="fa-IR" sz="900" dirty="0">
                <a:solidFill>
                  <a:schemeClr val="tx1"/>
                </a:solidFill>
                <a:latin typeface="Roboto"/>
              </a:rPr>
              <a:t>خودروهای خودران: بررسی فناوری، مزایا، معایب و چالش‌های پیش رو</a:t>
            </a:r>
            <a:br>
              <a:rPr lang="fa-IR" sz="900" dirty="0">
                <a:solidFill>
                  <a:schemeClr val="tx1"/>
                </a:solidFill>
              </a:rPr>
            </a:br>
            <a:r>
              <a:rPr lang="en-US" sz="900" dirty="0">
                <a:solidFill>
                  <a:schemeClr val="tx1"/>
                </a:solidFill>
                <a:latin typeface="Roboto"/>
                <a:hlinkClick r:id="rId4" tooltip="https://www.google.com/url?sa=t&amp;source=web&amp;rct=j&amp;opi=89978449&amp;url=https://www.mrjalal.com/mag/self-driving-car/&amp;ved=2ahUKEwj_9abx7oyMAxXXSaQEHblMCOwQFnoECBEQBQ&amp;usg=AOvVaw3X0UMx4YWbsqUyM9vVDB2v"/>
              </a:rPr>
              <a:t>https://www.google.com/url?sa=t&amp;source=web&amp;rct=j&amp;opi=89978449&amp;url=https://www.mrjalal.com/mag/self-driving-car/&amp;ved=2ahUKEwj_9abx7oyMAxXXSaQEHblMCOwQFnoECBEQBQ&amp;usg=AOvVaw3X0UMx4YWbsqUyM9vVDB2v</a:t>
            </a:r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4037107" y="4168676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  <a:latin typeface="Roboto"/>
              </a:rPr>
              <a:t>:</a:t>
            </a:r>
            <a:r>
              <a:rPr lang="fa-IR" sz="900" dirty="0">
                <a:solidFill>
                  <a:schemeClr val="tx1"/>
                </a:solidFill>
                <a:latin typeface="Roboto"/>
              </a:rPr>
              <a:t>همه چیز درباره ماشین‌های خودران و هوش مصنوعی – فرادرس - مجله‌</a:t>
            </a:r>
            <a:br>
              <a:rPr lang="fa-IR" sz="900" dirty="0">
                <a:solidFill>
                  <a:schemeClr val="tx1"/>
                </a:solidFill>
              </a:rPr>
            </a:br>
            <a:r>
              <a:rPr lang="en-US" sz="900" dirty="0">
                <a:solidFill>
                  <a:schemeClr val="tx1"/>
                </a:solidFill>
                <a:latin typeface="Roboto"/>
                <a:hlinkClick r:id="rId5" tooltip="https://blog.faradars.org/everything-about-self-propelled-cars-and-artificial-intelligence/"/>
              </a:rPr>
              <a:t>https://blog.faradars.org/everything-about-self-propelled-cars-and-artificial-intelligence/</a:t>
            </a:r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6591142" y="4593296"/>
            <a:ext cx="20120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fa-IR" sz="900" dirty="0">
                <a:solidFill>
                  <a:schemeClr val="tx1"/>
                </a:solidFill>
              </a:rPr>
              <a:t>ماشین های خودران چگونه کار می کنند؟</a:t>
            </a:r>
          </a:p>
          <a:p>
            <a:pPr algn="r"/>
            <a:r>
              <a:rPr lang="en-US" sz="900" dirty="0">
                <a:solidFill>
                  <a:schemeClr val="tx1"/>
                </a:solidFill>
              </a:rPr>
              <a:t>https://www.aparat.com/v/m129hw9</a:t>
            </a:r>
            <a:endParaRPr lang="fa-IR" sz="9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8098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1" grpId="0"/>
      <p:bldP spid="32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7" name="Google Shape;1387;p40"/>
          <p:cNvPicPr preferRelativeResize="0"/>
          <p:nvPr/>
        </p:nvPicPr>
        <p:blipFill rotWithShape="1">
          <a:blip r:embed="rId3">
            <a:alphaModFix/>
          </a:blip>
          <a:srcRect l="25537" t="7152" r="23467" b="5838"/>
          <a:stretch/>
        </p:blipFill>
        <p:spPr>
          <a:xfrm>
            <a:off x="7284929" y="21933"/>
            <a:ext cx="1920000" cy="1842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8" name="Google Shape;1388;p40"/>
          <p:cNvPicPr preferRelativeResize="0"/>
          <p:nvPr/>
        </p:nvPicPr>
        <p:blipFill rotWithShape="1">
          <a:blip r:embed="rId4">
            <a:alphaModFix/>
          </a:blip>
          <a:srcRect l="15236" r="10474"/>
          <a:stretch/>
        </p:blipFill>
        <p:spPr>
          <a:xfrm rot="1220421">
            <a:off x="6190029" y="324067"/>
            <a:ext cx="1552575" cy="139085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93" name="Google Shape;1393;p40"/>
          <p:cNvGrpSpPr/>
          <p:nvPr/>
        </p:nvGrpSpPr>
        <p:grpSpPr>
          <a:xfrm rot="1891135">
            <a:off x="4266962" y="4210993"/>
            <a:ext cx="76828" cy="76803"/>
            <a:chOff x="3104875" y="1099400"/>
            <a:chExt cx="76825" cy="76800"/>
          </a:xfrm>
        </p:grpSpPr>
        <p:sp>
          <p:nvSpPr>
            <p:cNvPr id="1394" name="Google Shape;1394;p40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95" name="Google Shape;1395;p40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pic>
        <p:nvPicPr>
          <p:cNvPr id="1399" name="Google Shape;1399;p40"/>
          <p:cNvPicPr preferRelativeResize="0"/>
          <p:nvPr/>
        </p:nvPicPr>
        <p:blipFill rotWithShape="1">
          <a:blip r:embed="rId5">
            <a:alphaModFix/>
          </a:blip>
          <a:srcRect l="22009" r="18455"/>
          <a:stretch/>
        </p:blipFill>
        <p:spPr>
          <a:xfrm rot="1203247">
            <a:off x="1616204" y="3965720"/>
            <a:ext cx="903665" cy="85381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7129" y="1940322"/>
            <a:ext cx="7169742" cy="1165412"/>
          </a:xfrm>
          <a:prstGeom prst="wedgeRectCallout">
            <a:avLst/>
          </a:prstGeom>
          <a:ln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2">
            <a:schemeClr val="accent6"/>
          </a:lnRef>
          <a:fillRef idx="1003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fa-IR" sz="2000" dirty="0">
                <a:latin typeface="Vazir" panose="020B0603030804020204" pitchFamily="34" charset="-78"/>
                <a:ea typeface="Tahoma" panose="020B0604030504040204" pitchFamily="34" charset="0"/>
                <a:cs typeface="Vazir" panose="020B0603030804020204" pitchFamily="34" charset="-78"/>
              </a:rPr>
              <a:t>دانش واقعی در مسیر به اشتراک گذاشتن آن متولد می شود</a:t>
            </a:r>
            <a:br>
              <a:rPr lang="en-US" sz="2000" dirty="0">
                <a:latin typeface="Vazir" panose="020B0603030804020204" pitchFamily="34" charset="-78"/>
                <a:ea typeface="Tahoma" panose="020B0604030504040204" pitchFamily="34" charset="0"/>
                <a:cs typeface="Vazir" panose="020B0603030804020204" pitchFamily="34" charset="-78"/>
              </a:rPr>
            </a:br>
            <a:r>
              <a:rPr lang="fa-IR" sz="2000" dirty="0">
                <a:latin typeface="Vazir" panose="020B0603030804020204" pitchFamily="34" charset="-78"/>
                <a:ea typeface="Tahoma" panose="020B0604030504040204" pitchFamily="34" charset="0"/>
                <a:cs typeface="Vazir" panose="020B0603030804020204" pitchFamily="34" charset="-78"/>
              </a:rPr>
              <a:t>  سپاس از نگاه های مشتاق و ذهن های پرسشگر شما</a:t>
            </a:r>
            <a:br>
              <a:rPr lang="fa-IR" sz="2000" dirty="0">
                <a:latin typeface="Vazir" panose="020B0603030804020204" pitchFamily="34" charset="-78"/>
                <a:ea typeface="Tahoma" panose="020B0604030504040204" pitchFamily="34" charset="0"/>
                <a:cs typeface="Vazir" panose="020B0603030804020204" pitchFamily="34" charset="-78"/>
              </a:rPr>
            </a:br>
            <a:r>
              <a:rPr lang="fa-IR" sz="2000" dirty="0">
                <a:latin typeface="Vazir" panose="020B0603030804020204" pitchFamily="34" charset="-78"/>
                <a:ea typeface="Tahoma" panose="020B0604030504040204" pitchFamily="34" charset="0"/>
                <a:cs typeface="Vazir" panose="020B0603030804020204" pitchFamily="34" charset="-78"/>
                <a:sym typeface="Wingdings" panose="05000000000000000000" pitchFamily="2" charset="2"/>
              </a:rPr>
              <a:t></a:t>
            </a:r>
            <a:endParaRPr lang="en-US" sz="2000" dirty="0">
              <a:latin typeface="Vazir" panose="020B0603030804020204" pitchFamily="34" charset="-78"/>
              <a:ea typeface="Tahoma" panose="020B0604030504040204" pitchFamily="34" charset="0"/>
              <a:cs typeface="Vazir" panose="020B0603030804020204" pitchFamily="34" charset="-78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6100" y="2057773"/>
            <a:ext cx="7351800" cy="841800"/>
          </a:xfrm>
        </p:spPr>
        <p:txBody>
          <a:bodyPr/>
          <a:lstStyle/>
          <a:p>
            <a:pPr algn="ctr"/>
            <a:r>
              <a:rPr lang="fa-IR" dirty="0">
                <a:latin typeface="Vazir" panose="020B0604020202020204" charset="-78"/>
                <a:cs typeface="Vazir" panose="020B0604020202020204" charset="-78"/>
              </a:rPr>
              <a:t>پرسش و پاسخ</a:t>
            </a:r>
            <a:endParaRPr lang="en-US" dirty="0">
              <a:latin typeface="Vazir" panose="020B0604020202020204" charset="-78"/>
              <a:cs typeface="Vazir" panose="020B0604020202020204" charset="-78"/>
            </a:endParaRPr>
          </a:p>
        </p:txBody>
      </p:sp>
      <p:pic>
        <p:nvPicPr>
          <p:cNvPr id="3" name="Google Shape;1385;p40">
            <a:extLst>
              <a:ext uri="{FF2B5EF4-FFF2-40B4-BE49-F238E27FC236}">
                <a16:creationId xmlns:a16="http://schemas.microsoft.com/office/drawing/2014/main" id="{3DB8D91A-C14D-40B4-AF4E-A33796B23E5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24331" t="5721" r="23342" b="4591"/>
          <a:stretch/>
        </p:blipFill>
        <p:spPr>
          <a:xfrm rot="2268302">
            <a:off x="829836" y="3029281"/>
            <a:ext cx="1857374" cy="1790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1386;p40">
            <a:extLst>
              <a:ext uri="{FF2B5EF4-FFF2-40B4-BE49-F238E27FC236}">
                <a16:creationId xmlns:a16="http://schemas.microsoft.com/office/drawing/2014/main" id="{BD3C67B8-DB04-4BD1-AEB1-308FD41EB90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8647" t="7960" r="8852" b="8336"/>
          <a:stretch/>
        </p:blipFill>
        <p:spPr>
          <a:xfrm rot="-1406513">
            <a:off x="236786" y="3961844"/>
            <a:ext cx="1175233" cy="76322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26639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Artificial Intelligence (AI) Technology Consulting by Slidesgo">
  <a:themeElements>
    <a:clrScheme name="Simple Light">
      <a:dk1>
        <a:srgbClr val="FFFFFF"/>
      </a:dk1>
      <a:lt1>
        <a:srgbClr val="032138"/>
      </a:lt1>
      <a:dk2>
        <a:srgbClr val="6995D9"/>
      </a:dk2>
      <a:lt2>
        <a:srgbClr val="002E8A"/>
      </a:lt2>
      <a:accent1>
        <a:srgbClr val="00FB87"/>
      </a:accent1>
      <a:accent2>
        <a:srgbClr val="00CCAC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798</TotalTime>
  <Words>1287</Words>
  <Application>Microsoft Office PowerPoint</Application>
  <PresentationFormat>On-screen Show (16:9)</PresentationFormat>
  <Paragraphs>319</Paragraphs>
  <Slides>35</Slides>
  <Notes>15</Notes>
  <HiddenSlides>0</HiddenSlides>
  <MMClips>4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5" baseType="lpstr">
      <vt:lpstr>Roboto</vt:lpstr>
      <vt:lpstr>Vazir</vt:lpstr>
      <vt:lpstr>Anaheim</vt:lpstr>
      <vt:lpstr>Montserrat Black</vt:lpstr>
      <vt:lpstr>Segoe UI Variable Text Semiligh</vt:lpstr>
      <vt:lpstr>MuseoModerno Medium</vt:lpstr>
      <vt:lpstr>Montserrat</vt:lpstr>
      <vt:lpstr>Bebas Neue</vt:lpstr>
      <vt:lpstr>Arial</vt:lpstr>
      <vt:lpstr>Artificial Intelligence (AI) Technology Consulting by Slidesgo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دانش واقعی در مسیر به اشتراک گذاشتن آن متولد می شود   سپاس از نگاه های مشتاق و ذهن های پرسشگر شما </vt:lpstr>
      <vt:lpstr>پرسش و پاسخ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asus</dc:creator>
  <cp:lastModifiedBy>Sarayetell</cp:lastModifiedBy>
  <cp:revision>18</cp:revision>
  <dcterms:modified xsi:type="dcterms:W3CDTF">2025-04-03T13:53:44Z</dcterms:modified>
</cp:coreProperties>
</file>